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2" r:id="rId3"/>
    <p:sldId id="313" r:id="rId4"/>
    <p:sldId id="334" r:id="rId5"/>
    <p:sldId id="335" r:id="rId6"/>
    <p:sldId id="333" r:id="rId7"/>
    <p:sldId id="336" r:id="rId8"/>
    <p:sldId id="337" r:id="rId9"/>
    <p:sldId id="340" r:id="rId10"/>
    <p:sldId id="341" r:id="rId11"/>
    <p:sldId id="342" r:id="rId12"/>
    <p:sldId id="343" r:id="rId13"/>
    <p:sldId id="344" r:id="rId14"/>
    <p:sldId id="34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4"/>
            <p14:sldId id="335"/>
            <p14:sldId id="333"/>
            <p14:sldId id="336"/>
            <p14:sldId id="337"/>
          </p14:sldIdLst>
        </p14:section>
        <p14:section name="2" id="{CCEC1683-DB1A-4926-96B6-8D0F27B8B71C}">
          <p14:sldIdLst>
            <p14:sldId id="340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12F19B-E514-4570-8AFA-B0EFD247729C}" v="13" dt="2025-10-10T05:34:02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01" autoAdjust="0"/>
    <p:restoredTop sz="95664" autoAdjust="0"/>
  </p:normalViewPr>
  <p:slideViewPr>
    <p:cSldViewPr snapToGrid="0">
      <p:cViewPr varScale="1">
        <p:scale>
          <a:sx n="96" d="100"/>
          <a:sy n="96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0-10T09:19:25.304" v="184" actId="1076"/>
      <pc:docMkLst>
        <pc:docMk/>
      </pc:docMkLst>
      <pc:sldChg chg="modSp mod">
        <pc:chgData name="liao huang" userId="ec82cc6f13daab8b" providerId="LiveId" clId="{AA54D501-5D86-4123-B440-108FCE7D8FB7}" dt="2025-10-09T05:37:24.215" v="126" actId="20577"/>
        <pc:sldMkLst>
          <pc:docMk/>
          <pc:sldMk cId="0" sldId="257"/>
        </pc:sldMkLst>
        <pc:spChg chg="mod">
          <ac:chgData name="liao huang" userId="ec82cc6f13daab8b" providerId="LiveId" clId="{AA54D501-5D86-4123-B440-108FCE7D8FB7}" dt="2025-10-09T05:37:19.814" v="120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AA54D501-5D86-4123-B440-108FCE7D8FB7}" dt="2025-10-09T05:37:24.215" v="126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modSp add del mod">
        <pc:chgData name="liao huang" userId="ec82cc6f13daab8b" providerId="LiveId" clId="{AA54D501-5D86-4123-B440-108FCE7D8FB7}" dt="2025-10-09T06:10:41.873" v="142"/>
        <pc:sldMkLst>
          <pc:docMk/>
          <pc:sldMk cId="1682685868" sldId="313"/>
        </pc:sldMkLst>
        <pc:spChg chg="mod">
          <ac:chgData name="liao huang" userId="ec82cc6f13daab8b" providerId="LiveId" clId="{AA54D501-5D86-4123-B440-108FCE7D8FB7}" dt="2025-10-09T06:10:41.873" v="142"/>
          <ac:spMkLst>
            <pc:docMk/>
            <pc:sldMk cId="1682685868" sldId="313"/>
            <ac:spMk id="10" creationId="{A60B6048-639C-010F-B7C6-1867337A5C44}"/>
          </ac:spMkLst>
        </pc:spChg>
      </pc:sldChg>
      <pc:sldChg chg="addSp modSp mod modNotesTx">
        <pc:chgData name="liao huang" userId="ec82cc6f13daab8b" providerId="LiveId" clId="{AA54D501-5D86-4123-B440-108FCE7D8FB7}" dt="2025-10-10T08:58:51.485" v="168" actId="14100"/>
        <pc:sldMkLst>
          <pc:docMk/>
          <pc:sldMk cId="3027936104" sldId="333"/>
        </pc:sldMkLst>
        <pc:spChg chg="mod">
          <ac:chgData name="liao huang" userId="ec82cc6f13daab8b" providerId="LiveId" clId="{AA54D501-5D86-4123-B440-108FCE7D8FB7}" dt="2025-10-10T08:57:30.385" v="160" actId="1076"/>
          <ac:spMkLst>
            <pc:docMk/>
            <pc:sldMk cId="3027936104" sldId="333"/>
            <ac:spMk id="19" creationId="{E6EAEED8-214B-46D1-BBFE-161AA43BDA9F}"/>
          </ac:spMkLst>
        </pc:spChg>
        <pc:spChg chg="mod">
          <ac:chgData name="liao huang" userId="ec82cc6f13daab8b" providerId="LiveId" clId="{AA54D501-5D86-4123-B440-108FCE7D8FB7}" dt="2025-10-10T08:58:47.499" v="166" actId="1076"/>
          <ac:spMkLst>
            <pc:docMk/>
            <pc:sldMk cId="3027936104" sldId="333"/>
            <ac:spMk id="22" creationId="{495DE909-53BF-4195-995E-A87868E29CE7}"/>
          </ac:spMkLst>
        </pc:spChg>
        <pc:picChg chg="add mod">
          <ac:chgData name="liao huang" userId="ec82cc6f13daab8b" providerId="LiveId" clId="{AA54D501-5D86-4123-B440-108FCE7D8FB7}" dt="2025-10-10T08:58:51.485" v="168" actId="14100"/>
          <ac:picMkLst>
            <pc:docMk/>
            <pc:sldMk cId="3027936104" sldId="333"/>
            <ac:picMk id="5" creationId="{399552FE-34C7-8160-3CB8-948FBF1DBE16}"/>
          </ac:picMkLst>
        </pc:picChg>
        <pc:picChg chg="mod">
          <ac:chgData name="liao huang" userId="ec82cc6f13daab8b" providerId="LiveId" clId="{AA54D501-5D86-4123-B440-108FCE7D8FB7}" dt="2025-10-10T08:57:30.385" v="160" actId="1076"/>
          <ac:picMkLst>
            <pc:docMk/>
            <pc:sldMk cId="3027936104" sldId="333"/>
            <ac:picMk id="15" creationId="{AE680DD7-A3C0-4EAF-B6C2-A65A7042C092}"/>
          </ac:picMkLst>
        </pc:pic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621122138" sldId="334"/>
        </pc:sldMkLst>
      </pc:sldChg>
      <pc:sldChg chg="modSp mod">
        <pc:chgData name="liao huang" userId="ec82cc6f13daab8b" providerId="LiveId" clId="{AA54D501-5D86-4123-B440-108FCE7D8FB7}" dt="2025-10-10T08:28:26.887" v="154" actId="1036"/>
        <pc:sldMkLst>
          <pc:docMk/>
          <pc:sldMk cId="4281670140" sldId="334"/>
        </pc:sldMkLst>
        <pc:picChg chg="mod">
          <ac:chgData name="liao huang" userId="ec82cc6f13daab8b" providerId="LiveId" clId="{AA54D501-5D86-4123-B440-108FCE7D8FB7}" dt="2025-10-10T08:28:26.887" v="154" actId="1036"/>
          <ac:picMkLst>
            <pc:docMk/>
            <pc:sldMk cId="4281670140" sldId="334"/>
            <ac:picMk id="5" creationId="{4924543F-A262-4A0A-8A6B-49E433C57E0A}"/>
          </ac:picMkLst>
        </pc:pic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2504641328" sldId="335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1848639983" sldId="336"/>
        </pc:sldMkLst>
      </pc:sldChg>
      <pc:sldChg chg="modSp mod">
        <pc:chgData name="liao huang" userId="ec82cc6f13daab8b" providerId="LiveId" clId="{AA54D501-5D86-4123-B440-108FCE7D8FB7}" dt="2025-10-10T09:05:22.195" v="174" actId="14100"/>
        <pc:sldMkLst>
          <pc:docMk/>
          <pc:sldMk cId="9115818" sldId="337"/>
        </pc:sldMkLst>
        <pc:picChg chg="mod">
          <ac:chgData name="liao huang" userId="ec82cc6f13daab8b" providerId="LiveId" clId="{AA54D501-5D86-4123-B440-108FCE7D8FB7}" dt="2025-10-10T09:05:22.195" v="174" actId="14100"/>
          <ac:picMkLst>
            <pc:docMk/>
            <pc:sldMk cId="9115818" sldId="337"/>
            <ac:picMk id="14" creationId="{0F38370C-A406-4775-8274-AEC0003F17CD}"/>
          </ac:picMkLst>
        </pc:pic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969987762" sldId="337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896632247" sldId="338"/>
        </pc:sldMkLst>
      </pc:sldChg>
      <pc:sldChg chg="del">
        <pc:chgData name="liao huang" userId="ec82cc6f13daab8b" providerId="LiveId" clId="{AA54D501-5D86-4123-B440-108FCE7D8FB7}" dt="2025-10-09T05:37:54.127" v="132" actId="47"/>
        <pc:sldMkLst>
          <pc:docMk/>
          <pc:sldMk cId="2177563654" sldId="339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400952436" sldId="340"/>
        </pc:sldMkLst>
      </pc:sldChg>
      <pc:sldChg chg="del">
        <pc:chgData name="liao huang" userId="ec82cc6f13daab8b" providerId="LiveId" clId="{AA54D501-5D86-4123-B440-108FCE7D8FB7}" dt="2025-10-09T05:37:55.318" v="133" actId="47"/>
        <pc:sldMkLst>
          <pc:docMk/>
          <pc:sldMk cId="428877371" sldId="341"/>
        </pc:sldMkLst>
      </pc:sldChg>
      <pc:sldChg chg="modSp mod">
        <pc:chgData name="liao huang" userId="ec82cc6f13daab8b" providerId="LiveId" clId="{AA54D501-5D86-4123-B440-108FCE7D8FB7}" dt="2025-10-10T09:13:20.625" v="177" actId="1076"/>
        <pc:sldMkLst>
          <pc:docMk/>
          <pc:sldMk cId="881961850" sldId="341"/>
        </pc:sldMkLst>
        <pc:picChg chg="mod">
          <ac:chgData name="liao huang" userId="ec82cc6f13daab8b" providerId="LiveId" clId="{AA54D501-5D86-4123-B440-108FCE7D8FB7}" dt="2025-10-10T09:13:20.625" v="177" actId="1076"/>
          <ac:picMkLst>
            <pc:docMk/>
            <pc:sldMk cId="881961850" sldId="341"/>
            <ac:picMk id="11" creationId="{82BE6C79-2468-4E17-B8B1-101D072BA51E}"/>
          </ac:picMkLst>
        </pc:picChg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1389603188" sldId="342"/>
        </pc:sldMkLst>
      </pc:sldChg>
      <pc:sldChg chg="modSp mod">
        <pc:chgData name="liao huang" userId="ec82cc6f13daab8b" providerId="LiveId" clId="{AA54D501-5D86-4123-B440-108FCE7D8FB7}" dt="2025-10-10T09:19:25.304" v="184" actId="1076"/>
        <pc:sldMkLst>
          <pc:docMk/>
          <pc:sldMk cId="1198531169" sldId="343"/>
        </pc:sldMkLst>
        <pc:picChg chg="mod">
          <ac:chgData name="liao huang" userId="ec82cc6f13daab8b" providerId="LiveId" clId="{AA54D501-5D86-4123-B440-108FCE7D8FB7}" dt="2025-10-10T09:19:25.304" v="184" actId="1076"/>
          <ac:picMkLst>
            <pc:docMk/>
            <pc:sldMk cId="1198531169" sldId="343"/>
            <ac:picMk id="11" creationId="{EBB2534C-8FA9-461C-AA36-DDE56833BE0E}"/>
          </ac:picMkLst>
        </pc:picChg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082033537" sldId="343"/>
        </pc:sldMkLst>
      </pc:sldChg>
      <pc:sldChg chg="modNotesTx">
        <pc:chgData name="liao huang" userId="ec82cc6f13daab8b" providerId="LiveId" clId="{AA54D501-5D86-4123-B440-108FCE7D8FB7}" dt="2025-10-10T05:34:02.336" v="153" actId="20577"/>
        <pc:sldMkLst>
          <pc:docMk/>
          <pc:sldMk cId="524326135" sldId="344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878932586" sldId="344"/>
        </pc:sldMkLst>
      </pc:sldChg>
      <pc:sldChg chg="delSp add mod">
        <pc:chgData name="liao huang" userId="ec82cc6f13daab8b" providerId="LiveId" clId="{AA54D501-5D86-4123-B440-108FCE7D8FB7}" dt="2025-10-10T05:33:36.565" v="144" actId="478"/>
        <pc:sldMkLst>
          <pc:docMk/>
          <pc:sldMk cId="1428418719" sldId="345"/>
        </pc:sldMkLst>
        <pc:picChg chg="del">
          <ac:chgData name="liao huang" userId="ec82cc6f13daab8b" providerId="LiveId" clId="{AA54D501-5D86-4123-B440-108FCE7D8FB7}" dt="2025-10-10T05:33:36.565" v="144" actId="478"/>
          <ac:picMkLst>
            <pc:docMk/>
            <pc:sldMk cId="1428418719" sldId="345"/>
            <ac:picMk id="8" creationId="{8A1C570A-3EAC-4B34-EE84-747C873107DD}"/>
          </ac:picMkLst>
        </pc:picChg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79408487" sldId="345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86988284" sldId="346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160905716" sldId="347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574788686" sldId="348"/>
        </pc:sldMkLst>
      </pc:sldChg>
      <pc:sldChg chg="addSp delSp modSp del mod">
        <pc:chgData name="liao huang" userId="ec82cc6f13daab8b" providerId="LiveId" clId="{AA54D501-5D86-4123-B440-108FCE7D8FB7}" dt="2025-10-09T05:37:46.387" v="129" actId="2696"/>
        <pc:sldMkLst>
          <pc:docMk/>
          <pc:sldMk cId="2799807660" sldId="349"/>
        </pc:sldMkLst>
      </pc:sldChg>
      <pc:sldChg chg="delSp add del mod">
        <pc:chgData name="liao huang" userId="ec82cc6f13daab8b" providerId="LiveId" clId="{AA54D501-5D86-4123-B440-108FCE7D8FB7}" dt="2025-10-09T05:37:46.387" v="129" actId="2696"/>
        <pc:sldMkLst>
          <pc:docMk/>
          <pc:sldMk cId="1506959899" sldId="350"/>
        </pc:sldMkLst>
      </pc:sldChg>
    </pc:docChg>
  </pc:docChgLst>
  <pc:docChgLst>
    <pc:chgData name="liao huang" userId="ec82cc6f13daab8b" providerId="LiveId" clId="{2D4437B5-BA1C-41B8-B9C9-C6DB68A3E350}"/>
    <pc:docChg chg="undo custSel addSld delSld modSld sldOrd addSection modSection">
      <pc:chgData name="liao huang" userId="ec82cc6f13daab8b" providerId="LiveId" clId="{2D4437B5-BA1C-41B8-B9C9-C6DB68A3E350}" dt="2025-10-09T12:17:46.602" v="1987" actId="20577"/>
      <pc:docMkLst>
        <pc:docMk/>
      </pc:docMkLst>
      <pc:sldChg chg="modSp mod">
        <pc:chgData name="liao huang" userId="ec82cc6f13daab8b" providerId="LiveId" clId="{2D4437B5-BA1C-41B8-B9C9-C6DB68A3E350}" dt="2025-10-09T06:47:55.385" v="54" actId="1076"/>
        <pc:sldMkLst>
          <pc:docMk/>
          <pc:sldMk cId="0" sldId="272"/>
        </pc:sldMkLst>
        <pc:spChg chg="mod">
          <ac:chgData name="liao huang" userId="ec82cc6f13daab8b" providerId="LiveId" clId="{2D4437B5-BA1C-41B8-B9C9-C6DB68A3E350}" dt="2025-10-09T06:47:39.387" v="45"/>
          <ac:spMkLst>
            <pc:docMk/>
            <pc:sldMk cId="0" sldId="272"/>
            <ac:spMk id="2" creationId="{64998951-640F-6C08-A8BC-65E1246B73D6}"/>
          </ac:spMkLst>
        </pc:spChg>
        <pc:spChg chg="mod">
          <ac:chgData name="liao huang" userId="ec82cc6f13daab8b" providerId="LiveId" clId="{2D4437B5-BA1C-41B8-B9C9-C6DB68A3E350}" dt="2025-10-09T06:47:55.385" v="54" actId="1076"/>
          <ac:spMkLst>
            <pc:docMk/>
            <pc:sldMk cId="0" sldId="272"/>
            <ac:spMk id="8" creationId="{00000000-0000-0000-0000-000000000000}"/>
          </ac:spMkLst>
        </pc:spChg>
      </pc:sldChg>
      <pc:sldChg chg="delSp modSp mod">
        <pc:chgData name="liao huang" userId="ec82cc6f13daab8b" providerId="LiveId" clId="{2D4437B5-BA1C-41B8-B9C9-C6DB68A3E350}" dt="2025-10-09T07:45:16.544" v="660" actId="20577"/>
        <pc:sldMkLst>
          <pc:docMk/>
          <pc:sldMk cId="1682685868" sldId="313"/>
        </pc:sldMkLst>
        <pc:spChg chg="mod">
          <ac:chgData name="liao huang" userId="ec82cc6f13daab8b" providerId="LiveId" clId="{2D4437B5-BA1C-41B8-B9C9-C6DB68A3E350}" dt="2025-10-09T06:48:33.083" v="82" actId="1076"/>
          <ac:spMkLst>
            <pc:docMk/>
            <pc:sldMk cId="1682685868" sldId="313"/>
            <ac:spMk id="4" creationId="{5949082B-14B6-7CDC-E12A-73C38F068BFD}"/>
          </ac:spMkLst>
        </pc:spChg>
        <pc:spChg chg="del">
          <ac:chgData name="liao huang" userId="ec82cc6f13daab8b" providerId="LiveId" clId="{2D4437B5-BA1C-41B8-B9C9-C6DB68A3E350}" dt="2025-10-09T06:48:28.632" v="80" actId="478"/>
          <ac:spMkLst>
            <pc:docMk/>
            <pc:sldMk cId="1682685868" sldId="313"/>
            <ac:spMk id="6" creationId="{B14EE4E1-D5B5-A3D2-BE03-12C581BE1142}"/>
          </ac:spMkLst>
        </pc:spChg>
        <pc:spChg chg="mod">
          <ac:chgData name="liao huang" userId="ec82cc6f13daab8b" providerId="LiveId" clId="{2D4437B5-BA1C-41B8-B9C9-C6DB68A3E350}" dt="2025-10-09T07:45:16.544" v="660" actId="20577"/>
          <ac:spMkLst>
            <pc:docMk/>
            <pc:sldMk cId="1682685868" sldId="313"/>
            <ac:spMk id="10" creationId="{A60B6048-639C-010F-B7C6-1867337A5C44}"/>
          </ac:spMkLst>
        </pc:spChg>
      </pc:sldChg>
      <pc:sldChg chg="addSp delSp modSp add del mod ord modNotesTx">
        <pc:chgData name="liao huang" userId="ec82cc6f13daab8b" providerId="LiveId" clId="{2D4437B5-BA1C-41B8-B9C9-C6DB68A3E350}" dt="2025-10-09T07:58:31.654" v="1155" actId="20577"/>
        <pc:sldMkLst>
          <pc:docMk/>
          <pc:sldMk cId="3027936104" sldId="333"/>
        </pc:sldMkLst>
        <pc:spChg chg="mod">
          <ac:chgData name="liao huang" userId="ec82cc6f13daab8b" providerId="LiveId" clId="{2D4437B5-BA1C-41B8-B9C9-C6DB68A3E350}" dt="2025-10-09T07:57:27.050" v="1112" actId="1076"/>
          <ac:spMkLst>
            <pc:docMk/>
            <pc:sldMk cId="3027936104" sldId="333"/>
            <ac:spMk id="7" creationId="{AB1A0C70-2EC6-48A1-9DE6-1865D03C0A3F}"/>
          </ac:spMkLst>
        </pc:spChg>
        <pc:spChg chg="add del mod">
          <ac:chgData name="liao huang" userId="ec82cc6f13daab8b" providerId="LiveId" clId="{2D4437B5-BA1C-41B8-B9C9-C6DB68A3E350}" dt="2025-10-09T07:49:32.565" v="797" actId="478"/>
          <ac:spMkLst>
            <pc:docMk/>
            <pc:sldMk cId="3027936104" sldId="333"/>
            <ac:spMk id="14" creationId="{668A47F3-D28B-4CEF-9C96-4E858D194955}"/>
          </ac:spMkLst>
        </pc:spChg>
        <pc:spChg chg="add mod">
          <ac:chgData name="liao huang" userId="ec82cc6f13daab8b" providerId="LiveId" clId="{2D4437B5-BA1C-41B8-B9C9-C6DB68A3E350}" dt="2025-10-09T07:53:52.861" v="954" actId="14100"/>
          <ac:spMkLst>
            <pc:docMk/>
            <pc:sldMk cId="3027936104" sldId="333"/>
            <ac:spMk id="19" creationId="{E6EAEED8-214B-46D1-BBFE-161AA43BDA9F}"/>
          </ac:spMkLst>
        </pc:spChg>
        <pc:spChg chg="mod">
          <ac:chgData name="liao huang" userId="ec82cc6f13daab8b" providerId="LiveId" clId="{2D4437B5-BA1C-41B8-B9C9-C6DB68A3E350}" dt="2025-10-09T07:50:49.900" v="823"/>
          <ac:spMkLst>
            <pc:docMk/>
            <pc:sldMk cId="3027936104" sldId="333"/>
            <ac:spMk id="21" creationId="{DF748739-1FCB-C161-D2C4-012219597422}"/>
          </ac:spMkLst>
        </pc:spChg>
        <pc:spChg chg="add mod">
          <ac:chgData name="liao huang" userId="ec82cc6f13daab8b" providerId="LiveId" clId="{2D4437B5-BA1C-41B8-B9C9-C6DB68A3E350}" dt="2025-10-09T07:54:32.214" v="992" actId="1076"/>
          <ac:spMkLst>
            <pc:docMk/>
            <pc:sldMk cId="3027936104" sldId="333"/>
            <ac:spMk id="22" creationId="{495DE909-53BF-4195-995E-A87868E29CE7}"/>
          </ac:spMkLst>
        </pc:spChg>
        <pc:spChg chg="mod">
          <ac:chgData name="liao huang" userId="ec82cc6f13daab8b" providerId="LiveId" clId="{2D4437B5-BA1C-41B8-B9C9-C6DB68A3E350}" dt="2025-10-09T07:50:51.324" v="824"/>
          <ac:spMkLst>
            <pc:docMk/>
            <pc:sldMk cId="3027936104" sldId="333"/>
            <ac:spMk id="32" creationId="{E3CDB903-D684-55E2-6677-63B387756AFA}"/>
          </ac:spMkLst>
        </pc:spChg>
        <pc:picChg chg="add del mod">
          <ac:chgData name="liao huang" userId="ec82cc6f13daab8b" providerId="LiveId" clId="{2D4437B5-BA1C-41B8-B9C9-C6DB68A3E350}" dt="2025-10-09T07:44:24.218" v="644" actId="478"/>
          <ac:picMkLst>
            <pc:docMk/>
            <pc:sldMk cId="3027936104" sldId="333"/>
            <ac:picMk id="5" creationId="{4924543F-A262-4A0A-8A6B-49E433C57E0A}"/>
          </ac:picMkLst>
        </pc:picChg>
        <pc:picChg chg="add del mod">
          <ac:chgData name="liao huang" userId="ec82cc6f13daab8b" providerId="LiveId" clId="{2D4437B5-BA1C-41B8-B9C9-C6DB68A3E350}" dt="2025-10-09T07:51:11.855" v="825" actId="478"/>
          <ac:picMkLst>
            <pc:docMk/>
            <pc:sldMk cId="3027936104" sldId="333"/>
            <ac:picMk id="11" creationId="{E027584D-7886-4C66-84E7-5F4357BB0AD5}"/>
          </ac:picMkLst>
        </pc:picChg>
        <pc:picChg chg="add mod">
          <ac:chgData name="liao huang" userId="ec82cc6f13daab8b" providerId="LiveId" clId="{2D4437B5-BA1C-41B8-B9C9-C6DB68A3E350}" dt="2025-10-09T07:51:19.197" v="829" actId="1076"/>
          <ac:picMkLst>
            <pc:docMk/>
            <pc:sldMk cId="3027936104" sldId="333"/>
            <ac:picMk id="15" creationId="{AE680DD7-A3C0-4EAF-B6C2-A65A7042C092}"/>
          </ac:picMkLst>
        </pc:picChg>
      </pc:sldChg>
      <pc:sldChg chg="addSp delSp modSp add mod ord modNotesTx">
        <pc:chgData name="liao huang" userId="ec82cc6f13daab8b" providerId="LiveId" clId="{2D4437B5-BA1C-41B8-B9C9-C6DB68A3E350}" dt="2025-10-09T07:50:44.814" v="822"/>
        <pc:sldMkLst>
          <pc:docMk/>
          <pc:sldMk cId="4281670140" sldId="334"/>
        </pc:sldMkLst>
        <pc:spChg chg="add mod">
          <ac:chgData name="liao huang" userId="ec82cc6f13daab8b" providerId="LiveId" clId="{2D4437B5-BA1C-41B8-B9C9-C6DB68A3E350}" dt="2025-10-09T07:02:22.878" v="397" actId="1076"/>
          <ac:spMkLst>
            <pc:docMk/>
            <pc:sldMk cId="4281670140" sldId="334"/>
            <ac:spMk id="2" creationId="{AECEFA6A-7149-4D4C-8380-90E417EF5F68}"/>
          </ac:spMkLst>
        </pc:spChg>
        <pc:spChg chg="mod">
          <ac:chgData name="liao huang" userId="ec82cc6f13daab8b" providerId="LiveId" clId="{2D4437B5-BA1C-41B8-B9C9-C6DB68A3E350}" dt="2025-10-09T07:04:39.285" v="446"/>
          <ac:spMkLst>
            <pc:docMk/>
            <pc:sldMk cId="4281670140" sldId="334"/>
            <ac:spMk id="7" creationId="{AB1A0C70-2EC6-48A1-9DE6-1865D03C0A3F}"/>
          </ac:spMkLst>
        </pc:spChg>
        <pc:spChg chg="add del mod">
          <ac:chgData name="liao huang" userId="ec82cc6f13daab8b" providerId="LiveId" clId="{2D4437B5-BA1C-41B8-B9C9-C6DB68A3E350}" dt="2025-10-09T07:43:44.201" v="635" actId="478"/>
          <ac:spMkLst>
            <pc:docMk/>
            <pc:sldMk cId="4281670140" sldId="334"/>
            <ac:spMk id="8" creationId="{5EC5750C-6069-4C92-8B44-47FB6A7C51BF}"/>
          </ac:spMkLst>
        </pc:spChg>
        <pc:spChg chg="add mod">
          <ac:chgData name="liao huang" userId="ec82cc6f13daab8b" providerId="LiveId" clId="{2D4437B5-BA1C-41B8-B9C9-C6DB68A3E350}" dt="2025-10-09T07:43:59.989" v="640" actId="14100"/>
          <ac:spMkLst>
            <pc:docMk/>
            <pc:sldMk cId="4281670140" sldId="334"/>
            <ac:spMk id="10" creationId="{C52EB560-A57B-4335-BD88-91574DFD9BF5}"/>
          </ac:spMkLst>
        </pc:spChg>
        <pc:spChg chg="add mod">
          <ac:chgData name="liao huang" userId="ec82cc6f13daab8b" providerId="LiveId" clId="{2D4437B5-BA1C-41B8-B9C9-C6DB68A3E350}" dt="2025-10-09T07:02:58.143" v="400" actId="20577"/>
          <ac:spMkLst>
            <pc:docMk/>
            <pc:sldMk cId="4281670140" sldId="334"/>
            <ac:spMk id="15" creationId="{FECBBE22-7092-43F9-B4CF-512C8B18F4CA}"/>
          </ac:spMkLst>
        </pc:spChg>
        <pc:spChg chg="add del mod">
          <ac:chgData name="liao huang" userId="ec82cc6f13daab8b" providerId="LiveId" clId="{2D4437B5-BA1C-41B8-B9C9-C6DB68A3E350}" dt="2025-10-09T07:03:33.978" v="403" actId="478"/>
          <ac:spMkLst>
            <pc:docMk/>
            <pc:sldMk cId="4281670140" sldId="334"/>
            <ac:spMk id="16" creationId="{23DE7DCB-F708-4721-AEAC-2AA277F12F6F}"/>
          </ac:spMkLst>
        </pc:spChg>
        <pc:spChg chg="add del mod">
          <ac:chgData name="liao huang" userId="ec82cc6f13daab8b" providerId="LiveId" clId="{2D4437B5-BA1C-41B8-B9C9-C6DB68A3E350}" dt="2025-10-09T07:06:59.209" v="492" actId="20577"/>
          <ac:spMkLst>
            <pc:docMk/>
            <pc:sldMk cId="4281670140" sldId="334"/>
            <ac:spMk id="17" creationId="{EE86106B-AC0D-4AF2-8196-32F0D9EE20BB}"/>
          </ac:spMkLst>
        </pc:spChg>
        <pc:spChg chg="mod">
          <ac:chgData name="liao huang" userId="ec82cc6f13daab8b" providerId="LiveId" clId="{2D4437B5-BA1C-41B8-B9C9-C6DB68A3E350}" dt="2025-10-09T07:50:44.814" v="822"/>
          <ac:spMkLst>
            <pc:docMk/>
            <pc:sldMk cId="4281670140" sldId="334"/>
            <ac:spMk id="21" creationId="{DF748739-1FCB-C161-D2C4-012219597422}"/>
          </ac:spMkLst>
        </pc:spChg>
        <pc:spChg chg="mod">
          <ac:chgData name="liao huang" userId="ec82cc6f13daab8b" providerId="LiveId" clId="{2D4437B5-BA1C-41B8-B9C9-C6DB68A3E350}" dt="2025-10-09T07:39:05.152" v="598" actId="14100"/>
          <ac:spMkLst>
            <pc:docMk/>
            <pc:sldMk cId="4281670140" sldId="334"/>
            <ac:spMk id="32" creationId="{E3CDB903-D684-55E2-6677-63B387756AFA}"/>
          </ac:spMkLst>
        </pc:spChg>
      </pc:sldChg>
      <pc:sldChg chg="addSp modSp add mod">
        <pc:chgData name="liao huang" userId="ec82cc6f13daab8b" providerId="LiveId" clId="{2D4437B5-BA1C-41B8-B9C9-C6DB68A3E350}" dt="2025-10-09T07:50:42.243" v="821"/>
        <pc:sldMkLst>
          <pc:docMk/>
          <pc:sldMk cId="720726910" sldId="335"/>
        </pc:sldMkLst>
        <pc:spChg chg="mod">
          <ac:chgData name="liao huang" userId="ec82cc6f13daab8b" providerId="LiveId" clId="{2D4437B5-BA1C-41B8-B9C9-C6DB68A3E350}" dt="2025-10-09T07:50:18.360" v="811" actId="1076"/>
          <ac:spMkLst>
            <pc:docMk/>
            <pc:sldMk cId="720726910" sldId="335"/>
            <ac:spMk id="7" creationId="{AB1A0C70-2EC6-48A1-9DE6-1865D03C0A3F}"/>
          </ac:spMkLst>
        </pc:spChg>
        <pc:spChg chg="mod">
          <ac:chgData name="liao huang" userId="ec82cc6f13daab8b" providerId="LiveId" clId="{2D4437B5-BA1C-41B8-B9C9-C6DB68A3E350}" dt="2025-10-09T07:50:42.243" v="821"/>
          <ac:spMkLst>
            <pc:docMk/>
            <pc:sldMk cId="720726910" sldId="335"/>
            <ac:spMk id="21" creationId="{DF748739-1FCB-C161-D2C4-012219597422}"/>
          </ac:spMkLst>
        </pc:spChg>
        <pc:spChg chg="mod">
          <ac:chgData name="liao huang" userId="ec82cc6f13daab8b" providerId="LiveId" clId="{2D4437B5-BA1C-41B8-B9C9-C6DB68A3E350}" dt="2025-10-09T07:50:41.300" v="820"/>
          <ac:spMkLst>
            <pc:docMk/>
            <pc:sldMk cId="720726910" sldId="335"/>
            <ac:spMk id="32" creationId="{E3CDB903-D684-55E2-6677-63B387756AFA}"/>
          </ac:spMkLst>
        </pc:spChg>
        <pc:picChg chg="add mod">
          <ac:chgData name="liao huang" userId="ec82cc6f13daab8b" providerId="LiveId" clId="{2D4437B5-BA1C-41B8-B9C9-C6DB68A3E350}" dt="2025-10-09T07:50:15.760" v="810" actId="1076"/>
          <ac:picMkLst>
            <pc:docMk/>
            <pc:sldMk cId="720726910" sldId="335"/>
            <ac:picMk id="5" creationId="{EFEC7A8C-9FC8-42FE-A21A-37CAB7211F5A}"/>
          </ac:picMkLst>
        </pc:picChg>
        <pc:picChg chg="mod">
          <ac:chgData name="liao huang" userId="ec82cc6f13daab8b" providerId="LiveId" clId="{2D4437B5-BA1C-41B8-B9C9-C6DB68A3E350}" dt="2025-10-09T07:50:14.864" v="809" actId="1076"/>
          <ac:picMkLst>
            <pc:docMk/>
            <pc:sldMk cId="720726910" sldId="335"/>
            <ac:picMk id="11" creationId="{E027584D-7886-4C66-84E7-5F4357BB0AD5}"/>
          </ac:picMkLst>
        </pc:picChg>
      </pc:sldChg>
      <pc:sldChg chg="add del">
        <pc:chgData name="liao huang" userId="ec82cc6f13daab8b" providerId="LiveId" clId="{2D4437B5-BA1C-41B8-B9C9-C6DB68A3E350}" dt="2025-10-09T07:50:27.106" v="814"/>
        <pc:sldMkLst>
          <pc:docMk/>
          <pc:sldMk cId="1334955095" sldId="336"/>
        </pc:sldMkLst>
      </pc:sldChg>
      <pc:sldChg chg="addSp delSp modSp add mod">
        <pc:chgData name="liao huang" userId="ec82cc6f13daab8b" providerId="LiveId" clId="{2D4437B5-BA1C-41B8-B9C9-C6DB68A3E350}" dt="2025-10-09T08:04:59.592" v="1252" actId="1076"/>
        <pc:sldMkLst>
          <pc:docMk/>
          <pc:sldMk cId="4000936164" sldId="336"/>
        </pc:sldMkLst>
        <pc:spChg chg="mod">
          <ac:chgData name="liao huang" userId="ec82cc6f13daab8b" providerId="LiveId" clId="{2D4437B5-BA1C-41B8-B9C9-C6DB68A3E350}" dt="2025-10-09T07:58:47.051" v="1161" actId="1076"/>
          <ac:spMkLst>
            <pc:docMk/>
            <pc:sldMk cId="4000936164" sldId="336"/>
            <ac:spMk id="7" creationId="{AB1A0C70-2EC6-48A1-9DE6-1865D03C0A3F}"/>
          </ac:spMkLst>
        </pc:spChg>
        <pc:spChg chg="del">
          <ac:chgData name="liao huang" userId="ec82cc6f13daab8b" providerId="LiveId" clId="{2D4437B5-BA1C-41B8-B9C9-C6DB68A3E350}" dt="2025-10-09T07:56:06.723" v="1054" actId="478"/>
          <ac:spMkLst>
            <pc:docMk/>
            <pc:sldMk cId="4000936164" sldId="336"/>
            <ac:spMk id="19" creationId="{E6EAEED8-214B-46D1-BBFE-161AA43BDA9F}"/>
          </ac:spMkLst>
        </pc:spChg>
        <pc:spChg chg="del">
          <ac:chgData name="liao huang" userId="ec82cc6f13daab8b" providerId="LiveId" clId="{2D4437B5-BA1C-41B8-B9C9-C6DB68A3E350}" dt="2025-10-09T07:56:05.750" v="1053" actId="478"/>
          <ac:spMkLst>
            <pc:docMk/>
            <pc:sldMk cId="4000936164" sldId="336"/>
            <ac:spMk id="22" creationId="{495DE909-53BF-4195-995E-A87868E29CE7}"/>
          </ac:spMkLst>
        </pc:spChg>
        <pc:spChg chg="add mod">
          <ac:chgData name="liao huang" userId="ec82cc6f13daab8b" providerId="LiveId" clId="{2D4437B5-BA1C-41B8-B9C9-C6DB68A3E350}" dt="2025-10-09T08:04:59.592" v="1252" actId="1076"/>
          <ac:spMkLst>
            <pc:docMk/>
            <pc:sldMk cId="4000936164" sldId="336"/>
            <ac:spMk id="23" creationId="{9D0DB204-CA3B-4AC1-82D6-605A839D1C12}"/>
          </ac:spMkLst>
        </pc:spChg>
        <pc:spChg chg="mod">
          <ac:chgData name="liao huang" userId="ec82cc6f13daab8b" providerId="LiveId" clId="{2D4437B5-BA1C-41B8-B9C9-C6DB68A3E350}" dt="2025-10-09T07:59:23.402" v="1171"/>
          <ac:spMkLst>
            <pc:docMk/>
            <pc:sldMk cId="4000936164" sldId="336"/>
            <ac:spMk id="32" creationId="{E3CDB903-D684-55E2-6677-63B387756AFA}"/>
          </ac:spMkLst>
        </pc:spChg>
        <pc:picChg chg="add mod">
          <ac:chgData name="liao huang" userId="ec82cc6f13daab8b" providerId="LiveId" clId="{2D4437B5-BA1C-41B8-B9C9-C6DB68A3E350}" dt="2025-10-09T07:58:47.873" v="1162" actId="1076"/>
          <ac:picMkLst>
            <pc:docMk/>
            <pc:sldMk cId="4000936164" sldId="336"/>
            <ac:picMk id="5" creationId="{8626B568-7AC4-488C-B81C-A68236F195E0}"/>
          </ac:picMkLst>
        </pc:picChg>
        <pc:picChg chg="add mod">
          <ac:chgData name="liao huang" userId="ec82cc6f13daab8b" providerId="LiveId" clId="{2D4437B5-BA1C-41B8-B9C9-C6DB68A3E350}" dt="2025-10-09T07:58:52.492" v="1164" actId="14100"/>
          <ac:picMkLst>
            <pc:docMk/>
            <pc:sldMk cId="4000936164" sldId="336"/>
            <ac:picMk id="10" creationId="{C3D95D61-403E-4CEB-8DB4-3E29047BFB0E}"/>
          </ac:picMkLst>
        </pc:picChg>
        <pc:picChg chg="add mod">
          <ac:chgData name="liao huang" userId="ec82cc6f13daab8b" providerId="LiveId" clId="{2D4437B5-BA1C-41B8-B9C9-C6DB68A3E350}" dt="2025-10-09T07:59:03.923" v="1167" actId="14100"/>
          <ac:picMkLst>
            <pc:docMk/>
            <pc:sldMk cId="4000936164" sldId="336"/>
            <ac:picMk id="12" creationId="{2A36D2EF-38BF-4A5C-B337-A1F5905F90FB}"/>
          </ac:picMkLst>
        </pc:picChg>
        <pc:picChg chg="del">
          <ac:chgData name="liao huang" userId="ec82cc6f13daab8b" providerId="LiveId" clId="{2D4437B5-BA1C-41B8-B9C9-C6DB68A3E350}" dt="2025-10-09T07:56:04.928" v="1052" actId="478"/>
          <ac:picMkLst>
            <pc:docMk/>
            <pc:sldMk cId="4000936164" sldId="336"/>
            <ac:picMk id="15" creationId="{AE680DD7-A3C0-4EAF-B6C2-A65A7042C092}"/>
          </ac:picMkLst>
        </pc:picChg>
      </pc:sldChg>
      <pc:sldChg chg="addSp delSp modSp add mod ord modNotesTx">
        <pc:chgData name="liao huang" userId="ec82cc6f13daab8b" providerId="LiveId" clId="{2D4437B5-BA1C-41B8-B9C9-C6DB68A3E350}" dt="2025-10-09T11:39:42.812" v="1756"/>
        <pc:sldMkLst>
          <pc:docMk/>
          <pc:sldMk cId="9115818" sldId="337"/>
        </pc:sldMkLst>
        <pc:spChg chg="mod">
          <ac:chgData name="liao huang" userId="ec82cc6f13daab8b" providerId="LiveId" clId="{2D4437B5-BA1C-41B8-B9C9-C6DB68A3E350}" dt="2025-10-09T08:19:51.153" v="1364" actId="20577"/>
          <ac:spMkLst>
            <pc:docMk/>
            <pc:sldMk cId="9115818" sldId="337"/>
            <ac:spMk id="7" creationId="{AB1A0C70-2EC6-48A1-9DE6-1865D03C0A3F}"/>
          </ac:spMkLst>
        </pc:spChg>
        <pc:spChg chg="add del">
          <ac:chgData name="liao huang" userId="ec82cc6f13daab8b" providerId="LiveId" clId="{2D4437B5-BA1C-41B8-B9C9-C6DB68A3E350}" dt="2025-10-09T08:17:47.433" v="1322"/>
          <ac:spMkLst>
            <pc:docMk/>
            <pc:sldMk cId="9115818" sldId="337"/>
            <ac:spMk id="15" creationId="{132BBC07-C0C7-42F3-B25F-5718D3C76D84}"/>
          </ac:spMkLst>
        </pc:spChg>
        <pc:spChg chg="add del">
          <ac:chgData name="liao huang" userId="ec82cc6f13daab8b" providerId="LiveId" clId="{2D4437B5-BA1C-41B8-B9C9-C6DB68A3E350}" dt="2025-10-09T08:17:49.281" v="1324"/>
          <ac:spMkLst>
            <pc:docMk/>
            <pc:sldMk cId="9115818" sldId="337"/>
            <ac:spMk id="16" creationId="{0F0B6209-1224-4DDA-A8D2-04C67A30E652}"/>
          </ac:spMkLst>
        </pc:spChg>
        <pc:spChg chg="mod">
          <ac:chgData name="liao huang" userId="ec82cc6f13daab8b" providerId="LiveId" clId="{2D4437B5-BA1C-41B8-B9C9-C6DB68A3E350}" dt="2025-10-09T11:39:42.812" v="1756"/>
          <ac:spMkLst>
            <pc:docMk/>
            <pc:sldMk cId="9115818" sldId="337"/>
            <ac:spMk id="32" creationId="{E3CDB903-D684-55E2-6677-63B387756AFA}"/>
          </ac:spMkLst>
        </pc:spChg>
        <pc:picChg chg="del">
          <ac:chgData name="liao huang" userId="ec82cc6f13daab8b" providerId="LiveId" clId="{2D4437B5-BA1C-41B8-B9C9-C6DB68A3E350}" dt="2025-10-09T08:00:04.690" v="1180" actId="478"/>
          <ac:picMkLst>
            <pc:docMk/>
            <pc:sldMk cId="9115818" sldId="337"/>
            <ac:picMk id="5" creationId="{8626B568-7AC4-488C-B81C-A68236F195E0}"/>
          </ac:picMkLst>
        </pc:picChg>
        <pc:picChg chg="add del mod">
          <ac:chgData name="liao huang" userId="ec82cc6f13daab8b" providerId="LiveId" clId="{2D4437B5-BA1C-41B8-B9C9-C6DB68A3E350}" dt="2025-10-09T08:19:14.078" v="1349" actId="1076"/>
          <ac:picMkLst>
            <pc:docMk/>
            <pc:sldMk cId="9115818" sldId="337"/>
            <ac:picMk id="8" creationId="{A2578E3D-5A56-4A52-BF52-6C1A6ED7BDC8}"/>
          </ac:picMkLst>
        </pc:picChg>
        <pc:picChg chg="del">
          <ac:chgData name="liao huang" userId="ec82cc6f13daab8b" providerId="LiveId" clId="{2D4437B5-BA1C-41B8-B9C9-C6DB68A3E350}" dt="2025-10-09T08:00:05.081" v="1181" actId="478"/>
          <ac:picMkLst>
            <pc:docMk/>
            <pc:sldMk cId="9115818" sldId="337"/>
            <ac:picMk id="10" creationId="{C3D95D61-403E-4CEB-8DB4-3E29047BFB0E}"/>
          </ac:picMkLst>
        </pc:picChg>
        <pc:picChg chg="del">
          <ac:chgData name="liao huang" userId="ec82cc6f13daab8b" providerId="LiveId" clId="{2D4437B5-BA1C-41B8-B9C9-C6DB68A3E350}" dt="2025-10-09T08:00:05.433" v="1182" actId="478"/>
          <ac:picMkLst>
            <pc:docMk/>
            <pc:sldMk cId="9115818" sldId="337"/>
            <ac:picMk id="12" creationId="{2A36D2EF-38BF-4A5C-B337-A1F5905F90FB}"/>
          </ac:picMkLst>
        </pc:picChg>
        <pc:picChg chg="add del mod">
          <ac:chgData name="liao huang" userId="ec82cc6f13daab8b" providerId="LiveId" clId="{2D4437B5-BA1C-41B8-B9C9-C6DB68A3E350}" dt="2025-10-09T08:18:59.703" v="1347" actId="1076"/>
          <ac:picMkLst>
            <pc:docMk/>
            <pc:sldMk cId="9115818" sldId="337"/>
            <ac:picMk id="14" creationId="{0F38370C-A406-4775-8274-AEC0003F17CD}"/>
          </ac:picMkLst>
        </pc:picChg>
      </pc:sldChg>
      <pc:sldChg chg="addSp delSp modSp add del mod modNotesTx">
        <pc:chgData name="liao huang" userId="ec82cc6f13daab8b" providerId="LiveId" clId="{2D4437B5-BA1C-41B8-B9C9-C6DB68A3E350}" dt="2025-10-09T11:39:14.709" v="1743" actId="47"/>
        <pc:sldMkLst>
          <pc:docMk/>
          <pc:sldMk cId="1462956670" sldId="338"/>
        </pc:sldMkLst>
        <pc:spChg chg="del mod">
          <ac:chgData name="liao huang" userId="ec82cc6f13daab8b" providerId="LiveId" clId="{2D4437B5-BA1C-41B8-B9C9-C6DB68A3E350}" dt="2025-10-09T08:16:14.798" v="1309" actId="478"/>
          <ac:spMkLst>
            <pc:docMk/>
            <pc:sldMk cId="1462956670" sldId="338"/>
            <ac:spMk id="7" creationId="{AB1A0C70-2EC6-48A1-9DE6-1865D03C0A3F}"/>
          </ac:spMkLst>
        </pc:spChg>
        <pc:spChg chg="mod">
          <ac:chgData name="liao huang" userId="ec82cc6f13daab8b" providerId="LiveId" clId="{2D4437B5-BA1C-41B8-B9C9-C6DB68A3E350}" dt="2025-10-09T08:16:11.622" v="1306"/>
          <ac:spMkLst>
            <pc:docMk/>
            <pc:sldMk cId="1462956670" sldId="338"/>
            <ac:spMk id="32" creationId="{E3CDB903-D684-55E2-6677-63B387756AFA}"/>
          </ac:spMkLst>
        </pc:spChg>
        <pc:picChg chg="add mod">
          <ac:chgData name="liao huang" userId="ec82cc6f13daab8b" providerId="LiveId" clId="{2D4437B5-BA1C-41B8-B9C9-C6DB68A3E350}" dt="2025-10-09T08:16:26.124" v="1314" actId="1076"/>
          <ac:picMkLst>
            <pc:docMk/>
            <pc:sldMk cId="1462956670" sldId="338"/>
            <ac:picMk id="5" creationId="{3FC5ED45-D0AF-4DC1-8B79-CF4D067034FC}"/>
          </ac:picMkLst>
        </pc:picChg>
        <pc:picChg chg="del">
          <ac:chgData name="liao huang" userId="ec82cc6f13daab8b" providerId="LiveId" clId="{2D4437B5-BA1C-41B8-B9C9-C6DB68A3E350}" dt="2025-10-09T08:16:15.083" v="1310" actId="478"/>
          <ac:picMkLst>
            <pc:docMk/>
            <pc:sldMk cId="1462956670" sldId="338"/>
            <ac:picMk id="8" creationId="{A2578E3D-5A56-4A52-BF52-6C1A6ED7BDC8}"/>
          </ac:picMkLst>
        </pc:picChg>
        <pc:picChg chg="del">
          <ac:chgData name="liao huang" userId="ec82cc6f13daab8b" providerId="LiveId" clId="{2D4437B5-BA1C-41B8-B9C9-C6DB68A3E350}" dt="2025-10-09T08:16:13.140" v="1307" actId="478"/>
          <ac:picMkLst>
            <pc:docMk/>
            <pc:sldMk cId="1462956670" sldId="338"/>
            <ac:picMk id="14" creationId="{0F38370C-A406-4775-8274-AEC0003F17CD}"/>
          </ac:picMkLst>
        </pc:picChg>
      </pc:sldChg>
      <pc:sldChg chg="new del">
        <pc:chgData name="liao huang" userId="ec82cc6f13daab8b" providerId="LiveId" clId="{2D4437B5-BA1C-41B8-B9C9-C6DB68A3E350}" dt="2025-10-09T09:48:19.310" v="1417" actId="680"/>
        <pc:sldMkLst>
          <pc:docMk/>
          <pc:sldMk cId="2524820058" sldId="339"/>
        </pc:sldMkLst>
      </pc:sldChg>
      <pc:sldChg chg="addSp delSp modSp add del mod">
        <pc:chgData name="liao huang" userId="ec82cc6f13daab8b" providerId="LiveId" clId="{2D4437B5-BA1C-41B8-B9C9-C6DB68A3E350}" dt="2025-10-09T11:39:19.345" v="1746" actId="47"/>
        <pc:sldMkLst>
          <pc:docMk/>
          <pc:sldMk cId="3502099276" sldId="339"/>
        </pc:sldMkLst>
        <pc:spChg chg="add">
          <ac:chgData name="liao huang" userId="ec82cc6f13daab8b" providerId="LiveId" clId="{2D4437B5-BA1C-41B8-B9C9-C6DB68A3E350}" dt="2025-10-09T11:29:52.006" v="1598" actId="22"/>
          <ac:spMkLst>
            <pc:docMk/>
            <pc:sldMk cId="3502099276" sldId="339"/>
            <ac:spMk id="12" creationId="{EECF1DC3-F3C1-4499-9BE2-30235DE1F96E}"/>
          </ac:spMkLst>
        </pc:spChg>
        <pc:spChg chg="mod">
          <ac:chgData name="liao huang" userId="ec82cc6f13daab8b" providerId="LiveId" clId="{2D4437B5-BA1C-41B8-B9C9-C6DB68A3E350}" dt="2025-10-09T09:48:29.327" v="1421" actId="1076"/>
          <ac:spMkLst>
            <pc:docMk/>
            <pc:sldMk cId="3502099276" sldId="339"/>
            <ac:spMk id="21" creationId="{DF748739-1FCB-C161-D2C4-012219597422}"/>
          </ac:spMkLst>
        </pc:spChg>
        <pc:picChg chg="del">
          <ac:chgData name="liao huang" userId="ec82cc6f13daab8b" providerId="LiveId" clId="{2D4437B5-BA1C-41B8-B9C9-C6DB68A3E350}" dt="2025-10-09T11:29:54.172" v="1599" actId="478"/>
          <ac:picMkLst>
            <pc:docMk/>
            <pc:sldMk cId="3502099276" sldId="339"/>
            <ac:picMk id="5" creationId="{3FC5ED45-D0AF-4DC1-8B79-CF4D067034FC}"/>
          </ac:picMkLst>
        </pc:picChg>
      </pc:sldChg>
      <pc:sldChg chg="modSp add mod ord">
        <pc:chgData name="liao huang" userId="ec82cc6f13daab8b" providerId="LiveId" clId="{2D4437B5-BA1C-41B8-B9C9-C6DB68A3E350}" dt="2025-10-09T09:49:03.011" v="1433"/>
        <pc:sldMkLst>
          <pc:docMk/>
          <pc:sldMk cId="4092457677" sldId="340"/>
        </pc:sldMkLst>
        <pc:spChg chg="mod">
          <ac:chgData name="liao huang" userId="ec82cc6f13daab8b" providerId="LiveId" clId="{2D4437B5-BA1C-41B8-B9C9-C6DB68A3E350}" dt="2025-10-09T09:48:57.630" v="1430" actId="20577"/>
          <ac:spMkLst>
            <pc:docMk/>
            <pc:sldMk cId="4092457677" sldId="340"/>
            <ac:spMk id="2" creationId="{4293E849-5609-7D84-1D4C-E7AFE76DBEFA}"/>
          </ac:spMkLst>
        </pc:spChg>
        <pc:spChg chg="mod">
          <ac:chgData name="liao huang" userId="ec82cc6f13daab8b" providerId="LiveId" clId="{2D4437B5-BA1C-41B8-B9C9-C6DB68A3E350}" dt="2025-10-09T09:49:03.011" v="1433"/>
          <ac:spMkLst>
            <pc:docMk/>
            <pc:sldMk cId="4092457677" sldId="340"/>
            <ac:spMk id="5" creationId="{85DD8D6C-C2FD-204B-A89E-D09E09E157B9}"/>
          </ac:spMkLst>
        </pc:spChg>
        <pc:spChg chg="mod">
          <ac:chgData name="liao huang" userId="ec82cc6f13daab8b" providerId="LiveId" clId="{2D4437B5-BA1C-41B8-B9C9-C6DB68A3E350}" dt="2025-10-09T09:48:51.087" v="1428" actId="20577"/>
          <ac:spMkLst>
            <pc:docMk/>
            <pc:sldMk cId="4092457677" sldId="340"/>
            <ac:spMk id="10" creationId="{A60B6048-639C-010F-B7C6-1867337A5C44}"/>
          </ac:spMkLst>
        </pc:spChg>
      </pc:sldChg>
      <pc:sldChg chg="addSp delSp modSp add mod ord modNotesTx">
        <pc:chgData name="liao huang" userId="ec82cc6f13daab8b" providerId="LiveId" clId="{2D4437B5-BA1C-41B8-B9C9-C6DB68A3E350}" dt="2025-10-09T11:39:33.932" v="1749"/>
        <pc:sldMkLst>
          <pc:docMk/>
          <pc:sldMk cId="881961850" sldId="341"/>
        </pc:sldMkLst>
        <pc:spChg chg="del">
          <ac:chgData name="liao huang" userId="ec82cc6f13daab8b" providerId="LiveId" clId="{2D4437B5-BA1C-41B8-B9C9-C6DB68A3E350}" dt="2025-10-09T11:22:18.877" v="1470" actId="478"/>
          <ac:spMkLst>
            <pc:docMk/>
            <pc:sldMk cId="881961850" sldId="341"/>
            <ac:spMk id="2" creationId="{AECEFA6A-7149-4D4C-8380-90E417EF5F68}"/>
          </ac:spMkLst>
        </pc:spChg>
        <pc:spChg chg="mod">
          <ac:chgData name="liao huang" userId="ec82cc6f13daab8b" providerId="LiveId" clId="{2D4437B5-BA1C-41B8-B9C9-C6DB68A3E350}" dt="2025-10-09T11:35:33.237" v="1658" actId="1076"/>
          <ac:spMkLst>
            <pc:docMk/>
            <pc:sldMk cId="881961850" sldId="341"/>
            <ac:spMk id="7" creationId="{AB1A0C70-2EC6-48A1-9DE6-1865D03C0A3F}"/>
          </ac:spMkLst>
        </pc:spChg>
        <pc:spChg chg="del">
          <ac:chgData name="liao huang" userId="ec82cc6f13daab8b" providerId="LiveId" clId="{2D4437B5-BA1C-41B8-B9C9-C6DB68A3E350}" dt="2025-10-09T11:22:18.084" v="1469" actId="478"/>
          <ac:spMkLst>
            <pc:docMk/>
            <pc:sldMk cId="881961850" sldId="341"/>
            <ac:spMk id="10" creationId="{C52EB560-A57B-4335-BD88-91574DFD9BF5}"/>
          </ac:spMkLst>
        </pc:spChg>
        <pc:spChg chg="mod">
          <ac:chgData name="liao huang" userId="ec82cc6f13daab8b" providerId="LiveId" clId="{2D4437B5-BA1C-41B8-B9C9-C6DB68A3E350}" dt="2025-10-09T11:22:33.910" v="1473" actId="20577"/>
          <ac:spMkLst>
            <pc:docMk/>
            <pc:sldMk cId="881961850" sldId="341"/>
            <ac:spMk id="14" creationId="{668A47F3-D28B-4CEF-9C96-4E858D194955}"/>
          </ac:spMkLst>
        </pc:spChg>
        <pc:spChg chg="del">
          <ac:chgData name="liao huang" userId="ec82cc6f13daab8b" providerId="LiveId" clId="{2D4437B5-BA1C-41B8-B9C9-C6DB68A3E350}" dt="2025-10-09T11:22:18.877" v="1470" actId="478"/>
          <ac:spMkLst>
            <pc:docMk/>
            <pc:sldMk cId="881961850" sldId="341"/>
            <ac:spMk id="15" creationId="{FECBBE22-7092-43F9-B4CF-512C8B18F4CA}"/>
          </ac:spMkLst>
        </pc:spChg>
        <pc:spChg chg="del mod">
          <ac:chgData name="liao huang" userId="ec82cc6f13daab8b" providerId="LiveId" clId="{2D4437B5-BA1C-41B8-B9C9-C6DB68A3E350}" dt="2025-10-09T11:22:17.607" v="1468" actId="478"/>
          <ac:spMkLst>
            <pc:docMk/>
            <pc:sldMk cId="881961850" sldId="341"/>
            <ac:spMk id="17" creationId="{EE86106B-AC0D-4AF2-8196-32F0D9EE20BB}"/>
          </ac:spMkLst>
        </pc:spChg>
        <pc:spChg chg="mod">
          <ac:chgData name="liao huang" userId="ec82cc6f13daab8b" providerId="LiveId" clId="{2D4437B5-BA1C-41B8-B9C9-C6DB68A3E350}" dt="2025-10-09T11:21:50.106" v="1447" actId="20577"/>
          <ac:spMkLst>
            <pc:docMk/>
            <pc:sldMk cId="881961850" sldId="341"/>
            <ac:spMk id="21" creationId="{DF748739-1FCB-C161-D2C4-012219597422}"/>
          </ac:spMkLst>
        </pc:spChg>
        <pc:spChg chg="mod">
          <ac:chgData name="liao huang" userId="ec82cc6f13daab8b" providerId="LiveId" clId="{2D4437B5-BA1C-41B8-B9C9-C6DB68A3E350}" dt="2025-10-09T11:22:14.870" v="1465" actId="14100"/>
          <ac:spMkLst>
            <pc:docMk/>
            <pc:sldMk cId="881961850" sldId="341"/>
            <ac:spMk id="32" creationId="{E3CDB903-D684-55E2-6677-63B387756AFA}"/>
          </ac:spMkLst>
        </pc:spChg>
        <pc:picChg chg="del">
          <ac:chgData name="liao huang" userId="ec82cc6f13daab8b" providerId="LiveId" clId="{2D4437B5-BA1C-41B8-B9C9-C6DB68A3E350}" dt="2025-10-09T11:22:16.267" v="1466" actId="478"/>
          <ac:picMkLst>
            <pc:docMk/>
            <pc:sldMk cId="881961850" sldId="341"/>
            <ac:picMk id="5" creationId="{4924543F-A262-4A0A-8A6B-49E433C57E0A}"/>
          </ac:picMkLst>
        </pc:picChg>
        <pc:picChg chg="add mod">
          <ac:chgData name="liao huang" userId="ec82cc6f13daab8b" providerId="LiveId" clId="{2D4437B5-BA1C-41B8-B9C9-C6DB68A3E350}" dt="2025-10-09T11:27:25.798" v="1588" actId="1076"/>
          <ac:picMkLst>
            <pc:docMk/>
            <pc:sldMk cId="881961850" sldId="341"/>
            <ac:picMk id="11" creationId="{82BE6C79-2468-4E17-B8B1-101D072BA51E}"/>
          </ac:picMkLst>
        </pc:picChg>
        <pc:picChg chg="add del mod">
          <ac:chgData name="liao huang" userId="ec82cc6f13daab8b" providerId="LiveId" clId="{2D4437B5-BA1C-41B8-B9C9-C6DB68A3E350}" dt="2025-10-09T11:36:45.984" v="1714" actId="478"/>
          <ac:picMkLst>
            <pc:docMk/>
            <pc:sldMk cId="881961850" sldId="341"/>
            <ac:picMk id="16" creationId="{B9BE7E3B-F41B-4FFA-9568-E0B35672603C}"/>
          </ac:picMkLst>
        </pc:picChg>
        <pc:picChg chg="add mod">
          <ac:chgData name="liao huang" userId="ec82cc6f13daab8b" providerId="LiveId" clId="{2D4437B5-BA1C-41B8-B9C9-C6DB68A3E350}" dt="2025-10-09T11:36:52.200" v="1716" actId="1076"/>
          <ac:picMkLst>
            <pc:docMk/>
            <pc:sldMk cId="881961850" sldId="341"/>
            <ac:picMk id="19" creationId="{95633CF4-50F8-4CAB-8E8B-F35BE3F168DE}"/>
          </ac:picMkLst>
        </pc:picChg>
      </pc:sldChg>
      <pc:sldChg chg="addSp delSp modSp add mod ord modNotesTx">
        <pc:chgData name="liao huang" userId="ec82cc6f13daab8b" providerId="LiveId" clId="{2D4437B5-BA1C-41B8-B9C9-C6DB68A3E350}" dt="2025-10-09T11:52:19.483" v="1800"/>
        <pc:sldMkLst>
          <pc:docMk/>
          <pc:sldMk cId="1438217194" sldId="342"/>
        </pc:sldMkLst>
        <pc:spChg chg="mod">
          <ac:chgData name="liao huang" userId="ec82cc6f13daab8b" providerId="LiveId" clId="{2D4437B5-BA1C-41B8-B9C9-C6DB68A3E350}" dt="2025-10-09T11:39:52.850" v="1758" actId="1076"/>
          <ac:spMkLst>
            <pc:docMk/>
            <pc:sldMk cId="1438217194" sldId="342"/>
            <ac:spMk id="7" creationId="{AB1A0C70-2EC6-48A1-9DE6-1865D03C0A3F}"/>
          </ac:spMkLst>
        </pc:spChg>
        <pc:spChg chg="mod">
          <ac:chgData name="liao huang" userId="ec82cc6f13daab8b" providerId="LiveId" clId="{2D4437B5-BA1C-41B8-B9C9-C6DB68A3E350}" dt="2025-10-09T11:40:03.519" v="1764"/>
          <ac:spMkLst>
            <pc:docMk/>
            <pc:sldMk cId="1438217194" sldId="342"/>
            <ac:spMk id="32" creationId="{E3CDB903-D684-55E2-6677-63B387756AFA}"/>
          </ac:spMkLst>
        </pc:spChg>
        <pc:picChg chg="add mod">
          <ac:chgData name="liao huang" userId="ec82cc6f13daab8b" providerId="LiveId" clId="{2D4437B5-BA1C-41B8-B9C9-C6DB68A3E350}" dt="2025-10-09T11:36:54.906" v="1717" actId="1076"/>
          <ac:picMkLst>
            <pc:docMk/>
            <pc:sldMk cId="1438217194" sldId="342"/>
            <ac:picMk id="5" creationId="{A1B86C72-9A2A-4813-B59B-AFA61AC0F266}"/>
          </ac:picMkLst>
        </pc:picChg>
        <pc:picChg chg="add mod">
          <ac:chgData name="liao huang" userId="ec82cc6f13daab8b" providerId="LiveId" clId="{2D4437B5-BA1C-41B8-B9C9-C6DB68A3E350}" dt="2025-10-09T11:36:40.883" v="1712" actId="1076"/>
          <ac:picMkLst>
            <pc:docMk/>
            <pc:sldMk cId="1438217194" sldId="342"/>
            <ac:picMk id="10" creationId="{5AE14C32-8CE6-4289-8AF8-ECB7984D7B8F}"/>
          </ac:picMkLst>
        </pc:picChg>
        <pc:picChg chg="del">
          <ac:chgData name="liao huang" userId="ec82cc6f13daab8b" providerId="LiveId" clId="{2D4437B5-BA1C-41B8-B9C9-C6DB68A3E350}" dt="2025-10-09T11:30:31.848" v="1618" actId="478"/>
          <ac:picMkLst>
            <pc:docMk/>
            <pc:sldMk cId="1438217194" sldId="342"/>
            <ac:picMk id="11" creationId="{82BE6C79-2468-4E17-B8B1-101D072BA51E}"/>
          </ac:picMkLst>
        </pc:picChg>
        <pc:picChg chg="add mod">
          <ac:chgData name="liao huang" userId="ec82cc6f13daab8b" providerId="LiveId" clId="{2D4437B5-BA1C-41B8-B9C9-C6DB68A3E350}" dt="2025-10-09T11:35:13.610" v="1643" actId="1076"/>
          <ac:picMkLst>
            <pc:docMk/>
            <pc:sldMk cId="1438217194" sldId="342"/>
            <ac:picMk id="15" creationId="{68740396-4D93-42D0-AF2A-E1D242B53C62}"/>
          </ac:picMkLst>
        </pc:picChg>
        <pc:picChg chg="del">
          <ac:chgData name="liao huang" userId="ec82cc6f13daab8b" providerId="LiveId" clId="{2D4437B5-BA1C-41B8-B9C9-C6DB68A3E350}" dt="2025-10-09T11:30:32.698" v="1619" actId="478"/>
          <ac:picMkLst>
            <pc:docMk/>
            <pc:sldMk cId="1438217194" sldId="342"/>
            <ac:picMk id="16" creationId="{B9BE7E3B-F41B-4FFA-9568-E0B35672603C}"/>
          </ac:picMkLst>
        </pc:picChg>
        <pc:picChg chg="del">
          <ac:chgData name="liao huang" userId="ec82cc6f13daab8b" providerId="LiveId" clId="{2D4437B5-BA1C-41B8-B9C9-C6DB68A3E350}" dt="2025-10-09T11:30:31.469" v="1617" actId="478"/>
          <ac:picMkLst>
            <pc:docMk/>
            <pc:sldMk cId="1438217194" sldId="342"/>
            <ac:picMk id="19" creationId="{95633CF4-50F8-4CAB-8E8B-F35BE3F168DE}"/>
          </ac:picMkLst>
        </pc:picChg>
        <pc:picChg chg="add mod">
          <ac:chgData name="liao huang" userId="ec82cc6f13daab8b" providerId="LiveId" clId="{2D4437B5-BA1C-41B8-B9C9-C6DB68A3E350}" dt="2025-10-09T11:36:56.804" v="1719" actId="1076"/>
          <ac:picMkLst>
            <pc:docMk/>
            <pc:sldMk cId="1438217194" sldId="342"/>
            <ac:picMk id="22" creationId="{2C54D60F-86A4-4661-A64A-5853CB4155A6}"/>
          </ac:picMkLst>
        </pc:picChg>
      </pc:sldChg>
      <pc:sldChg chg="modSp add del mod">
        <pc:chgData name="liao huang" userId="ec82cc6f13daab8b" providerId="LiveId" clId="{2D4437B5-BA1C-41B8-B9C9-C6DB68A3E350}" dt="2025-10-09T11:30:12.686" v="1609"/>
        <pc:sldMkLst>
          <pc:docMk/>
          <pc:sldMk cId="2355874926" sldId="342"/>
        </pc:sldMkLst>
        <pc:spChg chg="mod">
          <ac:chgData name="liao huang" userId="ec82cc6f13daab8b" providerId="LiveId" clId="{2D4437B5-BA1C-41B8-B9C9-C6DB68A3E350}" dt="2025-10-09T11:30:12.332" v="1608"/>
          <ac:spMkLst>
            <pc:docMk/>
            <pc:sldMk cId="2355874926" sldId="342"/>
            <ac:spMk id="7" creationId="{AB1A0C70-2EC6-48A1-9DE6-1865D03C0A3F}"/>
          </ac:spMkLst>
        </pc:spChg>
      </pc:sldChg>
      <pc:sldChg chg="addSp delSp modSp add mod modNotesTx">
        <pc:chgData name="liao huang" userId="ec82cc6f13daab8b" providerId="LiveId" clId="{2D4437B5-BA1C-41B8-B9C9-C6DB68A3E350}" dt="2025-10-09T11:59:07.656" v="1889" actId="1076"/>
        <pc:sldMkLst>
          <pc:docMk/>
          <pc:sldMk cId="1198531169" sldId="343"/>
        </pc:sldMkLst>
        <pc:spChg chg="mod">
          <ac:chgData name="liao huang" userId="ec82cc6f13daab8b" providerId="LiveId" clId="{2D4437B5-BA1C-41B8-B9C9-C6DB68A3E350}" dt="2025-10-09T11:57:20.955" v="1879" actId="1076"/>
          <ac:spMkLst>
            <pc:docMk/>
            <pc:sldMk cId="1198531169" sldId="343"/>
            <ac:spMk id="7" creationId="{AB1A0C70-2EC6-48A1-9DE6-1865D03C0A3F}"/>
          </ac:spMkLst>
        </pc:spChg>
        <pc:spChg chg="mod">
          <ac:chgData name="liao huang" userId="ec82cc6f13daab8b" providerId="LiveId" clId="{2D4437B5-BA1C-41B8-B9C9-C6DB68A3E350}" dt="2025-10-09T11:51:27.373" v="1798" actId="20577"/>
          <ac:spMkLst>
            <pc:docMk/>
            <pc:sldMk cId="1198531169" sldId="343"/>
            <ac:spMk id="14" creationId="{668A47F3-D28B-4CEF-9C96-4E858D194955}"/>
          </ac:spMkLst>
        </pc:spChg>
        <pc:spChg chg="add del">
          <ac:chgData name="liao huang" userId="ec82cc6f13daab8b" providerId="LiveId" clId="{2D4437B5-BA1C-41B8-B9C9-C6DB68A3E350}" dt="2025-10-09T11:50:47.590" v="1777" actId="22"/>
          <ac:spMkLst>
            <pc:docMk/>
            <pc:sldMk cId="1198531169" sldId="343"/>
            <ac:spMk id="17" creationId="{AB11DD00-DA87-4158-B8AF-663CB21DA8CF}"/>
          </ac:spMkLst>
        </pc:spChg>
        <pc:spChg chg="mod">
          <ac:chgData name="liao huang" userId="ec82cc6f13daab8b" providerId="LiveId" clId="{2D4437B5-BA1C-41B8-B9C9-C6DB68A3E350}" dt="2025-10-09T11:51:08.081" v="1792"/>
          <ac:spMkLst>
            <pc:docMk/>
            <pc:sldMk cId="1198531169" sldId="343"/>
            <ac:spMk id="32" creationId="{E3CDB903-D684-55E2-6677-63B387756AFA}"/>
          </ac:spMkLst>
        </pc:spChg>
        <pc:picChg chg="del">
          <ac:chgData name="liao huang" userId="ec82cc6f13daab8b" providerId="LiveId" clId="{2D4437B5-BA1C-41B8-B9C9-C6DB68A3E350}" dt="2025-10-09T11:51:10.689" v="1794" actId="478"/>
          <ac:picMkLst>
            <pc:docMk/>
            <pc:sldMk cId="1198531169" sldId="343"/>
            <ac:picMk id="5" creationId="{A1B86C72-9A2A-4813-B59B-AFA61AC0F266}"/>
          </ac:picMkLst>
        </pc:picChg>
        <pc:picChg chg="del">
          <ac:chgData name="liao huang" userId="ec82cc6f13daab8b" providerId="LiveId" clId="{2D4437B5-BA1C-41B8-B9C9-C6DB68A3E350}" dt="2025-10-09T11:51:11.441" v="1796" actId="478"/>
          <ac:picMkLst>
            <pc:docMk/>
            <pc:sldMk cId="1198531169" sldId="343"/>
            <ac:picMk id="10" creationId="{5AE14C32-8CE6-4289-8AF8-ECB7984D7B8F}"/>
          </ac:picMkLst>
        </pc:picChg>
        <pc:picChg chg="add mod">
          <ac:chgData name="liao huang" userId="ec82cc6f13daab8b" providerId="LiveId" clId="{2D4437B5-BA1C-41B8-B9C9-C6DB68A3E350}" dt="2025-10-09T11:59:07.656" v="1889" actId="1076"/>
          <ac:picMkLst>
            <pc:docMk/>
            <pc:sldMk cId="1198531169" sldId="343"/>
            <ac:picMk id="11" creationId="{EBB2534C-8FA9-461C-AA36-DDE56833BE0E}"/>
          </ac:picMkLst>
        </pc:picChg>
        <pc:picChg chg="del">
          <ac:chgData name="liao huang" userId="ec82cc6f13daab8b" providerId="LiveId" clId="{2D4437B5-BA1C-41B8-B9C9-C6DB68A3E350}" dt="2025-10-09T11:51:11.036" v="1795" actId="478"/>
          <ac:picMkLst>
            <pc:docMk/>
            <pc:sldMk cId="1198531169" sldId="343"/>
            <ac:picMk id="15" creationId="{68740396-4D93-42D0-AF2A-E1D242B53C62}"/>
          </ac:picMkLst>
        </pc:picChg>
        <pc:picChg chg="add mod">
          <ac:chgData name="liao huang" userId="ec82cc6f13daab8b" providerId="LiveId" clId="{2D4437B5-BA1C-41B8-B9C9-C6DB68A3E350}" dt="2025-10-09T11:59:05.027" v="1887" actId="1076"/>
          <ac:picMkLst>
            <pc:docMk/>
            <pc:sldMk cId="1198531169" sldId="343"/>
            <ac:picMk id="16" creationId="{BDED4CB3-31B8-48BE-BD13-294A18A74409}"/>
          </ac:picMkLst>
        </pc:picChg>
        <pc:picChg chg="del">
          <ac:chgData name="liao huang" userId="ec82cc6f13daab8b" providerId="LiveId" clId="{2D4437B5-BA1C-41B8-B9C9-C6DB68A3E350}" dt="2025-10-09T11:51:10.246" v="1793" actId="478"/>
          <ac:picMkLst>
            <pc:docMk/>
            <pc:sldMk cId="1198531169" sldId="343"/>
            <ac:picMk id="22" creationId="{2C54D60F-86A4-4661-A64A-5853CB4155A6}"/>
          </ac:picMkLst>
        </pc:picChg>
      </pc:sldChg>
      <pc:sldChg chg="add del">
        <pc:chgData name="liao huang" userId="ec82cc6f13daab8b" providerId="LiveId" clId="{2D4437B5-BA1C-41B8-B9C9-C6DB68A3E350}" dt="2025-10-09T11:40:08.469" v="1765" actId="47"/>
        <pc:sldMkLst>
          <pc:docMk/>
          <pc:sldMk cId="1940534781" sldId="343"/>
        </pc:sldMkLst>
      </pc:sldChg>
      <pc:sldChg chg="addSp delSp modSp add mod modNotesTx">
        <pc:chgData name="liao huang" userId="ec82cc6f13daab8b" providerId="LiveId" clId="{2D4437B5-BA1C-41B8-B9C9-C6DB68A3E350}" dt="2025-10-09T12:17:46.602" v="1987" actId="20577"/>
        <pc:sldMkLst>
          <pc:docMk/>
          <pc:sldMk cId="524326135" sldId="344"/>
        </pc:sldMkLst>
        <pc:spChg chg="del">
          <ac:chgData name="liao huang" userId="ec82cc6f13daab8b" providerId="LiveId" clId="{2D4437B5-BA1C-41B8-B9C9-C6DB68A3E350}" dt="2025-10-09T12:04:43.717" v="1890" actId="478"/>
          <ac:spMkLst>
            <pc:docMk/>
            <pc:sldMk cId="524326135" sldId="344"/>
            <ac:spMk id="7" creationId="{AB1A0C70-2EC6-48A1-9DE6-1865D03C0A3F}"/>
          </ac:spMkLst>
        </pc:spChg>
        <pc:spChg chg="del">
          <ac:chgData name="liao huang" userId="ec82cc6f13daab8b" providerId="LiveId" clId="{2D4437B5-BA1C-41B8-B9C9-C6DB68A3E350}" dt="2025-10-09T12:04:55.175" v="1898" actId="478"/>
          <ac:spMkLst>
            <pc:docMk/>
            <pc:sldMk cId="524326135" sldId="344"/>
            <ac:spMk id="14" creationId="{668A47F3-D28B-4CEF-9C96-4E858D194955}"/>
          </ac:spMkLst>
        </pc:spChg>
        <pc:picChg chg="del">
          <ac:chgData name="liao huang" userId="ec82cc6f13daab8b" providerId="LiveId" clId="{2D4437B5-BA1C-41B8-B9C9-C6DB68A3E350}" dt="2025-10-09T12:04:44.818" v="1892" actId="478"/>
          <ac:picMkLst>
            <pc:docMk/>
            <pc:sldMk cId="524326135" sldId="344"/>
            <ac:picMk id="5" creationId="{A1B86C72-9A2A-4813-B59B-AFA61AC0F266}"/>
          </ac:picMkLst>
        </pc:picChg>
        <pc:picChg chg="add mod">
          <ac:chgData name="liao huang" userId="ec82cc6f13daab8b" providerId="LiveId" clId="{2D4437B5-BA1C-41B8-B9C9-C6DB68A3E350}" dt="2025-10-09T12:04:49.909" v="1897" actId="1076"/>
          <ac:picMkLst>
            <pc:docMk/>
            <pc:sldMk cId="524326135" sldId="344"/>
            <ac:picMk id="8" creationId="{1802E72F-7921-4F0C-BF98-AD3F61E317FA}"/>
          </ac:picMkLst>
        </pc:picChg>
        <pc:picChg chg="del">
          <ac:chgData name="liao huang" userId="ec82cc6f13daab8b" providerId="LiveId" clId="{2D4437B5-BA1C-41B8-B9C9-C6DB68A3E350}" dt="2025-10-09T12:04:44.065" v="1891" actId="478"/>
          <ac:picMkLst>
            <pc:docMk/>
            <pc:sldMk cId="524326135" sldId="344"/>
            <ac:picMk id="10" creationId="{5AE14C32-8CE6-4289-8AF8-ECB7984D7B8F}"/>
          </ac:picMkLst>
        </pc:picChg>
        <pc:picChg chg="del">
          <ac:chgData name="liao huang" userId="ec82cc6f13daab8b" providerId="LiveId" clId="{2D4437B5-BA1C-41B8-B9C9-C6DB68A3E350}" dt="2025-10-09T12:04:45.619" v="1894" actId="478"/>
          <ac:picMkLst>
            <pc:docMk/>
            <pc:sldMk cId="524326135" sldId="344"/>
            <ac:picMk id="15" creationId="{68740396-4D93-42D0-AF2A-E1D242B53C62}"/>
          </ac:picMkLst>
        </pc:picChg>
        <pc:picChg chg="del">
          <ac:chgData name="liao huang" userId="ec82cc6f13daab8b" providerId="LiveId" clId="{2D4437B5-BA1C-41B8-B9C9-C6DB68A3E350}" dt="2025-10-09T12:04:45.199" v="1893" actId="478"/>
          <ac:picMkLst>
            <pc:docMk/>
            <pc:sldMk cId="524326135" sldId="344"/>
            <ac:picMk id="22" creationId="{2C54D60F-86A4-4661-A64A-5853CB4155A6}"/>
          </ac:picMkLst>
        </pc:picChg>
      </pc:sldChg>
    </pc:docChg>
  </pc:docChgLst>
  <pc:docChgLst>
    <pc:chgData name="liao huang" userId="ec82cc6f13daab8b" providerId="LiveId" clId="{E24E8AD7-CEE0-4A90-923C-3E20E97F8D52}"/>
    <pc:docChg chg="undo custSel addSld delSld modSld sldOrd addSection modSection">
      <pc:chgData name="liao huang" userId="ec82cc6f13daab8b" providerId="LiveId" clId="{E24E8AD7-CEE0-4A90-923C-3E20E97F8D52}" dt="2025-09-03T09:19:37.138" v="2832" actId="20577"/>
      <pc:docMkLst>
        <pc:docMk/>
      </pc:docMkLst>
      <pc:sldChg chg="modSp add mod">
        <pc:chgData name="liao huang" userId="ec82cc6f13daab8b" providerId="LiveId" clId="{E24E8AD7-CEE0-4A90-923C-3E20E97F8D52}" dt="2025-08-20T06:58:31.479" v="50" actId="20577"/>
        <pc:sldMkLst>
          <pc:docMk/>
          <pc:sldMk cId="0" sldId="257"/>
        </pc:sldMkLst>
      </pc:sldChg>
      <pc:sldChg chg="modSp add mod">
        <pc:chgData name="liao huang" userId="ec82cc6f13daab8b" providerId="LiveId" clId="{E24E8AD7-CEE0-4A90-923C-3E20E97F8D52}" dt="2025-08-21T05:10:23.264" v="1882"/>
        <pc:sldMkLst>
          <pc:docMk/>
          <pc:sldMk cId="0" sldId="272"/>
        </pc:sldMkLst>
      </pc:sldChg>
      <pc:sldChg chg="delSp modSp add mod">
        <pc:chgData name="liao huang" userId="ec82cc6f13daab8b" providerId="LiveId" clId="{E24E8AD7-CEE0-4A90-923C-3E20E97F8D52}" dt="2025-08-20T07:09:07.756" v="95" actId="114"/>
        <pc:sldMkLst>
          <pc:docMk/>
          <pc:sldMk cId="1682685868" sldId="313"/>
        </pc:sldMkLst>
      </pc:sldChg>
      <pc:sldChg chg="modSp add mod modNotesTx">
        <pc:chgData name="liao huang" userId="ec82cc6f13daab8b" providerId="LiveId" clId="{E24E8AD7-CEE0-4A90-923C-3E20E97F8D52}" dt="2025-08-20T09:55:14.973" v="347"/>
        <pc:sldMkLst>
          <pc:docMk/>
          <pc:sldMk cId="3027936104" sldId="333"/>
        </pc:sldMkLst>
      </pc:sldChg>
      <pc:sldChg chg="addSp delSp modSp add mod modNotesTx">
        <pc:chgData name="liao huang" userId="ec82cc6f13daab8b" providerId="LiveId" clId="{E24E8AD7-CEE0-4A90-923C-3E20E97F8D52}" dt="2025-08-20T10:00:23.973" v="348" actId="20577"/>
        <pc:sldMkLst>
          <pc:docMk/>
          <pc:sldMk cId="621122138" sldId="334"/>
        </pc:sldMkLst>
      </pc:sldChg>
      <pc:sldChg chg="addSp modSp add mod modNotesTx">
        <pc:chgData name="liao huang" userId="ec82cc6f13daab8b" providerId="LiveId" clId="{E24E8AD7-CEE0-4A90-923C-3E20E97F8D52}" dt="2025-08-20T10:05:37.132" v="373" actId="1076"/>
        <pc:sldMkLst>
          <pc:docMk/>
          <pc:sldMk cId="2504641328" sldId="335"/>
        </pc:sldMkLst>
      </pc:sldChg>
      <pc:sldChg chg="addSp delSp modSp add mod modNotesTx">
        <pc:chgData name="liao huang" userId="ec82cc6f13daab8b" providerId="LiveId" clId="{E24E8AD7-CEE0-4A90-923C-3E20E97F8D52}" dt="2025-08-20T10:45:57.248" v="1027" actId="22"/>
        <pc:sldMkLst>
          <pc:docMk/>
          <pc:sldMk cId="1848639983" sldId="336"/>
        </pc:sldMkLst>
      </pc:sldChg>
      <pc:sldChg chg="addSp delSp modSp add mod modNotesTx">
        <pc:chgData name="liao huang" userId="ec82cc6f13daab8b" providerId="LiveId" clId="{E24E8AD7-CEE0-4A90-923C-3E20E97F8D52}" dt="2025-08-21T03:44:50.700" v="1305" actId="22"/>
        <pc:sldMkLst>
          <pc:docMk/>
          <pc:sldMk cId="969987762" sldId="337"/>
        </pc:sldMkLst>
      </pc:sldChg>
      <pc:sldChg chg="addSp delSp modSp add mod modNotesTx">
        <pc:chgData name="liao huang" userId="ec82cc6f13daab8b" providerId="LiveId" clId="{E24E8AD7-CEE0-4A90-923C-3E20E97F8D52}" dt="2025-08-21T04:01:48.662" v="1868" actId="20577"/>
        <pc:sldMkLst>
          <pc:docMk/>
          <pc:sldMk cId="896632247" sldId="338"/>
        </pc:sldMkLst>
      </pc:sldChg>
      <pc:sldChg chg="modSp add mod">
        <pc:chgData name="liao huang" userId="ec82cc6f13daab8b" providerId="LiveId" clId="{E24E8AD7-CEE0-4A90-923C-3E20E97F8D52}" dt="2025-08-21T05:13:17.780" v="1886"/>
        <pc:sldMkLst>
          <pc:docMk/>
          <pc:sldMk cId="2177563654" sldId="339"/>
        </pc:sldMkLst>
      </pc:sldChg>
      <pc:sldChg chg="addSp delSp modSp add mod ord modNotesTx">
        <pc:chgData name="liao huang" userId="ec82cc6f13daab8b" providerId="LiveId" clId="{E24E8AD7-CEE0-4A90-923C-3E20E97F8D52}" dt="2025-08-21T07:11:07.551" v="1956" actId="22"/>
        <pc:sldMkLst>
          <pc:docMk/>
          <pc:sldMk cId="3400952436" sldId="340"/>
        </pc:sldMkLst>
      </pc:sldChg>
      <pc:sldChg chg="add modNotesTx">
        <pc:chgData name="liao huang" userId="ec82cc6f13daab8b" providerId="LiveId" clId="{E24E8AD7-CEE0-4A90-923C-3E20E97F8D52}" dt="2025-08-21T05:15:56.498" v="1917"/>
        <pc:sldMkLst>
          <pc:docMk/>
          <pc:sldMk cId="428877371" sldId="341"/>
        </pc:sldMkLst>
      </pc:sldChg>
      <pc:sldChg chg="addSp delSp modSp add mod modNotesTx">
        <pc:chgData name="liao huang" userId="ec82cc6f13daab8b" providerId="LiveId" clId="{E24E8AD7-CEE0-4A90-923C-3E20E97F8D52}" dt="2025-08-21T07:41:19.475" v="1973" actId="20577"/>
        <pc:sldMkLst>
          <pc:docMk/>
          <pc:sldMk cId="1389603188" sldId="342"/>
        </pc:sldMkLst>
      </pc:sldChg>
      <pc:sldChg chg="addSp delSp modSp add mod">
        <pc:chgData name="liao huang" userId="ec82cc6f13daab8b" providerId="LiveId" clId="{E24E8AD7-CEE0-4A90-923C-3E20E97F8D52}" dt="2025-08-27T08:45:14.998" v="1980" actId="1076"/>
        <pc:sldMkLst>
          <pc:docMk/>
          <pc:sldMk cId="3082033537" sldId="343"/>
        </pc:sldMkLst>
      </pc:sldChg>
      <pc:sldChg chg="new del">
        <pc:chgData name="liao huang" userId="ec82cc6f13daab8b" providerId="LiveId" clId="{E24E8AD7-CEE0-4A90-923C-3E20E97F8D52}" dt="2025-08-27T10:08:55.259" v="1983" actId="680"/>
        <pc:sldMkLst>
          <pc:docMk/>
          <pc:sldMk cId="284051779" sldId="344"/>
        </pc:sldMkLst>
      </pc:sldChg>
      <pc:sldChg chg="modSp add mod">
        <pc:chgData name="liao huang" userId="ec82cc6f13daab8b" providerId="LiveId" clId="{E24E8AD7-CEE0-4A90-923C-3E20E97F8D52}" dt="2025-09-01T05:40:00.929" v="2024" actId="20577"/>
        <pc:sldMkLst>
          <pc:docMk/>
          <pc:sldMk cId="3878932586" sldId="344"/>
        </pc:sldMkLst>
      </pc:sldChg>
      <pc:sldChg chg="modSp add mod">
        <pc:chgData name="liao huang" userId="ec82cc6f13daab8b" providerId="LiveId" clId="{E24E8AD7-CEE0-4A90-923C-3E20E97F8D52}" dt="2025-08-27T10:21:05.877" v="2015" actId="20577"/>
        <pc:sldMkLst>
          <pc:docMk/>
          <pc:sldMk cId="2379408487" sldId="345"/>
        </pc:sldMkLst>
      </pc:sldChg>
      <pc:sldChg chg="addSp delSp modSp add mod">
        <pc:chgData name="liao huang" userId="ec82cc6f13daab8b" providerId="LiveId" clId="{E24E8AD7-CEE0-4A90-923C-3E20E97F8D52}" dt="2025-09-03T08:11:40.628" v="2038" actId="478"/>
        <pc:sldMkLst>
          <pc:docMk/>
          <pc:sldMk cId="2386988284" sldId="346"/>
        </pc:sldMkLst>
      </pc:sldChg>
      <pc:sldChg chg="new del">
        <pc:chgData name="liao huang" userId="ec82cc6f13daab8b" providerId="LiveId" clId="{E24E8AD7-CEE0-4A90-923C-3E20E97F8D52}" dt="2025-09-03T08:10:59.792" v="2026" actId="680"/>
        <pc:sldMkLst>
          <pc:docMk/>
          <pc:sldMk cId="4173274157" sldId="346"/>
        </pc:sldMkLst>
      </pc:sldChg>
      <pc:sldChg chg="addSp delSp modSp add mod">
        <pc:chgData name="liao huang" userId="ec82cc6f13daab8b" providerId="LiveId" clId="{E24E8AD7-CEE0-4A90-923C-3E20E97F8D52}" dt="2025-09-03T08:58:20.426" v="2579" actId="1076"/>
        <pc:sldMkLst>
          <pc:docMk/>
          <pc:sldMk cId="2160905716" sldId="347"/>
        </pc:sldMkLst>
      </pc:sldChg>
      <pc:sldChg chg="addSp delSp modSp add mod">
        <pc:chgData name="liao huang" userId="ec82cc6f13daab8b" providerId="LiveId" clId="{E24E8AD7-CEE0-4A90-923C-3E20E97F8D52}" dt="2025-09-03T09:16:33.196" v="2741" actId="21"/>
        <pc:sldMkLst>
          <pc:docMk/>
          <pc:sldMk cId="3574788686" sldId="348"/>
        </pc:sldMkLst>
      </pc:sldChg>
      <pc:sldChg chg="modSp add mod">
        <pc:chgData name="liao huang" userId="ec82cc6f13daab8b" providerId="LiveId" clId="{E24E8AD7-CEE0-4A90-923C-3E20E97F8D52}" dt="2025-09-03T09:19:37.138" v="2832" actId="20577"/>
        <pc:sldMkLst>
          <pc:docMk/>
          <pc:sldMk cId="2799807660" sldId="3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effectLst/>
                <a:latin typeface="Inter"/>
              </a:rPr>
              <a:t>Embedding </a:t>
            </a:r>
            <a:r>
              <a:rPr lang="zh-CN" altLang="en-US" b="0" i="0" dirty="0">
                <a:effectLst/>
                <a:latin typeface="Inter"/>
              </a:rPr>
              <a:t>层的权重是一个 </a:t>
            </a:r>
            <a:r>
              <a:rPr lang="en-US" altLang="zh-CN" b="0" i="0" dirty="0">
                <a:effectLst/>
                <a:latin typeface="Inter"/>
              </a:rPr>
              <a:t>lookup </a:t>
            </a:r>
            <a:r>
              <a:rPr lang="zh-CN" altLang="en-US" b="0" i="0" dirty="0">
                <a:effectLst/>
                <a:latin typeface="Inter"/>
              </a:rPr>
              <a:t>表（查询表），用于将整数映射为向量，形状为</a:t>
            </a:r>
            <a:r>
              <a:rPr lang="en-US" altLang="zh-CN" b="0" i="0" dirty="0">
                <a:effectLst/>
                <a:latin typeface="Menlo"/>
              </a:rPr>
              <a:t>(</a:t>
            </a:r>
            <a:r>
              <a:rPr lang="en-US" altLang="zh-CN" b="0" i="0" dirty="0" err="1">
                <a:effectLst/>
                <a:latin typeface="Menlo"/>
              </a:rPr>
              <a:t>vocab_size</a:t>
            </a:r>
            <a:r>
              <a:rPr lang="en-US" altLang="zh-CN" b="0" i="0" dirty="0">
                <a:effectLst/>
                <a:latin typeface="Menlo"/>
              </a:rPr>
              <a:t>, </a:t>
            </a:r>
            <a:r>
              <a:rPr lang="en-US" altLang="zh-CN" b="0" i="0" dirty="0" err="1">
                <a:effectLst/>
                <a:latin typeface="Menlo"/>
              </a:rPr>
              <a:t>embedding_dim</a:t>
            </a:r>
            <a:r>
              <a:rPr lang="en-US" altLang="zh-CN" b="0" i="0" dirty="0">
                <a:effectLst/>
                <a:latin typeface="Menlo"/>
              </a:rPr>
              <a:t>)</a:t>
            </a:r>
          </a:p>
          <a:p>
            <a:r>
              <a:rPr lang="zh-CN" altLang="en-US" b="0" i="0" dirty="0">
                <a:effectLst/>
                <a:latin typeface="Menlo"/>
              </a:rPr>
              <a:t>均方根归一化，归一化有</a:t>
            </a:r>
            <a:r>
              <a:rPr lang="en-US" altLang="zh-CN" b="0" i="0" dirty="0">
                <a:effectLst/>
                <a:latin typeface="Menlo"/>
              </a:rPr>
              <a:t>Layer</a:t>
            </a:r>
            <a:r>
              <a:rPr lang="zh-CN" altLang="en-US" b="0" i="0" dirty="0">
                <a:effectLst/>
                <a:latin typeface="Menlo"/>
              </a:rPr>
              <a:t> </a:t>
            </a:r>
            <a:r>
              <a:rPr lang="en-US" altLang="zh-CN" b="0" i="0" dirty="0">
                <a:effectLst/>
                <a:latin typeface="Menlo"/>
              </a:rPr>
              <a:t>N</a:t>
            </a:r>
            <a:r>
              <a:rPr lang="zh-CN" altLang="en-US" b="0" i="0" dirty="0">
                <a:effectLst/>
                <a:latin typeface="Menlo"/>
              </a:rPr>
              <a:t> ，沿着</a:t>
            </a:r>
            <a:r>
              <a:rPr lang="en-US" altLang="zh-CN" b="0" i="0" dirty="0" err="1">
                <a:effectLst/>
                <a:latin typeface="Menlo"/>
              </a:rPr>
              <a:t>seq_len</a:t>
            </a:r>
            <a:r>
              <a:rPr lang="zh-CN" altLang="en-US" b="0" i="0" dirty="0">
                <a:effectLst/>
                <a:latin typeface="Menlo"/>
              </a:rPr>
              <a:t>分批归一化，也有</a:t>
            </a:r>
            <a:r>
              <a:rPr lang="en-US" altLang="zh-CN" b="0" i="0" dirty="0">
                <a:effectLst/>
                <a:latin typeface="Menlo"/>
              </a:rPr>
              <a:t>batch</a:t>
            </a:r>
            <a:r>
              <a:rPr lang="zh-CN" altLang="en-US" b="0" i="0" dirty="0">
                <a:effectLst/>
                <a:latin typeface="Menlo"/>
              </a:rPr>
              <a:t> </a:t>
            </a:r>
            <a:r>
              <a:rPr lang="en-US" altLang="zh-CN" b="0" i="0" dirty="0">
                <a:effectLst/>
                <a:latin typeface="Menlo"/>
              </a:rPr>
              <a:t>N</a:t>
            </a:r>
            <a:r>
              <a:rPr lang="zh-CN" altLang="en-US" b="0" i="0" dirty="0">
                <a:effectLst/>
                <a:latin typeface="Menlo"/>
              </a:rPr>
              <a:t>，沿着</a:t>
            </a:r>
            <a:r>
              <a:rPr lang="en-US" altLang="zh-CN" b="0" i="0" dirty="0" err="1">
                <a:effectLst/>
                <a:latin typeface="Menlo"/>
              </a:rPr>
              <a:t>input_d</a:t>
            </a:r>
            <a:r>
              <a:rPr lang="zh-CN" altLang="en-US" b="0" i="0" dirty="0">
                <a:effectLst/>
                <a:latin typeface="Menlo"/>
              </a:rPr>
              <a:t>进行归一化，一般来说选择</a:t>
            </a:r>
            <a:r>
              <a:rPr lang="en-US" altLang="zh-CN" b="0" i="0" dirty="0">
                <a:effectLst/>
                <a:latin typeface="Menlo"/>
              </a:rPr>
              <a:t>LN</a:t>
            </a:r>
            <a:r>
              <a:rPr lang="zh-CN" altLang="en-US" b="0" i="0" dirty="0">
                <a:effectLst/>
                <a:latin typeface="Menlo"/>
              </a:rPr>
              <a:t>，这样可以不用考虑长度</a:t>
            </a:r>
            <a:endParaRPr lang="en-US" altLang="zh-CN" b="0" i="0" dirty="0">
              <a:effectLst/>
              <a:latin typeface="Menl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只计算特征值的均方根，不考虑均值。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Inter"/>
              </a:rPr>
              <a:t>LayerNorm</a:t>
            </a:r>
            <a:r>
              <a:rPr lang="zh-CN" altLang="en-US" b="0" i="0" dirty="0">
                <a:effectLst/>
                <a:latin typeface="Inter"/>
              </a:rPr>
              <a:t> 的计算需要先减均值、再除以标准差（包含均值和方差两个统计量），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Inter"/>
              </a:rPr>
              <a:t>RMSNorm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 省去了均值 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KaTeX_Math"/>
              </a:rPr>
              <a:t>μ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 的计算，直接用均方根（本质是 “二阶矩的平方根”）进行归一化，计算量更少（少了一次求和操作）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多头一般是，沿着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input_dim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进行切分，最后算好之后，再拼回来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800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9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多专家，总参数量高，但是计算量低，每次前向传播只激活部分专家</a:t>
            </a:r>
            <a:endParaRPr lang="en-US" altLang="zh-CN" dirty="0"/>
          </a:p>
          <a:p>
            <a:r>
              <a:rPr lang="zh-CN" altLang="en-US" dirty="0"/>
              <a:t>泛化能力强，有助于减少过拟合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00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一些工作</a:t>
            </a:r>
            <a:endParaRPr lang="en-US" altLang="zh-CN" dirty="0"/>
          </a:p>
          <a:p>
            <a:r>
              <a:rPr lang="zh-CN" altLang="en-US" dirty="0"/>
              <a:t>专家并行和数据并行流程组，对应于专家参数的 </a:t>
            </a:r>
            <a:r>
              <a:rPr lang="en-US" altLang="zh-CN" dirty="0"/>
              <a:t>all-to-all </a:t>
            </a:r>
            <a:r>
              <a:rPr lang="zh-CN" altLang="en-US" dirty="0"/>
              <a:t>和非专家参数的 </a:t>
            </a:r>
            <a:r>
              <a:rPr lang="en-US" altLang="zh-CN" dirty="0" err="1"/>
              <a:t>allreduce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475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648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800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关键思想是优先考虑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all-to-all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，这样它就不会与并发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allreduce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公平共享带宽 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这是使用张量分区实现的。我们将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all-to-all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和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allreduce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张量划分为小块，然后每个小块形成一个微作。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Lina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仅在没有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all-to-all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等待或正在进行时才会安排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allreduce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微作，以便保证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all-to-all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在其生命周期内获得完整的网络带宽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在没有事先信息的情况下，张量分区和微作可以确保在大多数情况下可以立即启动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all-to-all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，并且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allreduce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不会过度延迟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我们建议根据专家受欢迎程度动态调整专家的设备分配，这样就不会被尾随代币延迟，并且其跨链路的带宽利用率是平衡的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我们利用相邻层的专家选择模式来估计专家受欢迎程度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Lina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在每一层进行调度，按比例为热门专家分配更多的设备，将不受欢迎的设备打包到更少的设备，并相应地进行全对全协调。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74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这种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k = 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路由策略后来被称为交换机层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91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数据并行：所有核心都分配给数据并行维度，也就是每个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core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里面需要有模型的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weight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优点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在完成整个前向和后向传递之前不需要通信，然后需要在所有内核之间聚合梯度。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模型并行：所有内核都专门分配给模型并行维度，也就是每个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core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里面需要有全部的输入数据，那么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forward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backward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的时候会有通信成本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有点：在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此处还需要了解连续批处理是什么。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787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06BF-E161-8DF4-9307-73C62F9E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5D6932-4621-F001-B0DF-DE9716597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3F1CCC-81AC-4292-6519-61384D73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数据并行：所有核心都分配给数据并行维度，也就是每个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core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里面需要有模型的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weight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优点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在完成整个前向和后向传递之前不需要通信，然后需要在所有内核之间聚合梯度。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模型并行：所有内核都专门分配给模型并行维度，也就是每个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core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里面需要有全部的输入数据，那么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forward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backward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的时候会有通信成本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有点：在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00FC07-1810-B226-1468-5E0563F17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6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en-US" altLang="zh-CN" sz="4800" b="1" spc="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4800" b="1" spc="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黄嫽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00839421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222774" y="1535473"/>
            <a:ext cx="5767924" cy="549869"/>
            <a:chOff x="5439957" y="3724593"/>
            <a:chExt cx="5767924" cy="549869"/>
          </a:xfrm>
        </p:grpSpPr>
        <p:sp>
          <p:nvSpPr>
            <p:cNvPr id="8" name="文本框 7"/>
            <p:cNvSpPr txBox="1"/>
            <p:nvPr/>
          </p:nvSpPr>
          <p:spPr>
            <a:xfrm>
              <a:off x="6234827" y="3751242"/>
              <a:ext cx="4973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LLaMa</a:t>
              </a:r>
              <a:r>
                <a:rPr kumimoji="1" lang="zh-CN" altLang="en-US" sz="28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架构 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 </a:t>
              </a:r>
              <a:r>
                <a:rPr kumimoji="1" lang="en-US" altLang="zh-CN" sz="28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MoE</a:t>
              </a:r>
              <a:endParaRPr kumimoji="1" lang="zh-CN" altLang="en-US" sz="28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F142AE-D5C7-E772-E6A0-876037A4F2A7}"/>
              </a:ext>
            </a:extLst>
          </p:cNvPr>
          <p:cNvGrpSpPr/>
          <p:nvPr/>
        </p:nvGrpSpPr>
        <p:grpSpPr>
          <a:xfrm>
            <a:off x="5222774" y="3403845"/>
            <a:ext cx="6969226" cy="523220"/>
            <a:chOff x="5222774" y="3596205"/>
            <a:chExt cx="6969226" cy="52322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4998951-640F-6C08-A8BC-65E1246B73D6}"/>
                </a:ext>
              </a:extLst>
            </p:cNvPr>
            <p:cNvSpPr txBox="1"/>
            <p:nvPr/>
          </p:nvSpPr>
          <p:spPr>
            <a:xfrm>
              <a:off x="6017644" y="3596205"/>
              <a:ext cx="61743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MoE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mapping on </a:t>
              </a:r>
              <a:r>
                <a:rPr kumimoji="1" lang="en-US" altLang="zh-CN" sz="28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chiplet</a:t>
              </a:r>
              <a:endParaRPr kumimoji="1" lang="zh-CN" altLang="en-US" sz="16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DC1BF68-F3AE-9F3D-07F9-8F2D2732544A}"/>
                </a:ext>
              </a:extLst>
            </p:cNvPr>
            <p:cNvSpPr txBox="1"/>
            <p:nvPr/>
          </p:nvSpPr>
          <p:spPr>
            <a:xfrm>
              <a:off x="5222774" y="3596205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72" y="3835"/>
              <a:ext cx="9612" cy="72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dirty="0" err="1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LLaMa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&amp; 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门控前馈神经网络</a:t>
              </a:r>
              <a:endParaRPr kumimoji="1" lang="en-US" altLang="zh-CN" b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3" y="1143054"/>
            <a:ext cx="2179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651131" y="1689376"/>
            <a:ext cx="4837217" cy="4499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类似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LLaMa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GPT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都属于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Decoder-only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架构，其中重要组成部分：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Embedding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RMSNorm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均方根归一化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RoPE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旋转位置编码（和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transformer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的正余弦位置编码不同）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,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位置编码并不改变形状，只是将位置信息给并行的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multi-head attention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缓存，其中的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Group multi-Q attention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是同组共享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的机制，可见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survey [1]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门控前馈神经网络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FFN</a:t>
            </a: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这个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混合专家模型是用于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FFN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层的一种技术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24543F-A262-4A0A-8A6B-49E433C57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294" y="1182052"/>
            <a:ext cx="4113720" cy="476486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68A47F3-D28B-4CEF-9C96-4E858D194955}"/>
              </a:ext>
            </a:extLst>
          </p:cNvPr>
          <p:cNvSpPr txBox="1"/>
          <p:nvPr/>
        </p:nvSpPr>
        <p:spPr>
          <a:xfrm>
            <a:off x="1608758" y="6395994"/>
            <a:ext cx="1025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[1]</a:t>
            </a:r>
            <a:r>
              <a:rPr lang="zh-CN" altLang="en-US" dirty="0"/>
              <a:t>A Survey on Large Language Model  Acceleration based on KV Cache Management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CEFA6A-7149-4D4C-8380-90E417EF5F68}"/>
              </a:ext>
            </a:extLst>
          </p:cNvPr>
          <p:cNvSpPr txBox="1"/>
          <p:nvPr/>
        </p:nvSpPr>
        <p:spPr>
          <a:xfrm>
            <a:off x="9304671" y="4863830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[batch, </a:t>
            </a:r>
            <a:r>
              <a:rPr lang="en-US" altLang="zh-CN" dirty="0" err="1"/>
              <a:t>seq_len</a:t>
            </a:r>
            <a:r>
              <a:rPr lang="en-US" altLang="zh-CN" dirty="0"/>
              <a:t>, </a:t>
            </a:r>
            <a:r>
              <a:rPr lang="en-US" altLang="zh-CN" dirty="0" err="1"/>
              <a:t>input_dim</a:t>
            </a:r>
            <a:r>
              <a:rPr lang="en-US" altLang="zh-CN" dirty="0"/>
              <a:t> ]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CBBE22-7092-43F9-B4CF-512C8B18F4CA}"/>
              </a:ext>
            </a:extLst>
          </p:cNvPr>
          <p:cNvSpPr txBox="1"/>
          <p:nvPr/>
        </p:nvSpPr>
        <p:spPr>
          <a:xfrm>
            <a:off x="9304670" y="5445246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[batch, </a:t>
            </a:r>
            <a:r>
              <a:rPr lang="en-US" altLang="zh-CN" dirty="0" err="1"/>
              <a:t>seq_len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86106B-AC0D-4AF2-8196-32F0D9EE20BB}"/>
              </a:ext>
            </a:extLst>
          </p:cNvPr>
          <p:cNvSpPr txBox="1"/>
          <p:nvPr/>
        </p:nvSpPr>
        <p:spPr>
          <a:xfrm>
            <a:off x="6540771" y="505659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注意此处：</a:t>
            </a:r>
            <a:r>
              <a:rPr lang="en-US" altLang="zh-CN" sz="1200" dirty="0">
                <a:solidFill>
                  <a:srgbClr val="FF0000"/>
                </a:solidFill>
              </a:rPr>
              <a:t>embedding</a:t>
            </a:r>
            <a:r>
              <a:rPr lang="zh-CN" altLang="en-US" sz="1200" dirty="0">
                <a:solidFill>
                  <a:srgbClr val="FF0000"/>
                </a:solidFill>
              </a:rPr>
              <a:t>的权重</a:t>
            </a:r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共享给输出的</a:t>
            </a:r>
            <a:r>
              <a:rPr lang="en-US" altLang="zh-CN" sz="1200" dirty="0">
                <a:solidFill>
                  <a:srgbClr val="FF0000"/>
                </a:solidFill>
              </a:rPr>
              <a:t>Linear</a:t>
            </a:r>
            <a:r>
              <a:rPr lang="zh-CN" altLang="en-US" sz="1200" dirty="0">
                <a:solidFill>
                  <a:srgbClr val="FF0000"/>
                </a:solidFill>
              </a:rPr>
              <a:t>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EB560-A57B-4335-BD88-91574DFD9BF5}"/>
              </a:ext>
            </a:extLst>
          </p:cNvPr>
          <p:cNvSpPr/>
          <p:nvPr/>
        </p:nvSpPr>
        <p:spPr>
          <a:xfrm>
            <a:off x="8477655" y="2566113"/>
            <a:ext cx="1794753" cy="532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67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2" y="1143054"/>
            <a:ext cx="380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1.2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678674" y="2028404"/>
            <a:ext cx="4375154" cy="361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传统的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FFN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传统的就是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乘一个线性层，再乘一个非线性层，进行形状变换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门控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FFN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使用两个线性层（“主分支” 和 “门控分支”），令一个线性层的输出作为门，来控制另一个线性层的输出，网络自主学习哪些输入信息需要保留、哪些需要抑制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027584D-7886-4C66-84E7-5F4357BB0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94" y="1721623"/>
            <a:ext cx="5320870" cy="25049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EC7A8C-9FC8-42FE-A21A-37CAB7211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071" y="4594095"/>
            <a:ext cx="5154950" cy="194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2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2" y="1143054"/>
            <a:ext cx="380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1.3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581645" y="1862662"/>
            <a:ext cx="4375154" cy="420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门控机制：用一个线性层的输出乘以另一个线性层，一个层携带信息一个层作为门，来压缩数据通路。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如果不止一个门，那么意味着有动态的筛选策略，可以同时筛选不同但是都重要的信息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常用策略就是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top-k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专家，即选用最大的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个层进行数据相加，然后作为输出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注意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: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专家选择不是整体的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batch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，而是每个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token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（或时间步）进行选择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E680DD7-A3C0-4EAF-B6C2-A65A7042C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898" y="101491"/>
            <a:ext cx="5836373" cy="3324027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6EAEED8-214B-46D1-BBFE-161AA43BDA9F}"/>
              </a:ext>
            </a:extLst>
          </p:cNvPr>
          <p:cNvSpPr/>
          <p:nvPr/>
        </p:nvSpPr>
        <p:spPr>
          <a:xfrm>
            <a:off x="6990507" y="1231357"/>
            <a:ext cx="724712" cy="2157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5DE909-53BF-4195-995E-A87868E29CE7}"/>
              </a:ext>
            </a:extLst>
          </p:cNvPr>
          <p:cNvSpPr txBox="1"/>
          <p:nvPr/>
        </p:nvSpPr>
        <p:spPr>
          <a:xfrm>
            <a:off x="6313777" y="2749415"/>
            <a:ext cx="2911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这些不同的携带信息的线性层就是</a:t>
            </a:r>
            <a:r>
              <a:rPr lang="en-US" altLang="zh-CN" sz="1200" dirty="0">
                <a:solidFill>
                  <a:srgbClr val="FF0000"/>
                </a:solidFill>
              </a:rPr>
              <a:t>”</a:t>
            </a:r>
            <a:r>
              <a:rPr lang="zh-CN" altLang="en-US" sz="1200" dirty="0">
                <a:solidFill>
                  <a:srgbClr val="FF0000"/>
                </a:solidFill>
              </a:rPr>
              <a:t>专家</a:t>
            </a:r>
            <a:r>
              <a:rPr lang="en-US" altLang="zh-CN" sz="1200" dirty="0">
                <a:solidFill>
                  <a:srgbClr val="FF0000"/>
                </a:solidFill>
              </a:rPr>
              <a:t>”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9552FE-34C7-8160-3CB8-948FBF1DB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055" y="3490471"/>
            <a:ext cx="3216206" cy="326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2" y="1143054"/>
            <a:ext cx="380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1.3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的训练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9091150" y="917707"/>
            <a:ext cx="4375154" cy="362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核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26B568-7AC4-488C-B81C-A68236F19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723" y="1645771"/>
            <a:ext cx="5426613" cy="9709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D95D61-403E-4CEB-8DB4-3E29047BF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411" y="2719315"/>
            <a:ext cx="4483069" cy="41043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A36D2EF-38BF-4A5C-B337-A1F5905F9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786" y="3896202"/>
            <a:ext cx="4384053" cy="1522104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D0DB204-CA3B-4AC1-82D6-605A839D1C12}"/>
              </a:ext>
            </a:extLst>
          </p:cNvPr>
          <p:cNvSpPr/>
          <p:nvPr/>
        </p:nvSpPr>
        <p:spPr>
          <a:xfrm>
            <a:off x="1964002" y="6262457"/>
            <a:ext cx="4483069" cy="513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93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LLaMa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2" y="1143054"/>
            <a:ext cx="380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1.3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并行概念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581645" y="1745744"/>
            <a:ext cx="8416970" cy="549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专家并行（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Expert Parallelism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）和数据并行（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Data Parallelism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）是深度学习分布式训练中的两种并行策略，在 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（混合专家模型）的多核情况下，它们有以下区别：</a:t>
            </a: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1.</a:t>
            </a: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基本概念</a:t>
            </a:r>
            <a:endParaRPr lang="en-US" altLang="zh-CN" sz="1400" b="1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数据并行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：将训练数据划分为多个子集，每个子集由不同的计算单元（如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）独立处理。在完成各自的计算后，通过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allreduce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等操作将不同计算单元上的梯度聚合起来，更新共享的模型参数 。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专家并行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：在 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模型中，因为存在多个专家网络，将不同的专家分配到不同的计算单元上。每个计算单元负责部分专家的计算，根据门控网络的路由结果，把输入数据发送到对应的专家所在计算单元进行处理 ，然后再将结果聚合。</a:t>
            </a:r>
            <a:endParaRPr lang="en-US" altLang="zh-CN" sz="14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4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2. </a:t>
            </a: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计算单元任务分配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数据并行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：在 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模型中，对于非 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层（如注意力层）常采用数据并行。以有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4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的集群为例，假设输入一批包含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100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个样本的数据，每个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会拿到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25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个样本进行计算，计算的模型结构和参数都是相同的。</a:t>
            </a: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400" b="1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专家并行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：在 </a:t>
            </a:r>
            <a:r>
              <a:rPr lang="en-US" altLang="zh-CN" sz="14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层，假设模型有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16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个专家，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4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，那么每个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可能负责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4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个专家的计算。当输入数据到来时，根据门控网络计算出每个样本应该由哪些专家处理，然后将样本数据发送到对应的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上进行计算。比如样本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被路由到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1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3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上的专家进行处理，样本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被路由到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2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 </a:t>
            </a:r>
            <a:r>
              <a:rPr lang="en-US" altLang="zh-CN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 4 </a:t>
            </a:r>
            <a:r>
              <a:rPr lang="zh-CN" altLang="en-US" sz="14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上的专家进行处理。</a:t>
            </a: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200" b="1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578E3D-5A56-4A52-BF52-6C1A6ED7B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34" y="237257"/>
            <a:ext cx="4832032" cy="11886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38370C-A406-4775-8274-AEC0003F1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229" y="170733"/>
            <a:ext cx="9512484" cy="63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72" y="3835"/>
              <a:ext cx="9612" cy="116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dirty="0" err="1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MoE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mapping on </a:t>
              </a:r>
              <a:r>
                <a:rPr kumimoji="1" lang="en-US" altLang="zh-CN" sz="2400" b="1" dirty="0" err="1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chiplet</a:t>
              </a:r>
              <a:endParaRPr kumimoji="1" lang="en-US" altLang="zh-CN" sz="2400" b="1" dirty="0">
                <a:solidFill>
                  <a:schemeClr val="bg1"/>
                </a:solidFill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kumimoji="1" lang="en-US" altLang="zh-CN" b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two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5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mapping on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24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47069" y="1143055"/>
            <a:ext cx="4030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现状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MoE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on GPU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148093" y="1706759"/>
            <a:ext cx="4837217" cy="53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为每个专家分配唯一的计算设备（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然后需要进行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 to all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通信，将令牌发送给门控网络选择的专家，需要进行另一次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 to all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通信，以数据并行性将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token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发送回它们所属的设备，以完成其余的前向传递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总体而言，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all-to-all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平均占用 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34.1%——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占用时间很大一部分。并且数据传输大小随着专家数量的增加而线性增长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训练时，数据并行中的非 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MoE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层需要 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allreduce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来聚合梯度，而专家并行性则需要 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all-to-all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交换 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token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来计算专家梯度。</a:t>
            </a:r>
            <a:endParaRPr lang="zh-CN" altLang="en-US" sz="1600" dirty="0"/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8A47F3-D28B-4CEF-9C96-4E858D194955}"/>
              </a:ext>
            </a:extLst>
          </p:cNvPr>
          <p:cNvSpPr txBox="1"/>
          <p:nvPr/>
        </p:nvSpPr>
        <p:spPr>
          <a:xfrm>
            <a:off x="1608758" y="6395994"/>
            <a:ext cx="1025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[3] Accelerating Distributed </a:t>
            </a:r>
            <a:r>
              <a:rPr lang="en-US" altLang="zh-CN" dirty="0" err="1"/>
              <a:t>MoE</a:t>
            </a:r>
            <a:r>
              <a:rPr lang="en-US" altLang="zh-CN" dirty="0"/>
              <a:t> Training and Inference with Lina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BE6C79-2468-4E17-B8B1-101D072BA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467" y="2538133"/>
            <a:ext cx="6019333" cy="261310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5633CF4-50F8-4CAB-8E8B-F35BE3F16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050" y="130342"/>
            <a:ext cx="4221284" cy="168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6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mapping on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24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47069" y="1143055"/>
            <a:ext cx="4030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MoE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on GPU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瓶颈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370175" y="1985066"/>
            <a:ext cx="4837217" cy="1543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buSzPct val="80000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最主要的两个问题：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1.all to all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allreduce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会争用带宽，延长加大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2.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专家使用不平衡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8A47F3-D28B-4CEF-9C96-4E858D194955}"/>
              </a:ext>
            </a:extLst>
          </p:cNvPr>
          <p:cNvSpPr txBox="1"/>
          <p:nvPr/>
        </p:nvSpPr>
        <p:spPr>
          <a:xfrm>
            <a:off x="1608758" y="6395994"/>
            <a:ext cx="1025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[3] Accelerating Distributed </a:t>
            </a:r>
            <a:r>
              <a:rPr lang="en-US" altLang="zh-CN" dirty="0" err="1"/>
              <a:t>MoE</a:t>
            </a:r>
            <a:r>
              <a:rPr lang="en-US" altLang="zh-CN" dirty="0"/>
              <a:t> Training and Inference with Lina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B86C72-9A2A-4813-B59B-AFA61AC0F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18" y="2757008"/>
            <a:ext cx="5423179" cy="14669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E14C32-8CE6-4289-8AF8-ECB7984D7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211" y="3744440"/>
            <a:ext cx="3105310" cy="25845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8740396-4D93-42D0-AF2A-E1D242B53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823" y="4421731"/>
            <a:ext cx="4515902" cy="184032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C54D60F-86A4-4661-A64A-5853CB4155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18" y="1051649"/>
            <a:ext cx="5646532" cy="12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1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mapping on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24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47069" y="1143055"/>
            <a:ext cx="4030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稀疏改进的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MoE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1A0C70-2EC6-48A1-9DE6-1865D03C0A3F}"/>
              </a:ext>
            </a:extLst>
          </p:cNvPr>
          <p:cNvSpPr txBox="1"/>
          <p:nvPr/>
        </p:nvSpPr>
        <p:spPr>
          <a:xfrm>
            <a:off x="1326536" y="4575246"/>
            <a:ext cx="9713998" cy="213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buSzPct val="80000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以往的研究：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作者直觉地认为，如果没有比较至少两名专家的能力，学习路由是行不通的。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2.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研究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top-k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决策，发现模型中较低层的较高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值对于具有许多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routing layer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的模型很重要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Now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简化的策略，即我们只路由到一个专家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8A47F3-D28B-4CEF-9C96-4E858D194955}"/>
              </a:ext>
            </a:extLst>
          </p:cNvPr>
          <p:cNvSpPr txBox="1"/>
          <p:nvPr/>
        </p:nvSpPr>
        <p:spPr>
          <a:xfrm>
            <a:off x="1608758" y="6395994"/>
            <a:ext cx="1025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[4] Switch Transformers: Scaling to Trillion Parameter Models  with Simple and Efficient Sparsity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BB2534C-8FA9-461C-AA36-DDE56833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522" y="1983108"/>
            <a:ext cx="5703085" cy="223108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DED4CB3-31B8-48BE-BD13-294A18A74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229" y="2038373"/>
            <a:ext cx="4764840" cy="23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3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mapping on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24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47069" y="1143055"/>
            <a:ext cx="4030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MoE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on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02E72F-7921-4F0C-BF98-AD3F61E31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066" y="1819192"/>
            <a:ext cx="7509878" cy="43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2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C09C-A902-C9C7-D68D-5E58C5CBD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43E474-4E85-9A86-3FEF-8190A3802F75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4EEB97-7695-A559-C214-E12AFE86F584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3AE7511-0F5B-A18D-170E-4BE6D8191F12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629EB27-BF72-6AA5-BB05-1CABBA850537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C2D4DC-7928-B0FC-AAD3-6B2857D58D77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7C57B1-059F-A502-F45C-AD75BB2A927C}"/>
              </a:ext>
            </a:extLst>
          </p:cNvPr>
          <p:cNvSpPr txBox="1"/>
          <p:nvPr/>
        </p:nvSpPr>
        <p:spPr>
          <a:xfrm>
            <a:off x="1692229" y="277340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mapping on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endParaRPr kumimoji="1" lang="en-US" altLang="zh-CN" sz="24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2E86819-9B92-913D-20DE-6CD0559AAABC}"/>
              </a:ext>
            </a:extLst>
          </p:cNvPr>
          <p:cNvSpPr txBox="1"/>
          <p:nvPr/>
        </p:nvSpPr>
        <p:spPr>
          <a:xfrm>
            <a:off x="1947069" y="1143055"/>
            <a:ext cx="4030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MoE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on </a:t>
            </a:r>
            <a:r>
              <a:rPr kumimoji="1" lang="en-US" altLang="zh-CN" sz="20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D850A3-A47B-2436-C2C8-D892D374F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1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</TotalTime>
  <Words>1613</Words>
  <Application>Microsoft Office PowerPoint</Application>
  <PresentationFormat>宽屏</PresentationFormat>
  <Paragraphs>146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-apple-system</vt:lpstr>
      <vt:lpstr>Inter</vt:lpstr>
      <vt:lpstr>KaTeX_Math</vt:lpstr>
      <vt:lpstr>Menlo</vt:lpstr>
      <vt:lpstr>Times New Roman Regular</vt:lpstr>
      <vt:lpstr>等线</vt:lpstr>
      <vt:lpstr>微软雅黑</vt:lpstr>
      <vt:lpstr>Arial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liao huang</cp:lastModifiedBy>
  <cp:revision>7</cp:revision>
  <dcterms:created xsi:type="dcterms:W3CDTF">2025-08-20T06:57:41Z</dcterms:created>
  <dcterms:modified xsi:type="dcterms:W3CDTF">2025-10-10T09:19:30Z</dcterms:modified>
</cp:coreProperties>
</file>