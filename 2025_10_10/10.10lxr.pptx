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72" r:id="rId3"/>
    <p:sldId id="313" r:id="rId4"/>
    <p:sldId id="333" r:id="rId5"/>
    <p:sldId id="336" r:id="rId6"/>
    <p:sldId id="334" r:id="rId7"/>
    <p:sldId id="335" r:id="rId8"/>
    <p:sldId id="337" r:id="rId9"/>
    <p:sldId id="338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C0DD1131-E15C-442C-ADEB-F5A77FD726CB}">
          <p14:sldIdLst>
            <p14:sldId id="257"/>
            <p14:sldId id="272"/>
          </p14:sldIdLst>
        </p14:section>
        <p14:section name="1" id="{3CE12ECF-0D44-4DDB-A890-C7DBAE28C2AA}">
          <p14:sldIdLst>
            <p14:sldId id="313"/>
            <p14:sldId id="333"/>
            <p14:sldId id="336"/>
            <p14:sldId id="334"/>
            <p14:sldId id="335"/>
            <p14:sldId id="337"/>
            <p14:sldId id="3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DC39F1-6E61-4B04-BA5E-FD9AD573E169}" v="33" dt="2025-10-09T05:44:56.573"/>
    <p1510:client id="{AC12F19B-E514-4570-8AFA-B0EFD247729C}" v="2" dt="2025-10-09T05:37:19.8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201" autoAdjust="0"/>
    <p:restoredTop sz="80133" autoAdjust="0"/>
  </p:normalViewPr>
  <p:slideViewPr>
    <p:cSldViewPr snapToGrid="0">
      <p:cViewPr>
        <p:scale>
          <a:sx n="100" d="100"/>
          <a:sy n="100" d="100"/>
        </p:scale>
        <p:origin x="167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ao huang" userId="ec82cc6f13daab8b" providerId="LiveId" clId="{E24E8AD7-CEE0-4A90-923C-3E20E97F8D52}"/>
    <pc:docChg chg="undo custSel addSld delSld modSld sldOrd addSection modSection">
      <pc:chgData name="liao huang" userId="ec82cc6f13daab8b" providerId="LiveId" clId="{E24E8AD7-CEE0-4A90-923C-3E20E97F8D52}" dt="2025-09-03T09:19:37.138" v="2832" actId="20577"/>
      <pc:docMkLst>
        <pc:docMk/>
      </pc:docMkLst>
      <pc:sldChg chg="modSp add mod">
        <pc:chgData name="liao huang" userId="ec82cc6f13daab8b" providerId="LiveId" clId="{E24E8AD7-CEE0-4A90-923C-3E20E97F8D52}" dt="2025-08-20T06:58:31.479" v="50" actId="20577"/>
        <pc:sldMkLst>
          <pc:docMk/>
          <pc:sldMk cId="0" sldId="257"/>
        </pc:sldMkLst>
      </pc:sldChg>
      <pc:sldChg chg="modSp add mod">
        <pc:chgData name="liao huang" userId="ec82cc6f13daab8b" providerId="LiveId" clId="{E24E8AD7-CEE0-4A90-923C-3E20E97F8D52}" dt="2025-08-21T05:10:23.264" v="1882"/>
        <pc:sldMkLst>
          <pc:docMk/>
          <pc:sldMk cId="0" sldId="272"/>
        </pc:sldMkLst>
      </pc:sldChg>
      <pc:sldChg chg="delSp modSp add mod">
        <pc:chgData name="liao huang" userId="ec82cc6f13daab8b" providerId="LiveId" clId="{E24E8AD7-CEE0-4A90-923C-3E20E97F8D52}" dt="2025-08-20T07:09:07.756" v="95" actId="114"/>
        <pc:sldMkLst>
          <pc:docMk/>
          <pc:sldMk cId="1682685868" sldId="313"/>
        </pc:sldMkLst>
      </pc:sldChg>
      <pc:sldChg chg="modSp add mod modNotesTx">
        <pc:chgData name="liao huang" userId="ec82cc6f13daab8b" providerId="LiveId" clId="{E24E8AD7-CEE0-4A90-923C-3E20E97F8D52}" dt="2025-08-20T09:55:14.973" v="347"/>
        <pc:sldMkLst>
          <pc:docMk/>
          <pc:sldMk cId="3027936104" sldId="333"/>
        </pc:sldMkLst>
      </pc:sldChg>
      <pc:sldChg chg="addSp delSp modSp add mod modNotesTx">
        <pc:chgData name="liao huang" userId="ec82cc6f13daab8b" providerId="LiveId" clId="{E24E8AD7-CEE0-4A90-923C-3E20E97F8D52}" dt="2025-08-20T10:00:23.973" v="348" actId="20577"/>
        <pc:sldMkLst>
          <pc:docMk/>
          <pc:sldMk cId="621122138" sldId="334"/>
        </pc:sldMkLst>
      </pc:sldChg>
      <pc:sldChg chg="addSp modSp add mod modNotesTx">
        <pc:chgData name="liao huang" userId="ec82cc6f13daab8b" providerId="LiveId" clId="{E24E8AD7-CEE0-4A90-923C-3E20E97F8D52}" dt="2025-08-20T10:05:37.132" v="373" actId="1076"/>
        <pc:sldMkLst>
          <pc:docMk/>
          <pc:sldMk cId="2504641328" sldId="335"/>
        </pc:sldMkLst>
      </pc:sldChg>
      <pc:sldChg chg="addSp delSp modSp add mod modNotesTx">
        <pc:chgData name="liao huang" userId="ec82cc6f13daab8b" providerId="LiveId" clId="{E24E8AD7-CEE0-4A90-923C-3E20E97F8D52}" dt="2025-08-20T10:45:57.248" v="1027" actId="22"/>
        <pc:sldMkLst>
          <pc:docMk/>
          <pc:sldMk cId="1848639983" sldId="336"/>
        </pc:sldMkLst>
      </pc:sldChg>
      <pc:sldChg chg="addSp delSp modSp add mod modNotesTx">
        <pc:chgData name="liao huang" userId="ec82cc6f13daab8b" providerId="LiveId" clId="{E24E8AD7-CEE0-4A90-923C-3E20E97F8D52}" dt="2025-08-21T03:44:50.700" v="1305" actId="22"/>
        <pc:sldMkLst>
          <pc:docMk/>
          <pc:sldMk cId="969987762" sldId="337"/>
        </pc:sldMkLst>
      </pc:sldChg>
      <pc:sldChg chg="addSp delSp modSp add mod modNotesTx">
        <pc:chgData name="liao huang" userId="ec82cc6f13daab8b" providerId="LiveId" clId="{E24E8AD7-CEE0-4A90-923C-3E20E97F8D52}" dt="2025-08-21T04:01:48.662" v="1868" actId="20577"/>
        <pc:sldMkLst>
          <pc:docMk/>
          <pc:sldMk cId="896632247" sldId="338"/>
        </pc:sldMkLst>
      </pc:sldChg>
      <pc:sldChg chg="modSp add mod">
        <pc:chgData name="liao huang" userId="ec82cc6f13daab8b" providerId="LiveId" clId="{E24E8AD7-CEE0-4A90-923C-3E20E97F8D52}" dt="2025-08-21T05:13:17.780" v="1886"/>
        <pc:sldMkLst>
          <pc:docMk/>
          <pc:sldMk cId="2177563654" sldId="339"/>
        </pc:sldMkLst>
      </pc:sldChg>
      <pc:sldChg chg="addSp delSp modSp add mod ord modNotesTx">
        <pc:chgData name="liao huang" userId="ec82cc6f13daab8b" providerId="LiveId" clId="{E24E8AD7-CEE0-4A90-923C-3E20E97F8D52}" dt="2025-08-21T07:11:07.551" v="1956" actId="22"/>
        <pc:sldMkLst>
          <pc:docMk/>
          <pc:sldMk cId="3400952436" sldId="340"/>
        </pc:sldMkLst>
      </pc:sldChg>
      <pc:sldChg chg="add modNotesTx">
        <pc:chgData name="liao huang" userId="ec82cc6f13daab8b" providerId="LiveId" clId="{E24E8AD7-CEE0-4A90-923C-3E20E97F8D52}" dt="2025-08-21T05:15:56.498" v="1917"/>
        <pc:sldMkLst>
          <pc:docMk/>
          <pc:sldMk cId="428877371" sldId="341"/>
        </pc:sldMkLst>
      </pc:sldChg>
      <pc:sldChg chg="addSp delSp modSp add mod modNotesTx">
        <pc:chgData name="liao huang" userId="ec82cc6f13daab8b" providerId="LiveId" clId="{E24E8AD7-CEE0-4A90-923C-3E20E97F8D52}" dt="2025-08-21T07:41:19.475" v="1973" actId="20577"/>
        <pc:sldMkLst>
          <pc:docMk/>
          <pc:sldMk cId="1389603188" sldId="342"/>
        </pc:sldMkLst>
      </pc:sldChg>
      <pc:sldChg chg="addSp delSp modSp add mod">
        <pc:chgData name="liao huang" userId="ec82cc6f13daab8b" providerId="LiveId" clId="{E24E8AD7-CEE0-4A90-923C-3E20E97F8D52}" dt="2025-08-27T08:45:14.998" v="1980" actId="1076"/>
        <pc:sldMkLst>
          <pc:docMk/>
          <pc:sldMk cId="3082033537" sldId="343"/>
        </pc:sldMkLst>
      </pc:sldChg>
      <pc:sldChg chg="new del">
        <pc:chgData name="liao huang" userId="ec82cc6f13daab8b" providerId="LiveId" clId="{E24E8AD7-CEE0-4A90-923C-3E20E97F8D52}" dt="2025-08-27T10:08:55.259" v="1983" actId="680"/>
        <pc:sldMkLst>
          <pc:docMk/>
          <pc:sldMk cId="284051779" sldId="344"/>
        </pc:sldMkLst>
      </pc:sldChg>
      <pc:sldChg chg="modSp add mod">
        <pc:chgData name="liao huang" userId="ec82cc6f13daab8b" providerId="LiveId" clId="{E24E8AD7-CEE0-4A90-923C-3E20E97F8D52}" dt="2025-09-01T05:40:00.929" v="2024" actId="20577"/>
        <pc:sldMkLst>
          <pc:docMk/>
          <pc:sldMk cId="3878932586" sldId="344"/>
        </pc:sldMkLst>
      </pc:sldChg>
      <pc:sldChg chg="modSp add mod">
        <pc:chgData name="liao huang" userId="ec82cc6f13daab8b" providerId="LiveId" clId="{E24E8AD7-CEE0-4A90-923C-3E20E97F8D52}" dt="2025-08-27T10:21:05.877" v="2015" actId="20577"/>
        <pc:sldMkLst>
          <pc:docMk/>
          <pc:sldMk cId="2379408487" sldId="345"/>
        </pc:sldMkLst>
      </pc:sldChg>
      <pc:sldChg chg="addSp delSp modSp add mod">
        <pc:chgData name="liao huang" userId="ec82cc6f13daab8b" providerId="LiveId" clId="{E24E8AD7-CEE0-4A90-923C-3E20E97F8D52}" dt="2025-09-03T08:11:40.628" v="2038" actId="478"/>
        <pc:sldMkLst>
          <pc:docMk/>
          <pc:sldMk cId="2386988284" sldId="346"/>
        </pc:sldMkLst>
      </pc:sldChg>
      <pc:sldChg chg="new del">
        <pc:chgData name="liao huang" userId="ec82cc6f13daab8b" providerId="LiveId" clId="{E24E8AD7-CEE0-4A90-923C-3E20E97F8D52}" dt="2025-09-03T08:10:59.792" v="2026" actId="680"/>
        <pc:sldMkLst>
          <pc:docMk/>
          <pc:sldMk cId="4173274157" sldId="346"/>
        </pc:sldMkLst>
      </pc:sldChg>
      <pc:sldChg chg="addSp delSp modSp add mod">
        <pc:chgData name="liao huang" userId="ec82cc6f13daab8b" providerId="LiveId" clId="{E24E8AD7-CEE0-4A90-923C-3E20E97F8D52}" dt="2025-09-03T08:58:20.426" v="2579" actId="1076"/>
        <pc:sldMkLst>
          <pc:docMk/>
          <pc:sldMk cId="2160905716" sldId="347"/>
        </pc:sldMkLst>
      </pc:sldChg>
      <pc:sldChg chg="addSp delSp modSp add mod">
        <pc:chgData name="liao huang" userId="ec82cc6f13daab8b" providerId="LiveId" clId="{E24E8AD7-CEE0-4A90-923C-3E20E97F8D52}" dt="2025-09-03T09:16:33.196" v="2741" actId="21"/>
        <pc:sldMkLst>
          <pc:docMk/>
          <pc:sldMk cId="3574788686" sldId="348"/>
        </pc:sldMkLst>
      </pc:sldChg>
      <pc:sldChg chg="modSp add mod">
        <pc:chgData name="liao huang" userId="ec82cc6f13daab8b" providerId="LiveId" clId="{E24E8AD7-CEE0-4A90-923C-3E20E97F8D52}" dt="2025-09-03T09:19:37.138" v="2832" actId="20577"/>
        <pc:sldMkLst>
          <pc:docMk/>
          <pc:sldMk cId="2799807660" sldId="349"/>
        </pc:sldMkLst>
      </pc:sldChg>
    </pc:docChg>
  </pc:docChgLst>
  <pc:docChgLst>
    <pc:chgData name="liao huang" userId="ec82cc6f13daab8b" providerId="LiveId" clId="{AA54D501-5D86-4123-B440-108FCE7D8FB7}"/>
    <pc:docChg chg="undo custSel addSld delSld modSld delSection modSection">
      <pc:chgData name="liao huang" userId="ec82cc6f13daab8b" providerId="LiveId" clId="{AA54D501-5D86-4123-B440-108FCE7D8FB7}" dt="2025-10-09T05:44:56.572" v="244"/>
      <pc:docMkLst>
        <pc:docMk/>
      </pc:docMkLst>
      <pc:sldChg chg="modSp mod">
        <pc:chgData name="liao huang" userId="ec82cc6f13daab8b" providerId="LiveId" clId="{AA54D501-5D86-4123-B440-108FCE7D8FB7}" dt="2025-10-09T05:43:24.277" v="148" actId="20577"/>
        <pc:sldMkLst>
          <pc:docMk/>
          <pc:sldMk cId="0" sldId="257"/>
        </pc:sldMkLst>
        <pc:spChg chg="mod">
          <ac:chgData name="liao huang" userId="ec82cc6f13daab8b" providerId="LiveId" clId="{AA54D501-5D86-4123-B440-108FCE7D8FB7}" dt="2025-10-09T05:43:18.566" v="142"/>
          <ac:spMkLst>
            <pc:docMk/>
            <pc:sldMk cId="0" sldId="257"/>
            <ac:spMk id="8" creationId="{00000000-0000-0000-0000-000000000000}"/>
          </ac:spMkLst>
        </pc:spChg>
        <pc:graphicFrameChg chg="modGraphic">
          <ac:chgData name="liao huang" userId="ec82cc6f13daab8b" providerId="LiveId" clId="{AA54D501-5D86-4123-B440-108FCE7D8FB7}" dt="2025-10-09T05:43:24.277" v="148" actId="20577"/>
          <ac:graphicFrameMkLst>
            <pc:docMk/>
            <pc:sldMk cId="0" sldId="257"/>
            <ac:graphicFrameMk id="23" creationId="{00000000-0000-0000-0000-000000000000}"/>
          </ac:graphicFrameMkLst>
        </pc:graphicFrameChg>
        <pc:graphicFrameChg chg="modGraphic">
          <ac:chgData name="liao huang" userId="ec82cc6f13daab8b" providerId="LiveId" clId="{AA54D501-5D86-4123-B440-108FCE7D8FB7}" dt="2025-10-09T05:37:24.215" v="126" actId="20577"/>
          <ac:graphicFrameMkLst>
            <pc:docMk/>
            <pc:sldMk cId="0" sldId="257"/>
            <ac:graphicFrameMk id="33" creationId="{00000000-0000-0000-0000-000000000000}"/>
          </ac:graphicFrameMkLst>
        </pc:graphicFrameChg>
      </pc:sldChg>
      <pc:sldChg chg="modSp mod">
        <pc:chgData name="liao huang" userId="ec82cc6f13daab8b" providerId="LiveId" clId="{AA54D501-5D86-4123-B440-108FCE7D8FB7}" dt="2025-10-09T05:44:03.816" v="190" actId="255"/>
        <pc:sldMkLst>
          <pc:docMk/>
          <pc:sldMk cId="0" sldId="272"/>
        </pc:sldMkLst>
        <pc:spChg chg="mod">
          <ac:chgData name="liao huang" userId="ec82cc6f13daab8b" providerId="LiveId" clId="{AA54D501-5D86-4123-B440-108FCE7D8FB7}" dt="2025-10-09T05:44:03.816" v="190" actId="255"/>
          <ac:spMkLst>
            <pc:docMk/>
            <pc:sldMk cId="0" sldId="272"/>
            <ac:spMk id="2" creationId="{64998951-640F-6C08-A8BC-65E1246B73D6}"/>
          </ac:spMkLst>
        </pc:spChg>
      </pc:sldChg>
      <pc:sldChg chg="modSp add del mod">
        <pc:chgData name="liao huang" userId="ec82cc6f13daab8b" providerId="LiveId" clId="{AA54D501-5D86-4123-B440-108FCE7D8FB7}" dt="2025-10-09T05:44:14.996" v="196"/>
        <pc:sldMkLst>
          <pc:docMk/>
          <pc:sldMk cId="1682685868" sldId="313"/>
        </pc:sldMkLst>
        <pc:spChg chg="mod">
          <ac:chgData name="liao huang" userId="ec82cc6f13daab8b" providerId="LiveId" clId="{AA54D501-5D86-4123-B440-108FCE7D8FB7}" dt="2025-10-09T05:44:14.996" v="196"/>
          <ac:spMkLst>
            <pc:docMk/>
            <pc:sldMk cId="1682685868" sldId="313"/>
            <ac:spMk id="6" creationId="{B14EE4E1-D5B5-A3D2-BE03-12C581BE1142}"/>
          </ac:spMkLst>
        </pc:spChg>
      </pc:sldChg>
      <pc:sldChg chg="modSp mod modNotesTx">
        <pc:chgData name="liao huang" userId="ec82cc6f13daab8b" providerId="LiveId" clId="{AA54D501-5D86-4123-B440-108FCE7D8FB7}" dt="2025-10-09T05:44:56.572" v="244"/>
        <pc:sldMkLst>
          <pc:docMk/>
          <pc:sldMk cId="3027936104" sldId="333"/>
        </pc:sldMkLst>
        <pc:spChg chg="mod">
          <ac:chgData name="liao huang" userId="ec82cc6f13daab8b" providerId="LiveId" clId="{AA54D501-5D86-4123-B440-108FCE7D8FB7}" dt="2025-10-09T05:44:56.572" v="244"/>
          <ac:spMkLst>
            <pc:docMk/>
            <pc:sldMk cId="3027936104" sldId="333"/>
            <ac:spMk id="7" creationId="{AB1A0C70-2EC6-48A1-9DE6-1865D03C0A3F}"/>
          </ac:spMkLst>
        </pc:spChg>
      </pc:sldChg>
      <pc:sldChg chg="del">
        <pc:chgData name="liao huang" userId="ec82cc6f13daab8b" providerId="LiveId" clId="{AA54D501-5D86-4123-B440-108FCE7D8FB7}" dt="2025-10-09T05:37:32.807" v="127" actId="47"/>
        <pc:sldMkLst>
          <pc:docMk/>
          <pc:sldMk cId="621122138" sldId="334"/>
        </pc:sldMkLst>
      </pc:sldChg>
      <pc:sldChg chg="del">
        <pc:chgData name="liao huang" userId="ec82cc6f13daab8b" providerId="LiveId" clId="{AA54D501-5D86-4123-B440-108FCE7D8FB7}" dt="2025-10-09T05:37:32.807" v="127" actId="47"/>
        <pc:sldMkLst>
          <pc:docMk/>
          <pc:sldMk cId="2504641328" sldId="335"/>
        </pc:sldMkLst>
      </pc:sldChg>
      <pc:sldChg chg="del">
        <pc:chgData name="liao huang" userId="ec82cc6f13daab8b" providerId="LiveId" clId="{AA54D501-5D86-4123-B440-108FCE7D8FB7}" dt="2025-10-09T05:37:32.807" v="127" actId="47"/>
        <pc:sldMkLst>
          <pc:docMk/>
          <pc:sldMk cId="1848639983" sldId="336"/>
        </pc:sldMkLst>
      </pc:sldChg>
      <pc:sldChg chg="del">
        <pc:chgData name="liao huang" userId="ec82cc6f13daab8b" providerId="LiveId" clId="{AA54D501-5D86-4123-B440-108FCE7D8FB7}" dt="2025-10-09T05:37:32.807" v="127" actId="47"/>
        <pc:sldMkLst>
          <pc:docMk/>
          <pc:sldMk cId="969987762" sldId="337"/>
        </pc:sldMkLst>
      </pc:sldChg>
      <pc:sldChg chg="del">
        <pc:chgData name="liao huang" userId="ec82cc6f13daab8b" providerId="LiveId" clId="{AA54D501-5D86-4123-B440-108FCE7D8FB7}" dt="2025-10-09T05:37:32.807" v="127" actId="47"/>
        <pc:sldMkLst>
          <pc:docMk/>
          <pc:sldMk cId="896632247" sldId="338"/>
        </pc:sldMkLst>
      </pc:sldChg>
      <pc:sldChg chg="del">
        <pc:chgData name="liao huang" userId="ec82cc6f13daab8b" providerId="LiveId" clId="{AA54D501-5D86-4123-B440-108FCE7D8FB7}" dt="2025-10-09T05:37:54.127" v="132" actId="47"/>
        <pc:sldMkLst>
          <pc:docMk/>
          <pc:sldMk cId="2177563654" sldId="339"/>
        </pc:sldMkLst>
      </pc:sldChg>
      <pc:sldChg chg="del">
        <pc:chgData name="liao huang" userId="ec82cc6f13daab8b" providerId="LiveId" clId="{AA54D501-5D86-4123-B440-108FCE7D8FB7}" dt="2025-10-09T05:37:46.387" v="129" actId="2696"/>
        <pc:sldMkLst>
          <pc:docMk/>
          <pc:sldMk cId="3400952436" sldId="340"/>
        </pc:sldMkLst>
      </pc:sldChg>
      <pc:sldChg chg="del">
        <pc:chgData name="liao huang" userId="ec82cc6f13daab8b" providerId="LiveId" clId="{AA54D501-5D86-4123-B440-108FCE7D8FB7}" dt="2025-10-09T05:37:55.318" v="133" actId="47"/>
        <pc:sldMkLst>
          <pc:docMk/>
          <pc:sldMk cId="428877371" sldId="341"/>
        </pc:sldMkLst>
      </pc:sldChg>
      <pc:sldChg chg="del">
        <pc:chgData name="liao huang" userId="ec82cc6f13daab8b" providerId="LiveId" clId="{AA54D501-5D86-4123-B440-108FCE7D8FB7}" dt="2025-10-09T05:37:46.387" v="129" actId="2696"/>
        <pc:sldMkLst>
          <pc:docMk/>
          <pc:sldMk cId="1389603188" sldId="342"/>
        </pc:sldMkLst>
      </pc:sldChg>
      <pc:sldChg chg="del">
        <pc:chgData name="liao huang" userId="ec82cc6f13daab8b" providerId="LiveId" clId="{AA54D501-5D86-4123-B440-108FCE7D8FB7}" dt="2025-10-09T05:37:46.387" v="129" actId="2696"/>
        <pc:sldMkLst>
          <pc:docMk/>
          <pc:sldMk cId="3082033537" sldId="343"/>
        </pc:sldMkLst>
      </pc:sldChg>
      <pc:sldChg chg="del">
        <pc:chgData name="liao huang" userId="ec82cc6f13daab8b" providerId="LiveId" clId="{AA54D501-5D86-4123-B440-108FCE7D8FB7}" dt="2025-10-09T05:37:46.387" v="129" actId="2696"/>
        <pc:sldMkLst>
          <pc:docMk/>
          <pc:sldMk cId="3878932586" sldId="344"/>
        </pc:sldMkLst>
      </pc:sldChg>
      <pc:sldChg chg="del">
        <pc:chgData name="liao huang" userId="ec82cc6f13daab8b" providerId="LiveId" clId="{AA54D501-5D86-4123-B440-108FCE7D8FB7}" dt="2025-10-09T05:37:46.387" v="129" actId="2696"/>
        <pc:sldMkLst>
          <pc:docMk/>
          <pc:sldMk cId="2379408487" sldId="345"/>
        </pc:sldMkLst>
      </pc:sldChg>
      <pc:sldChg chg="del">
        <pc:chgData name="liao huang" userId="ec82cc6f13daab8b" providerId="LiveId" clId="{AA54D501-5D86-4123-B440-108FCE7D8FB7}" dt="2025-10-09T05:37:46.387" v="129" actId="2696"/>
        <pc:sldMkLst>
          <pc:docMk/>
          <pc:sldMk cId="2386988284" sldId="346"/>
        </pc:sldMkLst>
      </pc:sldChg>
      <pc:sldChg chg="del">
        <pc:chgData name="liao huang" userId="ec82cc6f13daab8b" providerId="LiveId" clId="{AA54D501-5D86-4123-B440-108FCE7D8FB7}" dt="2025-10-09T05:37:46.387" v="129" actId="2696"/>
        <pc:sldMkLst>
          <pc:docMk/>
          <pc:sldMk cId="2160905716" sldId="347"/>
        </pc:sldMkLst>
      </pc:sldChg>
      <pc:sldChg chg="del">
        <pc:chgData name="liao huang" userId="ec82cc6f13daab8b" providerId="LiveId" clId="{AA54D501-5D86-4123-B440-108FCE7D8FB7}" dt="2025-10-09T05:37:46.387" v="129" actId="2696"/>
        <pc:sldMkLst>
          <pc:docMk/>
          <pc:sldMk cId="3574788686" sldId="348"/>
        </pc:sldMkLst>
      </pc:sldChg>
      <pc:sldChg chg="addSp delSp modSp del mod">
        <pc:chgData name="liao huang" userId="ec82cc6f13daab8b" providerId="LiveId" clId="{AA54D501-5D86-4123-B440-108FCE7D8FB7}" dt="2025-10-09T05:37:46.387" v="129" actId="2696"/>
        <pc:sldMkLst>
          <pc:docMk/>
          <pc:sldMk cId="2799807660" sldId="349"/>
        </pc:sldMkLst>
      </pc:sldChg>
      <pc:sldChg chg="delSp add del mod">
        <pc:chgData name="liao huang" userId="ec82cc6f13daab8b" providerId="LiveId" clId="{AA54D501-5D86-4123-B440-108FCE7D8FB7}" dt="2025-10-09T05:37:46.387" v="129" actId="2696"/>
        <pc:sldMkLst>
          <pc:docMk/>
          <pc:sldMk cId="1506959899" sldId="35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6E31D2-F85F-48D9-85E1-643E8A75D6DA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D6FDFC-FEF2-4F9D-A0AF-43D16A2C7A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3361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464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78887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768A4-6C70-36EE-8BE2-F36C0C8C7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160BCC5-AE06-1DF5-5F41-59AB9C5B0B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6FB7706-69C0-60C4-935D-2556FFE78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lnSpc>
                <a:spcPts val="1800"/>
              </a:lnSpc>
              <a:buNone/>
            </a:pPr>
            <a:endParaRPr lang="zh-CN" altLang="en-US" b="0" i="0" dirty="0">
              <a:solidFill>
                <a:srgbClr val="060607"/>
              </a:solidFill>
              <a:effectLst/>
              <a:latin typeface="-apple-system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E8CBD5-2A1D-D959-EE75-D56F1A4F1A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12992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F323F-D7FA-897F-162D-3C70FBB4A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4B1550-077A-3C4D-5E3C-CAD9410B2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5CA16A-0649-48C2-22A1-231A47848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64A8C9-9B66-15F6-5B98-6F3D9055B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21925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F323F-D7FA-897F-162D-3C70FBB4A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4B1550-077A-3C4D-5E3C-CAD9410B2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5CA16A-0649-48C2-22A1-231A47848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64A8C9-9B66-15F6-5B98-6F3D9055B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84969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F323F-D7FA-897F-162D-3C70FBB4A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4B1550-077A-3C4D-5E3C-CAD9410B2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5CA16A-0649-48C2-22A1-231A47848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64A8C9-9B66-15F6-5B98-6F3D9055B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33861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F323F-D7FA-897F-162D-3C70FBB4A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4B1550-077A-3C4D-5E3C-CAD9410B2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5CA16A-0649-48C2-22A1-231A47848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64A8C9-9B66-15F6-5B98-6F3D9055B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30239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F323F-D7FA-897F-162D-3C70FBB4A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4B1550-077A-3C4D-5E3C-CAD9410B2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5CA16A-0649-48C2-22A1-231A47848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64A8C9-9B66-15F6-5B98-6F3D9055B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01193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F323F-D7FA-897F-162D-3C70FBB4A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4B1550-077A-3C4D-5E3C-CAD9410B2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5CA16A-0649-48C2-22A1-231A47848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64A8C9-9B66-15F6-5B98-6F3D9055B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5136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2D02B8-8476-189C-1438-6FC513E50D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03F6F6D-F8DD-AE7E-6C55-3E53AEDBE0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B16232-DD58-DB9D-18BB-2439B1B11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C797-49CB-488C-B5C8-E1FA88B0251E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A89B93-F3C9-2EE8-96E7-67D317FEC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D8DB78-BB4A-AA85-E4A0-EC342A51D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03742-82C4-4B4E-8D83-DDB5C6EF9D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44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848D38-E5ED-980C-C7BF-9910626F0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8D7898-17C3-8665-06E2-7F5136530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7B3437-3E06-C63C-DE90-E08185459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C797-49CB-488C-B5C8-E1FA88B0251E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F62AFD-BB3E-DE3D-3004-12E315A95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5C4AB0-602A-3D15-9E95-081DAA654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03742-82C4-4B4E-8D83-DDB5C6EF9D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342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9174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image" Target="../media/image2.png"/><Relationship Id="rId4" Type="http://schemas.openxmlformats.org/officeDocument/2006/relationships/tags" Target="../tags/tag4.xml"/><Relationship Id="rId9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9.xml"/><Relationship Id="rId7" Type="http://schemas.openxmlformats.org/officeDocument/2006/relationships/notesSlide" Target="../notesSlides/notesSlide3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B5D877A0-4804-4917-810F-DD3372FB1F1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979950"/>
            <a:ext cx="12192000" cy="2205024"/>
          </a:xfrm>
          <a:prstGeom prst="rect">
            <a:avLst/>
          </a:prstGeom>
        </p:spPr>
      </p:pic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0" y="1975169"/>
            <a:ext cx="12192000" cy="2219218"/>
          </a:xfrm>
          <a:prstGeom prst="rect">
            <a:avLst/>
          </a:prstGeom>
          <a:solidFill>
            <a:srgbClr val="141E8C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223545" y="2481687"/>
            <a:ext cx="10040472" cy="830997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4800" b="1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10.10</a:t>
            </a:r>
            <a:r>
              <a:rPr kumimoji="1" lang="zh-CN" altLang="en-US" sz="4800" b="1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</a:t>
            </a:r>
            <a:endParaRPr kumimoji="1" lang="en-US" altLang="zh-CN" sz="4800" b="1" spc="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9" name="表格 18"/>
          <p:cNvGraphicFramePr/>
          <p:nvPr>
            <p:custDataLst>
              <p:tags r:id="rId2"/>
            </p:custDataLst>
          </p:nvPr>
        </p:nvGraphicFramePr>
        <p:xfrm>
          <a:off x="3501390" y="4700905"/>
          <a:ext cx="1980565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charset="0"/>
                          <a:ea typeface="微软雅黑" charset="0"/>
                        </a:rPr>
                        <a:t>考生姓名</a:t>
                      </a:r>
                    </a:p>
                  </a:txBody>
                  <a:tcPr anchor="ctr">
                    <a:solidFill>
                      <a:srgbClr val="9A0E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表格 21"/>
          <p:cNvGraphicFramePr/>
          <p:nvPr>
            <p:custDataLst>
              <p:tags r:id="rId3"/>
            </p:custDataLst>
          </p:nvPr>
        </p:nvGraphicFramePr>
        <p:xfrm>
          <a:off x="3501390" y="4700905"/>
          <a:ext cx="1980565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微软雅黑" charset="0"/>
                          <a:ea typeface="微软雅黑" charset="0"/>
                        </a:rPr>
                        <a:t>汇报人</a:t>
                      </a:r>
                    </a:p>
                  </a:txBody>
                  <a:tcPr anchor="ctr">
                    <a:solidFill>
                      <a:srgbClr val="141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表格 22"/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990682221"/>
              </p:ext>
            </p:extLst>
          </p:nvPr>
        </p:nvGraphicFramePr>
        <p:xfrm>
          <a:off x="5488305" y="4700905"/>
          <a:ext cx="3277870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7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kumimoji="1" lang="zh-CN" altLang="en-US" sz="2000" b="0" spc="12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 Regular" panose="02020803070505020304" charset="0"/>
                          <a:ea typeface="微软雅黑" panose="020B0503020204020204" pitchFamily="34" charset="-122"/>
                          <a:cs typeface="Times New Roman Regular" panose="02020803070505020304" charset="0"/>
                          <a:sym typeface="+mn-ea"/>
                        </a:rPr>
                        <a:t>李旭蕤</a:t>
                      </a:r>
                      <a:endParaRPr kumimoji="1" lang="en-US" altLang="zh-CN" sz="2000" b="0" spc="12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Times New Roman Regular" panose="02020803070505020304" charset="0"/>
                        <a:ea typeface="微软雅黑" panose="020B0503020204020204" pitchFamily="34" charset="-122"/>
                        <a:cs typeface="Times New Roman Regular" panose="02020803070505020304" charset="0"/>
                        <a:sym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表格 31"/>
          <p:cNvGraphicFramePr/>
          <p:nvPr>
            <p:custDataLst>
              <p:tags r:id="rId5"/>
            </p:custDataLst>
          </p:nvPr>
        </p:nvGraphicFramePr>
        <p:xfrm>
          <a:off x="3507740" y="5422582"/>
          <a:ext cx="1980565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微软雅黑" charset="0"/>
                          <a:ea typeface="微软雅黑" charset="0"/>
                        </a:rPr>
                        <a:t>汇报时间</a:t>
                      </a:r>
                    </a:p>
                  </a:txBody>
                  <a:tcPr anchor="ctr">
                    <a:solidFill>
                      <a:srgbClr val="141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表格 32"/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200839421"/>
              </p:ext>
            </p:extLst>
          </p:nvPr>
        </p:nvGraphicFramePr>
        <p:xfrm>
          <a:off x="5488305" y="5439092"/>
          <a:ext cx="3284220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4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kumimoji="1" lang="en-US" altLang="zh-CN" sz="2000" b="0" spc="12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 Regular" panose="02020803070505020304" charset="0"/>
                          <a:ea typeface="微软雅黑" panose="020B0503020204020204" pitchFamily="34" charset="-122"/>
                          <a:cs typeface="Times New Roman Regular" panose="02020803070505020304" charset="0"/>
                          <a:sym typeface="+mn-ea"/>
                        </a:rPr>
                        <a:t>2025.10.10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" name="图片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21278" y="133350"/>
            <a:ext cx="2349443" cy="18441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/>
        </p:nvSpPr>
        <p:spPr>
          <a:xfrm>
            <a:off x="1236066" y="3335912"/>
            <a:ext cx="2834140" cy="460375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b="1" dirty="0">
                <a:solidFill>
                  <a:srgbClr val="141E8C"/>
                </a:solidFill>
                <a:latin typeface="Times New Roman Bold" panose="02020803070505020304" charset="0"/>
                <a:cs typeface="Times New Roman Bold" panose="02020803070505020304" charset="0"/>
              </a:rPr>
              <a:t>CONTENS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822499" y="2613895"/>
            <a:ext cx="1662545" cy="706755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0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  <a:r>
              <a:rPr kumimoji="1" lang="en-US" altLang="zh-CN" sz="40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40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</a:p>
        </p:txBody>
      </p:sp>
      <p:cxnSp>
        <p:nvCxnSpPr>
          <p:cNvPr id="24" name="直线连接符 23"/>
          <p:cNvCxnSpPr/>
          <p:nvPr/>
        </p:nvCxnSpPr>
        <p:spPr>
          <a:xfrm>
            <a:off x="4462500" y="1297515"/>
            <a:ext cx="0" cy="419589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8F7C0971-7369-E9FF-7DCF-2CA105016570}"/>
              </a:ext>
            </a:extLst>
          </p:cNvPr>
          <p:cNvGrpSpPr/>
          <p:nvPr/>
        </p:nvGrpSpPr>
        <p:grpSpPr>
          <a:xfrm>
            <a:off x="5222774" y="1535473"/>
            <a:ext cx="5733160" cy="738664"/>
            <a:chOff x="5439957" y="3724593"/>
            <a:chExt cx="5733160" cy="738664"/>
          </a:xfrm>
        </p:grpSpPr>
        <p:sp>
          <p:nvSpPr>
            <p:cNvPr id="8" name="文本框 7"/>
            <p:cNvSpPr txBox="1"/>
            <p:nvPr/>
          </p:nvSpPr>
          <p:spPr>
            <a:xfrm>
              <a:off x="6200063" y="3724593"/>
              <a:ext cx="497305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b="1" spc="300" dirty="0" err="1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Hecaton</a:t>
              </a:r>
              <a:r>
                <a:rPr kumimoji="1" lang="en-US" altLang="zh-CN" sz="14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 Training Large Language Models with  Scalable </a:t>
              </a:r>
              <a:r>
                <a:rPr kumimoji="1" lang="en-US" altLang="zh-CN" sz="1400" b="1" spc="300" dirty="0" err="1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Waferscale</a:t>
              </a:r>
              <a:r>
                <a:rPr kumimoji="1" lang="en-US" altLang="zh-CN" sz="14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kumimoji="1" lang="en-US" altLang="zh-CN" sz="1400" b="1" spc="300" dirty="0" err="1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Chiplet</a:t>
              </a:r>
              <a:r>
                <a:rPr kumimoji="1" lang="en-US" altLang="zh-CN" sz="14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Systems </a:t>
              </a:r>
              <a:r>
                <a:rPr kumimoji="1" lang="zh-CN" altLang="en-US" sz="14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kumimoji="1" lang="en-US" altLang="zh-CN" sz="14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THU</a:t>
              </a:r>
              <a:r>
                <a:rPr kumimoji="1" lang="zh-CN" altLang="en-US" sz="14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5439957" y="3724593"/>
              <a:ext cx="62068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2800" b="1" spc="300" dirty="0">
                  <a:solidFill>
                    <a:srgbClr val="141E8C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rPr>
                <a:t>0</a:t>
              </a:r>
              <a:r>
                <a:rPr kumimoji="1" lang="en-US" altLang="zh-CN" sz="2800" b="1" spc="300" dirty="0">
                  <a:solidFill>
                    <a:srgbClr val="141E8C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rPr>
                <a:t>1</a:t>
              </a:r>
              <a:endParaRPr kumimoji="1" lang="zh-CN" altLang="en-US" sz="28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44F142AE-D5C7-E772-E6A0-876037A4F2A7}"/>
              </a:ext>
            </a:extLst>
          </p:cNvPr>
          <p:cNvGrpSpPr/>
          <p:nvPr/>
        </p:nvGrpSpPr>
        <p:grpSpPr>
          <a:xfrm>
            <a:off x="5222774" y="3403845"/>
            <a:ext cx="6969226" cy="523220"/>
            <a:chOff x="5222774" y="3596205"/>
            <a:chExt cx="6969226" cy="523220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64998951-640F-6C08-A8BC-65E1246B73D6}"/>
                </a:ext>
              </a:extLst>
            </p:cNvPr>
            <p:cNvSpPr txBox="1"/>
            <p:nvPr/>
          </p:nvSpPr>
          <p:spPr>
            <a:xfrm>
              <a:off x="6017644" y="3596205"/>
              <a:ext cx="6174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16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3DC1BF68-F3AE-9F3D-07F9-8F2D2732544A}"/>
                </a:ext>
              </a:extLst>
            </p:cNvPr>
            <p:cNvSpPr txBox="1"/>
            <p:nvPr/>
          </p:nvSpPr>
          <p:spPr>
            <a:xfrm>
              <a:off x="5222774" y="3596205"/>
              <a:ext cx="18473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sz="28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0963B-2353-FA90-5B2C-BD860E929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3A525901-2C19-64B6-0115-C29C7B064F88}"/>
              </a:ext>
            </a:extLst>
          </p:cNvPr>
          <p:cNvGrpSpPr/>
          <p:nvPr/>
        </p:nvGrpSpPr>
        <p:grpSpPr>
          <a:xfrm>
            <a:off x="0" y="2463167"/>
            <a:ext cx="12192000" cy="1440001"/>
            <a:chOff x="0" y="3114"/>
            <a:chExt cx="19200" cy="2268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5949082B-14B6-7CDC-E12A-73C38F068BFD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0" y="3114"/>
              <a:ext cx="19200" cy="2268"/>
            </a:xfrm>
            <a:prstGeom prst="rect">
              <a:avLst/>
            </a:prstGeom>
            <a:solidFill>
              <a:srgbClr val="141E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A62AF432-531B-E32A-736F-BCB27B03E2C1}"/>
                </a:ext>
              </a:extLst>
            </p:cNvPr>
            <p:cNvCxnSpPr/>
            <p:nvPr>
              <p:custDataLst>
                <p:tags r:id="rId2"/>
              </p:custDataLst>
            </p:nvPr>
          </p:nvCxnSpPr>
          <p:spPr>
            <a:xfrm>
              <a:off x="8646" y="3398"/>
              <a:ext cx="0" cy="1701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60B6048-639C-010F-B7C6-1867337A5C44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8700" y="3211"/>
              <a:ext cx="9612" cy="1891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kumimoji="1" lang="en-US" altLang="zh-CN" sz="2400" b="1" i="1" spc="3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Hecaton</a:t>
              </a:r>
              <a:r>
                <a:rPr kumimoji="1" lang="en-US" altLang="zh-CN" sz="2400" b="1" i="1" spc="300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: Training Large Language Models with  Scalable </a:t>
              </a:r>
              <a:r>
                <a:rPr kumimoji="1" lang="en-US" altLang="zh-CN" sz="2400" b="1" i="1" spc="3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Waferscale</a:t>
              </a:r>
              <a:r>
                <a:rPr kumimoji="1" lang="en-US" altLang="zh-CN" sz="2400" b="1" i="1" spc="300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 i="1" spc="3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Chiplet</a:t>
              </a:r>
              <a:r>
                <a:rPr kumimoji="1" lang="en-US" altLang="zh-CN" sz="2400" b="1" i="1" spc="300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Systems</a:t>
              </a:r>
              <a:endParaRPr kumimoji="1" lang="en-US" altLang="zh-CN" b="1" i="1" dirty="0">
                <a:solidFill>
                  <a:schemeClr val="bg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3F4736AB-06FB-5B61-5C4D-22E415653AF6}"/>
                </a:ext>
              </a:extLst>
            </p:cNvPr>
            <p:cNvGrpSpPr/>
            <p:nvPr/>
          </p:nvGrpSpPr>
          <p:grpSpPr>
            <a:xfrm>
              <a:off x="5428" y="3544"/>
              <a:ext cx="2973" cy="1483"/>
              <a:chOff x="5428" y="3544"/>
              <a:chExt cx="2973" cy="1483"/>
            </a:xfrm>
          </p:grpSpPr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293E849-5609-7D84-1D4C-E7AFE76DBEFA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6351" y="3544"/>
                <a:ext cx="1139" cy="1018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r>
                  <a:rPr kumimoji="1" lang="zh-CN" altLang="en-US" sz="3600" b="1" spc="300" dirty="0">
                    <a:solidFill>
                      <a:schemeClr val="bg1"/>
                    </a:solidFill>
                    <a:latin typeface="Times New Roman Bold" panose="02020803070505020304" charset="0"/>
                    <a:ea typeface="微软雅黑" panose="020B0503020204020204" pitchFamily="34" charset="-122"/>
                    <a:cs typeface="Times New Roman Bold" panose="02020803070505020304" charset="0"/>
                  </a:rPr>
                  <a:t>0</a:t>
                </a:r>
                <a:r>
                  <a:rPr kumimoji="1" lang="en-US" altLang="zh-CN" sz="3600" b="1" spc="300" dirty="0">
                    <a:solidFill>
                      <a:schemeClr val="bg1"/>
                    </a:solidFill>
                    <a:latin typeface="Times New Roman Bold" panose="02020803070505020304" charset="0"/>
                    <a:ea typeface="微软雅黑" panose="020B0503020204020204" pitchFamily="34" charset="-122"/>
                    <a:cs typeface="Times New Roman Bold" panose="02020803070505020304" charset="0"/>
                  </a:rPr>
                  <a:t>1</a:t>
                </a:r>
                <a:endParaRPr kumimoji="1" lang="zh-CN" altLang="en-US" sz="3600" b="1" spc="300" dirty="0">
                  <a:solidFill>
                    <a:schemeClr val="bg1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endParaRPr>
              </a:p>
            </p:txBody>
          </p:sp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5DD8D6C-C2FD-204B-A89E-D09E09E157B9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428" y="4447"/>
                <a:ext cx="2973" cy="580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sp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kumimoji="1" lang="en-US" altLang="zh-CN" b="1" i="1" dirty="0">
                    <a:solidFill>
                      <a:schemeClr val="bg1"/>
                    </a:solidFill>
                    <a:uFillTx/>
                    <a:latin typeface="Times New Roman Bold Italic" panose="02020803070505020304" charset="0"/>
                    <a:cs typeface="Times New Roman Bold Italic" panose="02020803070505020304" charset="0"/>
                    <a:sym typeface="+mn-ea"/>
                  </a:rPr>
                  <a:t>Part </a:t>
                </a:r>
                <a:r>
                  <a:rPr kumimoji="1" lang="en-US" altLang="zh-CN" b="1" i="1" dirty="0">
                    <a:solidFill>
                      <a:schemeClr val="bg1"/>
                    </a:solidFill>
                    <a:latin typeface="Times New Roman Bold Italic" panose="02020803070505020304" charset="0"/>
                    <a:cs typeface="Times New Roman Bold Italic" panose="02020803070505020304" charset="0"/>
                    <a:sym typeface="+mn-ea"/>
                  </a:rPr>
                  <a:t>one</a:t>
                </a:r>
                <a:endParaRPr kumimoji="1" lang="en-US" altLang="zh-CN" b="1" i="1" dirty="0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endParaRPr>
              </a:p>
            </p:txBody>
          </p:sp>
        </p:grpSp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8D4285A3-B04F-B20A-A2F4-8FDB6AF7C5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1278" y="133350"/>
            <a:ext cx="2349443" cy="184414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14EE4E1-D5B5-A3D2-BE03-12C581BE1142}"/>
              </a:ext>
            </a:extLst>
          </p:cNvPr>
          <p:cNvSpPr txBox="1"/>
          <p:nvPr/>
        </p:nvSpPr>
        <p:spPr>
          <a:xfrm>
            <a:off x="563879" y="5932169"/>
            <a:ext cx="11064240" cy="359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2685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B7A96-A452-1957-078B-ABF067681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2863D5D-07DE-E8B3-8242-669B821F6011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732F396-268F-820C-3DB9-1C1A5CFA202E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F4120AE1-32D5-3EC7-5A71-C8F600D8CB3D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3A389604-D78E-76EC-6B4A-6ADFA85FCF12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A5D296-17D7-B65D-E04E-8AC327E5872D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748739-1FCB-C161-D2C4-012219597422}"/>
              </a:ext>
            </a:extLst>
          </p:cNvPr>
          <p:cNvSpPr txBox="1"/>
          <p:nvPr/>
        </p:nvSpPr>
        <p:spPr>
          <a:xfrm>
            <a:off x="1663046" y="86709"/>
            <a:ext cx="107228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1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Hecaton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Training Large Language Models with  Scalable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Waferscale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Chiplet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Systems 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3CDB903-D684-55E2-6677-63B387756AFA}"/>
              </a:ext>
            </a:extLst>
          </p:cNvPr>
          <p:cNvSpPr txBox="1"/>
          <p:nvPr/>
        </p:nvSpPr>
        <p:spPr>
          <a:xfrm>
            <a:off x="1964003" y="1143054"/>
            <a:ext cx="18399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1.1 intro</a:t>
            </a:r>
            <a:endParaRPr kumimoji="1" lang="zh-CN" altLang="en-US" sz="2000" b="1" spc="12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29EBC9-ED3D-3A33-1D86-EDF827572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B1A0C70-2EC6-48A1-9DE6-1865D03C0A3F}"/>
              </a:ext>
            </a:extLst>
          </p:cNvPr>
          <p:cNvSpPr txBox="1"/>
          <p:nvPr/>
        </p:nvSpPr>
        <p:spPr>
          <a:xfrm>
            <a:off x="1828800" y="1687854"/>
            <a:ext cx="8610600" cy="1520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 Regular" panose="02020803070505020304" charset="0"/>
                <a:sym typeface="+mn-ea"/>
              </a:rPr>
              <a:t>是第一篇系统讨论如何使用 </a:t>
            </a:r>
            <a:r>
              <a:rPr lang="en-US" altLang="zh-CN" sz="2000" spc="12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 Regular" panose="02020803070505020304" charset="0"/>
                <a:sym typeface="+mn-ea"/>
              </a:rPr>
              <a:t>Chiplet</a:t>
            </a:r>
            <a:r>
              <a:rPr lang="en-US" altLang="zh-CN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 Regular" panose="02020803070505020304" charset="0"/>
                <a:sym typeface="+mn-ea"/>
              </a:rPr>
              <a:t> </a:t>
            </a: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 Regular" panose="02020803070505020304" charset="0"/>
                <a:sym typeface="+mn-ea"/>
              </a:rPr>
              <a:t>训练</a:t>
            </a:r>
            <a:r>
              <a:rPr lang="en-US" altLang="zh-CN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 Regular" panose="02020803070505020304" charset="0"/>
                <a:sym typeface="+mn-ea"/>
              </a:rPr>
              <a:t>LLM</a:t>
            </a: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 Regular" panose="02020803070505020304" charset="0"/>
                <a:sym typeface="+mn-ea"/>
              </a:rPr>
              <a:t>的工作</a:t>
            </a:r>
            <a:endParaRPr lang="en-US" altLang="zh-CN" sz="2000" spc="120" dirty="0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 Regular" panose="020208030705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b="0" i="0" dirty="0">
                <a:solidFill>
                  <a:srgbClr val="000000"/>
                </a:solidFill>
                <a:effectLst/>
                <a:latin typeface="Inter"/>
              </a:rPr>
              <a:t>减少通信量：将全芯片全局通信简化为 “列内 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Inter"/>
              </a:rPr>
              <a:t>/all-gather +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Inter"/>
              </a:rPr>
              <a:t>行内 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Inter"/>
              </a:rPr>
              <a:t>/reduce-scatter”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Inter"/>
              </a:rPr>
              <a:t>，仅局部通信，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Inter"/>
              </a:rPr>
              <a:t>NoP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Inter"/>
              </a:rPr>
              <a:t>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Inter"/>
              </a:rPr>
              <a:t>开销降低。</a:t>
            </a: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endParaRPr lang="en-US" altLang="zh-CN" sz="2000" spc="120" dirty="0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 Regular" panose="02020803070505020304" charset="0"/>
              <a:sym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CB69056-6A2B-3EA5-92EE-698C35D1A3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3904" y="3649538"/>
            <a:ext cx="5450350" cy="2515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936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B7A96-A452-1957-078B-ABF067681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2863D5D-07DE-E8B3-8242-669B821F6011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732F396-268F-820C-3DB9-1C1A5CFA202E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F4120AE1-32D5-3EC7-5A71-C8F600D8CB3D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3A389604-D78E-76EC-6B4A-6ADFA85FCF12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A5D296-17D7-B65D-E04E-8AC327E5872D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748739-1FCB-C161-D2C4-012219597422}"/>
              </a:ext>
            </a:extLst>
          </p:cNvPr>
          <p:cNvSpPr txBox="1"/>
          <p:nvPr/>
        </p:nvSpPr>
        <p:spPr>
          <a:xfrm>
            <a:off x="1663046" y="86709"/>
            <a:ext cx="107228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1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Hecaton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Training Large Language Models with  Scalable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Waferscale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Chiplet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Systems 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3CDB903-D684-55E2-6677-63B387756AFA}"/>
              </a:ext>
            </a:extLst>
          </p:cNvPr>
          <p:cNvSpPr txBox="1"/>
          <p:nvPr/>
        </p:nvSpPr>
        <p:spPr>
          <a:xfrm>
            <a:off x="1964003" y="1143054"/>
            <a:ext cx="18399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1.1 intro</a:t>
            </a:r>
            <a:endParaRPr kumimoji="1" lang="zh-CN" altLang="en-US" sz="2000" b="1" spc="12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29EBC9-ED3D-3A33-1D86-EDF827572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1C7FDE0-5F1F-8C8A-A3F7-AF493FCE66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0555" y="1792300"/>
            <a:ext cx="4316288" cy="198506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5BA600D4-0CB4-11F4-B392-95A1A27591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6370" y="1640108"/>
            <a:ext cx="4060151" cy="1850364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508E89C6-3D0A-6D5D-C468-63E7B96EB0E5}"/>
              </a:ext>
            </a:extLst>
          </p:cNvPr>
          <p:cNvSpPr txBox="1"/>
          <p:nvPr/>
        </p:nvSpPr>
        <p:spPr>
          <a:xfrm>
            <a:off x="2648607" y="2033752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0" dirty="0">
                <a:solidFill>
                  <a:srgbClr val="4F4F4F"/>
                </a:solidFill>
                <a:effectLst/>
                <a:latin typeface="PingFang SC"/>
              </a:rPr>
              <a:t>scatter</a:t>
            </a:r>
          </a:p>
          <a:p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49DDD74-41D7-6085-0106-90C258749CF4}"/>
              </a:ext>
            </a:extLst>
          </p:cNvPr>
          <p:cNvSpPr txBox="1"/>
          <p:nvPr/>
        </p:nvSpPr>
        <p:spPr>
          <a:xfrm>
            <a:off x="9922551" y="2972240"/>
            <a:ext cx="13892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4F4F4F"/>
                </a:solidFill>
                <a:effectLst/>
                <a:latin typeface="PingFang SC"/>
              </a:rPr>
              <a:t>gather</a:t>
            </a:r>
          </a:p>
          <a:p>
            <a:endParaRPr lang="en-US" altLang="zh-CN" b="1" i="0" dirty="0">
              <a:solidFill>
                <a:srgbClr val="4F4F4F"/>
              </a:solidFill>
              <a:effectLst/>
              <a:latin typeface="PingFang SC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400AD73C-0547-5663-B403-6CBD24A5C9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29735" y="4634465"/>
            <a:ext cx="3943727" cy="1770020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D3341624-9508-63EB-28AD-FDEF10E72FA7}"/>
              </a:ext>
            </a:extLst>
          </p:cNvPr>
          <p:cNvSpPr txBox="1"/>
          <p:nvPr/>
        </p:nvSpPr>
        <p:spPr>
          <a:xfrm>
            <a:off x="2461263" y="4714600"/>
            <a:ext cx="61919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4F4F4F"/>
                </a:solidFill>
                <a:effectLst/>
                <a:latin typeface="PingFang SC"/>
              </a:rPr>
              <a:t>broadcast </a:t>
            </a:r>
          </a:p>
          <a:p>
            <a:endParaRPr lang="en-US" altLang="zh-CN" b="1" i="0" dirty="0">
              <a:solidFill>
                <a:srgbClr val="4F4F4F"/>
              </a:solidFill>
              <a:effectLst/>
              <a:latin typeface="PingFang SC"/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2C2E06BA-7BBA-0A16-1F85-8E1D98CA48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4628" y="4230954"/>
            <a:ext cx="4426873" cy="2067209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B6BFF38E-53BF-BCAA-F296-32B113561CED}"/>
              </a:ext>
            </a:extLst>
          </p:cNvPr>
          <p:cNvSpPr txBox="1"/>
          <p:nvPr/>
        </p:nvSpPr>
        <p:spPr>
          <a:xfrm>
            <a:off x="10419036" y="5755627"/>
            <a:ext cx="14034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4F4F4F"/>
                </a:solidFill>
                <a:effectLst/>
                <a:latin typeface="PingFang SC"/>
              </a:rPr>
              <a:t>reduce</a:t>
            </a:r>
          </a:p>
          <a:p>
            <a:endParaRPr lang="en-US" altLang="zh-CN" b="1" i="0" dirty="0">
              <a:solidFill>
                <a:srgbClr val="4F4F4F"/>
              </a:solidFill>
              <a:effectLst/>
              <a:latin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20194990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B7A96-A452-1957-078B-ABF067681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2863D5D-07DE-E8B3-8242-669B821F6011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732F396-268F-820C-3DB9-1C1A5CFA202E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F4120AE1-32D5-3EC7-5A71-C8F600D8CB3D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3A389604-D78E-76EC-6B4A-6ADFA85FCF12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A5D296-17D7-B65D-E04E-8AC327E5872D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748739-1FCB-C161-D2C4-012219597422}"/>
              </a:ext>
            </a:extLst>
          </p:cNvPr>
          <p:cNvSpPr txBox="1"/>
          <p:nvPr/>
        </p:nvSpPr>
        <p:spPr>
          <a:xfrm>
            <a:off x="1663046" y="86709"/>
            <a:ext cx="107228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1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Hecaton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Training Large Language Models with  Scalable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Waferscale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Chiplet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Systems 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29EBC9-ED3D-3A33-1D86-EDF827572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0EEE003B-4FDB-9624-D693-81EAA775DB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3046" y="1158464"/>
            <a:ext cx="3849787" cy="2021562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F80CCDE7-F003-AC11-C59E-BA621296AD55}"/>
              </a:ext>
            </a:extLst>
          </p:cNvPr>
          <p:cNvSpPr txBox="1"/>
          <p:nvPr/>
        </p:nvSpPr>
        <p:spPr>
          <a:xfrm>
            <a:off x="1941821" y="3200936"/>
            <a:ext cx="61919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1" i="0" dirty="0">
                <a:solidFill>
                  <a:srgbClr val="4F4F4F"/>
                </a:solidFill>
                <a:effectLst/>
                <a:latin typeface="PingFang SC"/>
              </a:rPr>
              <a:t>all-reduce </a:t>
            </a:r>
            <a:r>
              <a:rPr lang="zh-CN" altLang="en-US" b="1" i="0" dirty="0">
                <a:solidFill>
                  <a:srgbClr val="4F4F4F"/>
                </a:solidFill>
                <a:effectLst/>
                <a:latin typeface="PingFang SC"/>
              </a:rPr>
              <a:t>：</a:t>
            </a:r>
            <a:r>
              <a:rPr lang="en-US" altLang="zh-CN" b="1" i="0" dirty="0">
                <a:solidFill>
                  <a:srgbClr val="4F4F4F"/>
                </a:solidFill>
                <a:effectLst/>
                <a:latin typeface="PingFang SC"/>
              </a:rPr>
              <a:t>reduce + broadcast</a:t>
            </a:r>
          </a:p>
          <a:p>
            <a:br>
              <a:rPr lang="en-US" altLang="zh-CN" dirty="0"/>
            </a:br>
            <a:endParaRPr lang="zh-CN" altLang="en-US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AFCD2B2B-022C-EDC3-073D-4C86A92506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9946" y="3894744"/>
            <a:ext cx="3903699" cy="1936372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D6C3C762-29BE-3538-B6C5-DC1C1FF9253F}"/>
              </a:ext>
            </a:extLst>
          </p:cNvPr>
          <p:cNvSpPr txBox="1"/>
          <p:nvPr/>
        </p:nvSpPr>
        <p:spPr>
          <a:xfrm>
            <a:off x="2166030" y="5767911"/>
            <a:ext cx="61919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1" i="0" dirty="0">
                <a:solidFill>
                  <a:srgbClr val="4F4F4F"/>
                </a:solidFill>
                <a:effectLst/>
                <a:latin typeface="PingFang SC"/>
              </a:rPr>
              <a:t>all gather  </a:t>
            </a:r>
            <a:r>
              <a:rPr lang="zh-CN" altLang="en-US" b="1" i="0" dirty="0">
                <a:solidFill>
                  <a:srgbClr val="4F4F4F"/>
                </a:solidFill>
                <a:effectLst/>
                <a:latin typeface="PingFang SC"/>
              </a:rPr>
              <a:t>：</a:t>
            </a:r>
            <a:r>
              <a:rPr lang="en-US" altLang="zh-CN" b="1" i="0" dirty="0">
                <a:solidFill>
                  <a:srgbClr val="4F4F4F"/>
                </a:solidFill>
                <a:effectLst/>
                <a:latin typeface="PingFang SC"/>
              </a:rPr>
              <a:t>gather + broadcast</a:t>
            </a:r>
          </a:p>
          <a:p>
            <a:br>
              <a:rPr lang="en-US" altLang="zh-CN" dirty="0"/>
            </a:br>
            <a:endParaRPr lang="zh-CN" altLang="en-US" dirty="0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5DF4078A-D7AC-F7E8-F246-BE395B6724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2545" y="1604699"/>
            <a:ext cx="5864143" cy="1751459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FCCCEEA3-EEC3-BBC0-AB28-546130B6CEED}"/>
              </a:ext>
            </a:extLst>
          </p:cNvPr>
          <p:cNvSpPr txBox="1"/>
          <p:nvPr/>
        </p:nvSpPr>
        <p:spPr>
          <a:xfrm>
            <a:off x="6782927" y="3313311"/>
            <a:ext cx="103672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altLang="zh-CN" b="1" i="0" dirty="0">
                <a:solidFill>
                  <a:srgbClr val="4F4F4F"/>
                </a:solidFill>
                <a:effectLst/>
                <a:latin typeface="PingFang SC"/>
              </a:rPr>
              <a:t> reduce-scatter </a:t>
            </a:r>
            <a:r>
              <a:rPr lang="zh-CN" altLang="it-IT" b="1" i="0" dirty="0">
                <a:solidFill>
                  <a:srgbClr val="4F4F4F"/>
                </a:solidFill>
                <a:effectLst/>
                <a:latin typeface="PingFang SC"/>
              </a:rPr>
              <a:t>：先 </a:t>
            </a:r>
            <a:r>
              <a:rPr lang="it-IT" altLang="zh-CN" b="1" i="0" dirty="0">
                <a:solidFill>
                  <a:srgbClr val="4F4F4F"/>
                </a:solidFill>
                <a:effectLst/>
                <a:latin typeface="PingFang SC"/>
              </a:rPr>
              <a:t>reduce + </a:t>
            </a:r>
            <a:r>
              <a:rPr lang="zh-CN" altLang="it-IT" b="1" i="0" dirty="0">
                <a:solidFill>
                  <a:srgbClr val="4F4F4F"/>
                </a:solidFill>
                <a:effectLst/>
                <a:latin typeface="PingFang SC"/>
              </a:rPr>
              <a:t>再 </a:t>
            </a:r>
            <a:r>
              <a:rPr lang="it-IT" altLang="zh-CN" b="1" i="0" dirty="0">
                <a:solidFill>
                  <a:srgbClr val="4F4F4F"/>
                </a:solidFill>
                <a:effectLst/>
                <a:latin typeface="PingFang SC"/>
              </a:rPr>
              <a:t>scatter</a:t>
            </a:r>
          </a:p>
        </p:txBody>
      </p:sp>
    </p:spTree>
    <p:extLst>
      <p:ext uri="{BB962C8B-B14F-4D97-AF65-F5344CB8AC3E}">
        <p14:creationId xmlns:p14="http://schemas.microsoft.com/office/powerpoint/2010/main" val="39800933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B7A96-A452-1957-078B-ABF067681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2863D5D-07DE-E8B3-8242-669B821F6011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732F396-268F-820C-3DB9-1C1A5CFA202E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F4120AE1-32D5-3EC7-5A71-C8F600D8CB3D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3A389604-D78E-76EC-6B4A-6ADFA85FCF12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A5D296-17D7-B65D-E04E-8AC327E5872D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748739-1FCB-C161-D2C4-012219597422}"/>
              </a:ext>
            </a:extLst>
          </p:cNvPr>
          <p:cNvSpPr txBox="1"/>
          <p:nvPr/>
        </p:nvSpPr>
        <p:spPr>
          <a:xfrm>
            <a:off x="1663046" y="86709"/>
            <a:ext cx="107228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1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Hecaton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Training Large Language Models with  Scalable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Waferscale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Chiplet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Systems 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29EBC9-ED3D-3A33-1D86-EDF827572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53467D6-771D-C49D-EC9F-D497939356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5527" y="987934"/>
            <a:ext cx="4241546" cy="5870507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41EB57BE-65CD-8D4F-BB4C-FF1FCC9E1CE3}"/>
              </a:ext>
            </a:extLst>
          </p:cNvPr>
          <p:cNvSpPr/>
          <p:nvPr/>
        </p:nvSpPr>
        <p:spPr>
          <a:xfrm>
            <a:off x="1828800" y="2118035"/>
            <a:ext cx="4120754" cy="1778167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EBA8951-7CD8-B07A-5018-1A536AD8C33E}"/>
              </a:ext>
            </a:extLst>
          </p:cNvPr>
          <p:cNvSpPr/>
          <p:nvPr/>
        </p:nvSpPr>
        <p:spPr>
          <a:xfrm>
            <a:off x="1828800" y="4083269"/>
            <a:ext cx="4120753" cy="260919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2018205-471F-B52A-E2B7-674FD01BBE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0346" y="2390989"/>
            <a:ext cx="5851962" cy="2340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5668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B7A96-A452-1957-078B-ABF067681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白板上写着字&#10;&#10;AI 生成的内容可能不正确。">
            <a:extLst>
              <a:ext uri="{FF2B5EF4-FFF2-40B4-BE49-F238E27FC236}">
                <a16:creationId xmlns:a16="http://schemas.microsoft.com/office/drawing/2014/main" id="{B1CF553B-7FF2-52C0-2375-C268D1BD78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096455" y="19382"/>
            <a:ext cx="5142496" cy="7677807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2863D5D-07DE-E8B3-8242-669B821F6011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732F396-268F-820C-3DB9-1C1A5CFA202E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F4120AE1-32D5-3EC7-5A71-C8F600D8CB3D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3A389604-D78E-76EC-6B4A-6ADFA85FCF12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A5D296-17D7-B65D-E04E-8AC327E5872D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748739-1FCB-C161-D2C4-012219597422}"/>
              </a:ext>
            </a:extLst>
          </p:cNvPr>
          <p:cNvSpPr txBox="1"/>
          <p:nvPr/>
        </p:nvSpPr>
        <p:spPr>
          <a:xfrm>
            <a:off x="1663046" y="86709"/>
            <a:ext cx="107228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1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Hecaton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Training Large Language Models with  Scalable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Waferscale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Chiplet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Systems 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29EBC9-ED3D-3A33-1D86-EDF8275725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10" name="椭圆 9">
            <a:extLst>
              <a:ext uri="{FF2B5EF4-FFF2-40B4-BE49-F238E27FC236}">
                <a16:creationId xmlns:a16="http://schemas.microsoft.com/office/drawing/2014/main" id="{B4E4C895-F29A-89F7-921F-A54EE7ECEC08}"/>
              </a:ext>
            </a:extLst>
          </p:cNvPr>
          <p:cNvSpPr/>
          <p:nvPr/>
        </p:nvSpPr>
        <p:spPr>
          <a:xfrm>
            <a:off x="6327648" y="2118036"/>
            <a:ext cx="2359152" cy="111284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B4FDF35-CC3F-4087-968A-2BA0734F5824}"/>
              </a:ext>
            </a:extLst>
          </p:cNvPr>
          <p:cNvSpPr txBox="1"/>
          <p:nvPr/>
        </p:nvSpPr>
        <p:spPr>
          <a:xfrm>
            <a:off x="8351521" y="2118035"/>
            <a:ext cx="2011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reduce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22F9B2C5-4C03-6166-A729-0224E7671370}"/>
              </a:ext>
            </a:extLst>
          </p:cNvPr>
          <p:cNvSpPr/>
          <p:nvPr/>
        </p:nvSpPr>
        <p:spPr>
          <a:xfrm>
            <a:off x="8022336" y="2913888"/>
            <a:ext cx="1650024" cy="713233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291FCD1-2AF6-1AAD-1D9E-35BA1D364CCE}"/>
              </a:ext>
            </a:extLst>
          </p:cNvPr>
          <p:cNvSpPr txBox="1"/>
          <p:nvPr/>
        </p:nvSpPr>
        <p:spPr>
          <a:xfrm>
            <a:off x="8475076" y="3662590"/>
            <a:ext cx="23945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Scatter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27104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B7A96-A452-1957-078B-ABF067681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2863D5D-07DE-E8B3-8242-669B821F6011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732F396-268F-820C-3DB9-1C1A5CFA202E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F4120AE1-32D5-3EC7-5A71-C8F600D8CB3D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3A389604-D78E-76EC-6B4A-6ADFA85FCF12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A5D296-17D7-B65D-E04E-8AC327E5872D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748739-1FCB-C161-D2C4-012219597422}"/>
              </a:ext>
            </a:extLst>
          </p:cNvPr>
          <p:cNvSpPr txBox="1"/>
          <p:nvPr/>
        </p:nvSpPr>
        <p:spPr>
          <a:xfrm>
            <a:off x="1663046" y="86709"/>
            <a:ext cx="107228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1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Hecaton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Training Large Language Models with  Scalable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Waferscale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Chiplet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Systems 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29EBC9-ED3D-3A33-1D86-EDF827572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238F15A-A741-5BF4-EE24-DC922EC947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821" y="1439378"/>
            <a:ext cx="9110720" cy="2456823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F83A3877-85DF-CA61-AC06-97024C7CA6C1}"/>
              </a:ext>
            </a:extLst>
          </p:cNvPr>
          <p:cNvSpPr txBox="1"/>
          <p:nvPr/>
        </p:nvSpPr>
        <p:spPr>
          <a:xfrm>
            <a:off x="1729740" y="4190999"/>
            <a:ext cx="66808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effectLst/>
                <a:latin typeface="Inter"/>
              </a:rPr>
              <a:t>确保同一注意力头的数据在同一芯片处理，避免跨芯片</a:t>
            </a:r>
            <a:r>
              <a:rPr lang="zh-CN" altLang="en-US" dirty="0">
                <a:latin typeface="Inter"/>
              </a:rPr>
              <a:t>通信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245099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58*36"/>
  <p:tag name="TABLE_ENDDRAG_RECT" val="573*376*258*3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55*29"/>
  <p:tag name="TABLE_ENDDRAG_RECT" val="416*376*155*29"/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55*29"/>
  <p:tag name="TABLE_ENDDRAG_RECT" val="416*376*155*29"/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55*29"/>
  <p:tag name="TABLE_ENDDRAG_RECT" val="416*376*155*29"/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55*29"/>
  <p:tag name="TABLE_ENDDRAG_RECT" val="416*376*155*29"/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3492</TotalTime>
  <Words>226</Words>
  <Application>Microsoft Office PowerPoint</Application>
  <PresentationFormat>宽屏</PresentationFormat>
  <Paragraphs>51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-apple-system</vt:lpstr>
      <vt:lpstr>Inter</vt:lpstr>
      <vt:lpstr>PingFang SC</vt:lpstr>
      <vt:lpstr>Times New Roman Regular</vt:lpstr>
      <vt:lpstr>等线</vt:lpstr>
      <vt:lpstr>黑体</vt:lpstr>
      <vt:lpstr>微软雅黑</vt:lpstr>
      <vt:lpstr>Arial</vt:lpstr>
      <vt:lpstr>Times New Roman</vt:lpstr>
      <vt:lpstr>Times New Roman Bold</vt:lpstr>
      <vt:lpstr>Times New Roman Bold Italic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liao huang</dc:creator>
  <cp:lastModifiedBy>旭蕤 李</cp:lastModifiedBy>
  <cp:revision>6</cp:revision>
  <dcterms:created xsi:type="dcterms:W3CDTF">2025-08-20T06:57:41Z</dcterms:created>
  <dcterms:modified xsi:type="dcterms:W3CDTF">2025-10-10T07:55:00Z</dcterms:modified>
</cp:coreProperties>
</file>