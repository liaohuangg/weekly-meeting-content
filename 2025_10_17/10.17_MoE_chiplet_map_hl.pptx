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72" r:id="rId3"/>
    <p:sldId id="313" r:id="rId4"/>
    <p:sldId id="346" r:id="rId5"/>
    <p:sldId id="355" r:id="rId6"/>
    <p:sldId id="347" r:id="rId7"/>
    <p:sldId id="349" r:id="rId8"/>
    <p:sldId id="348" r:id="rId9"/>
    <p:sldId id="350" r:id="rId10"/>
    <p:sldId id="351" r:id="rId11"/>
    <p:sldId id="352" r:id="rId12"/>
    <p:sldId id="353" r:id="rId13"/>
    <p:sldId id="356" r:id="rId14"/>
    <p:sldId id="354" r:id="rId15"/>
    <p:sldId id="357" r:id="rId16"/>
    <p:sldId id="358" r:id="rId17"/>
    <p:sldId id="359" r:id="rId18"/>
    <p:sldId id="360" r:id="rId19"/>
    <p:sldId id="361" r:id="rId20"/>
    <p:sldId id="362" r:id="rId21"/>
    <p:sldId id="363" r:id="rId22"/>
    <p:sldId id="364" r:id="rId23"/>
    <p:sldId id="365"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0DD1131-E15C-442C-ADEB-F5A77FD726CB}">
          <p14:sldIdLst>
            <p14:sldId id="257"/>
            <p14:sldId id="272"/>
          </p14:sldIdLst>
        </p14:section>
        <p14:section name="1" id="{3CE12ECF-0D44-4DDB-A890-C7DBAE28C2AA}">
          <p14:sldIdLst>
            <p14:sldId id="313"/>
            <p14:sldId id="346"/>
            <p14:sldId id="355"/>
            <p14:sldId id="347"/>
            <p14:sldId id="349"/>
            <p14:sldId id="348"/>
            <p14:sldId id="350"/>
          </p14:sldIdLst>
        </p14:section>
        <p14:section name="2" id="{CCEC1683-DB1A-4926-96B6-8D0F27B8B71C}">
          <p14:sldIdLst>
            <p14:sldId id="351"/>
            <p14:sldId id="352"/>
          </p14:sldIdLst>
        </p14:section>
        <p14:section name="3 attention/MoE数据流" id="{B7B42A9C-24AB-491A-8AA5-4EF7C2605C19}">
          <p14:sldIdLst>
            <p14:sldId id="353"/>
            <p14:sldId id="356"/>
            <p14:sldId id="354"/>
            <p14:sldId id="357"/>
            <p14:sldId id="358"/>
            <p14:sldId id="359"/>
            <p14:sldId id="360"/>
            <p14:sldId id="361"/>
            <p14:sldId id="362"/>
            <p14:sldId id="363"/>
            <p14:sldId id="364"/>
            <p14:sldId id="3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BB2252-E5CD-423A-A13D-E663401C1AB1}" v="137" dt="2025-10-17T06:34:43.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01" autoAdjust="0"/>
    <p:restoredTop sz="95664" autoAdjust="0"/>
  </p:normalViewPr>
  <p:slideViewPr>
    <p:cSldViewPr snapToGrid="0">
      <p:cViewPr varScale="1">
        <p:scale>
          <a:sx n="96" d="100"/>
          <a:sy n="96" d="100"/>
        </p:scale>
        <p:origin x="90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o huang" userId="ec82cc6f13daab8b" providerId="LiveId" clId="{3DDF1037-D680-41D5-9118-89A1A9D18C4B}"/>
    <pc:docChg chg="undo custSel addSld delSld modSld sldOrd modSection">
      <pc:chgData name="liao huang" userId="ec82cc6f13daab8b" providerId="LiveId" clId="{3DDF1037-D680-41D5-9118-89A1A9D18C4B}" dt="2025-10-17T08:07:18.590" v="946"/>
      <pc:docMkLst>
        <pc:docMk/>
      </pc:docMkLst>
      <pc:sldChg chg="modSp mod">
        <pc:chgData name="liao huang" userId="ec82cc6f13daab8b" providerId="LiveId" clId="{3DDF1037-D680-41D5-9118-89A1A9D18C4B}" dt="2025-10-13T07:36:49.275" v="541"/>
        <pc:sldMkLst>
          <pc:docMk/>
          <pc:sldMk cId="0" sldId="257"/>
        </pc:sldMkLst>
        <pc:spChg chg="mod">
          <ac:chgData name="liao huang" userId="ec82cc6f13daab8b" providerId="LiveId" clId="{3DDF1037-D680-41D5-9118-89A1A9D18C4B}" dt="2025-10-13T07:36:49.275" v="541"/>
          <ac:spMkLst>
            <pc:docMk/>
            <pc:sldMk cId="0" sldId="257"/>
            <ac:spMk id="8" creationId="{00000000-0000-0000-0000-000000000000}"/>
          </ac:spMkLst>
        </pc:spChg>
        <pc:graphicFrameChg chg="modGraphic">
          <ac:chgData name="liao huang" userId="ec82cc6f13daab8b" providerId="LiveId" clId="{3DDF1037-D680-41D5-9118-89A1A9D18C4B}" dt="2025-10-13T06:47:12.294" v="3" actId="20577"/>
          <ac:graphicFrameMkLst>
            <pc:docMk/>
            <pc:sldMk cId="0" sldId="257"/>
            <ac:graphicFrameMk id="33" creationId="{00000000-0000-0000-0000-000000000000}"/>
          </ac:graphicFrameMkLst>
        </pc:graphicFrameChg>
      </pc:sldChg>
      <pc:sldChg chg="addSp modSp mod">
        <pc:chgData name="liao huang" userId="ec82cc6f13daab8b" providerId="LiveId" clId="{3DDF1037-D680-41D5-9118-89A1A9D18C4B}" dt="2025-10-17T08:07:18.590" v="946"/>
        <pc:sldMkLst>
          <pc:docMk/>
          <pc:sldMk cId="0" sldId="272"/>
        </pc:sldMkLst>
        <pc:spChg chg="mod">
          <ac:chgData name="liao huang" userId="ec82cc6f13daab8b" providerId="LiveId" clId="{3DDF1037-D680-41D5-9118-89A1A9D18C4B}" dt="2025-10-17T08:06:43.093" v="930" actId="1076"/>
          <ac:spMkLst>
            <pc:docMk/>
            <pc:sldMk cId="0" sldId="272"/>
            <ac:spMk id="3" creationId="{3DC1BF68-F3AE-9F3D-07F9-8F2D2732544A}"/>
          </ac:spMkLst>
        </pc:spChg>
        <pc:spChg chg="mod">
          <ac:chgData name="liao huang" userId="ec82cc6f13daab8b" providerId="LiveId" clId="{3DDF1037-D680-41D5-9118-89A1A9D18C4B}" dt="2025-10-13T07:37:50.932" v="565" actId="20577"/>
          <ac:spMkLst>
            <pc:docMk/>
            <pc:sldMk cId="0" sldId="272"/>
            <ac:spMk id="8" creationId="{00000000-0000-0000-0000-000000000000}"/>
          </ac:spMkLst>
        </pc:spChg>
        <pc:spChg chg="add mod">
          <ac:chgData name="liao huang" userId="ec82cc6f13daab8b" providerId="LiveId" clId="{3DDF1037-D680-41D5-9118-89A1A9D18C4B}" dt="2025-10-17T08:06:49.593" v="933" actId="20577"/>
          <ac:spMkLst>
            <pc:docMk/>
            <pc:sldMk cId="0" sldId="272"/>
            <ac:spMk id="10" creationId="{DA75813A-7E3E-408B-9ED1-70DC09F4A7F1}"/>
          </ac:spMkLst>
        </pc:spChg>
        <pc:spChg chg="add mod">
          <ac:chgData name="liao huang" userId="ec82cc6f13daab8b" providerId="LiveId" clId="{3DDF1037-D680-41D5-9118-89A1A9D18C4B}" dt="2025-10-17T08:07:12.087" v="941" actId="20577"/>
          <ac:spMkLst>
            <pc:docMk/>
            <pc:sldMk cId="0" sldId="272"/>
            <ac:spMk id="12" creationId="{0722B0B2-8EB6-4592-B185-D67B19F57DA2}"/>
          </ac:spMkLst>
        </pc:spChg>
        <pc:spChg chg="mod">
          <ac:chgData name="liao huang" userId="ec82cc6f13daab8b" providerId="LiveId" clId="{3DDF1037-D680-41D5-9118-89A1A9D18C4B}" dt="2025-10-17T08:07:18.590" v="946"/>
          <ac:spMkLst>
            <pc:docMk/>
            <pc:sldMk cId="0" sldId="272"/>
            <ac:spMk id="17" creationId="{71632EED-C22E-0513-2F46-EC2A838402C9}"/>
          </ac:spMkLst>
        </pc:spChg>
        <pc:grpChg chg="mod">
          <ac:chgData name="liao huang" userId="ec82cc6f13daab8b" providerId="LiveId" clId="{3DDF1037-D680-41D5-9118-89A1A9D18C4B}" dt="2025-10-17T08:06:43.093" v="930" actId="1076"/>
          <ac:grpSpMkLst>
            <pc:docMk/>
            <pc:sldMk cId="0" sldId="272"/>
            <ac:grpSpMk id="11" creationId="{8F7C0971-7369-E9FF-7DCF-2CA105016570}"/>
          </ac:grpSpMkLst>
        </pc:grpChg>
      </pc:sldChg>
      <pc:sldChg chg="addSp delSp modSp mod">
        <pc:chgData name="liao huang" userId="ec82cc6f13daab8b" providerId="LiveId" clId="{3DDF1037-D680-41D5-9118-89A1A9D18C4B}" dt="2025-10-13T07:38:13.992" v="573" actId="1076"/>
        <pc:sldMkLst>
          <pc:docMk/>
          <pc:sldMk cId="1682685868" sldId="313"/>
        </pc:sldMkLst>
        <pc:spChg chg="mod">
          <ac:chgData name="liao huang" userId="ec82cc6f13daab8b" providerId="LiveId" clId="{3DDF1037-D680-41D5-9118-89A1A9D18C4B}" dt="2025-10-13T07:38:08.109" v="571" actId="1076"/>
          <ac:spMkLst>
            <pc:docMk/>
            <pc:sldMk cId="1682685868" sldId="313"/>
            <ac:spMk id="10" creationId="{A60B6048-639C-010F-B7C6-1867337A5C44}"/>
          </ac:spMkLst>
        </pc:spChg>
        <pc:spChg chg="add mod">
          <ac:chgData name="liao huang" userId="ec82cc6f13daab8b" providerId="LiveId" clId="{3DDF1037-D680-41D5-9118-89A1A9D18C4B}" dt="2025-10-13T07:38:13.992" v="573" actId="1076"/>
          <ac:spMkLst>
            <pc:docMk/>
            <pc:sldMk cId="1682685868" sldId="313"/>
            <ac:spMk id="15" creationId="{4CDEE8D1-A6C4-49B4-9439-4A6BA62780FD}"/>
          </ac:spMkLst>
        </pc:spChg>
      </pc:sldChg>
      <pc:sldChg chg="del">
        <pc:chgData name="liao huang" userId="ec82cc6f13daab8b" providerId="LiveId" clId="{3DDF1037-D680-41D5-9118-89A1A9D18C4B}" dt="2025-10-13T09:23:13.163" v="715" actId="47"/>
        <pc:sldMkLst>
          <pc:docMk/>
          <pc:sldMk cId="3027936104" sldId="333"/>
        </pc:sldMkLst>
      </pc:sldChg>
      <pc:sldChg chg="del">
        <pc:chgData name="liao huang" userId="ec82cc6f13daab8b" providerId="LiveId" clId="{3DDF1037-D680-41D5-9118-89A1A9D18C4B}" dt="2025-10-13T09:23:12.004" v="713" actId="47"/>
        <pc:sldMkLst>
          <pc:docMk/>
          <pc:sldMk cId="4281670140" sldId="334"/>
        </pc:sldMkLst>
      </pc:sldChg>
      <pc:sldChg chg="del">
        <pc:chgData name="liao huang" userId="ec82cc6f13daab8b" providerId="LiveId" clId="{3DDF1037-D680-41D5-9118-89A1A9D18C4B}" dt="2025-10-13T09:23:12.712" v="714" actId="47"/>
        <pc:sldMkLst>
          <pc:docMk/>
          <pc:sldMk cId="720726910" sldId="335"/>
        </pc:sldMkLst>
      </pc:sldChg>
      <pc:sldChg chg="del">
        <pc:chgData name="liao huang" userId="ec82cc6f13daab8b" providerId="LiveId" clId="{3DDF1037-D680-41D5-9118-89A1A9D18C4B}" dt="2025-10-13T09:23:13.481" v="716" actId="47"/>
        <pc:sldMkLst>
          <pc:docMk/>
          <pc:sldMk cId="4000936164" sldId="336"/>
        </pc:sldMkLst>
      </pc:sldChg>
      <pc:sldChg chg="del">
        <pc:chgData name="liao huang" userId="ec82cc6f13daab8b" providerId="LiveId" clId="{3DDF1037-D680-41D5-9118-89A1A9D18C4B}" dt="2025-10-13T09:23:13.846" v="717" actId="47"/>
        <pc:sldMkLst>
          <pc:docMk/>
          <pc:sldMk cId="9115818" sldId="337"/>
        </pc:sldMkLst>
      </pc:sldChg>
      <pc:sldChg chg="del">
        <pc:chgData name="liao huang" userId="ec82cc6f13daab8b" providerId="LiveId" clId="{3DDF1037-D680-41D5-9118-89A1A9D18C4B}" dt="2025-10-13T09:23:14.244" v="718" actId="47"/>
        <pc:sldMkLst>
          <pc:docMk/>
          <pc:sldMk cId="4092457677" sldId="340"/>
        </pc:sldMkLst>
      </pc:sldChg>
      <pc:sldChg chg="del">
        <pc:chgData name="liao huang" userId="ec82cc6f13daab8b" providerId="LiveId" clId="{3DDF1037-D680-41D5-9118-89A1A9D18C4B}" dt="2025-10-13T09:23:14.523" v="719" actId="47"/>
        <pc:sldMkLst>
          <pc:docMk/>
          <pc:sldMk cId="881961850" sldId="341"/>
        </pc:sldMkLst>
      </pc:sldChg>
      <pc:sldChg chg="del">
        <pc:chgData name="liao huang" userId="ec82cc6f13daab8b" providerId="LiveId" clId="{3DDF1037-D680-41D5-9118-89A1A9D18C4B}" dt="2025-10-13T09:23:14.730" v="720" actId="47"/>
        <pc:sldMkLst>
          <pc:docMk/>
          <pc:sldMk cId="1438217194" sldId="342"/>
        </pc:sldMkLst>
      </pc:sldChg>
      <pc:sldChg chg="del">
        <pc:chgData name="liao huang" userId="ec82cc6f13daab8b" providerId="LiveId" clId="{3DDF1037-D680-41D5-9118-89A1A9D18C4B}" dt="2025-10-13T09:23:14.909" v="721" actId="47"/>
        <pc:sldMkLst>
          <pc:docMk/>
          <pc:sldMk cId="1198531169" sldId="343"/>
        </pc:sldMkLst>
      </pc:sldChg>
      <pc:sldChg chg="del">
        <pc:chgData name="liao huang" userId="ec82cc6f13daab8b" providerId="LiveId" clId="{3DDF1037-D680-41D5-9118-89A1A9D18C4B}" dt="2025-10-13T09:23:15.079" v="722" actId="47"/>
        <pc:sldMkLst>
          <pc:docMk/>
          <pc:sldMk cId="524326135" sldId="344"/>
        </pc:sldMkLst>
      </pc:sldChg>
      <pc:sldChg chg="del">
        <pc:chgData name="liao huang" userId="ec82cc6f13daab8b" providerId="LiveId" clId="{3DDF1037-D680-41D5-9118-89A1A9D18C4B}" dt="2025-10-13T09:23:15.689" v="723" actId="47"/>
        <pc:sldMkLst>
          <pc:docMk/>
          <pc:sldMk cId="1428418719" sldId="345"/>
        </pc:sldMkLst>
      </pc:sldChg>
      <pc:sldChg chg="addSp delSp modSp add mod modNotesTx">
        <pc:chgData name="liao huang" userId="ec82cc6f13daab8b" providerId="LiveId" clId="{3DDF1037-D680-41D5-9118-89A1A9D18C4B}" dt="2025-10-13T07:39:07.411" v="600" actId="1076"/>
        <pc:sldMkLst>
          <pc:docMk/>
          <pc:sldMk cId="4050591908" sldId="346"/>
        </pc:sldMkLst>
        <pc:spChg chg="mod">
          <ac:chgData name="liao huang" userId="ec82cc6f13daab8b" providerId="LiveId" clId="{3DDF1037-D680-41D5-9118-89A1A9D18C4B}" dt="2025-10-13T07:39:07.411" v="600" actId="1076"/>
          <ac:spMkLst>
            <pc:docMk/>
            <pc:sldMk cId="4050591908" sldId="346"/>
            <ac:spMk id="7" creationId="{AB1A0C70-2EC6-48A1-9DE6-1865D03C0A3F}"/>
          </ac:spMkLst>
        </pc:spChg>
        <pc:spChg chg="mod">
          <ac:chgData name="liao huang" userId="ec82cc6f13daab8b" providerId="LiveId" clId="{3DDF1037-D680-41D5-9118-89A1A9D18C4B}" dt="2025-10-13T07:38:34.835" v="578" actId="1076"/>
          <ac:spMkLst>
            <pc:docMk/>
            <pc:sldMk cId="4050591908" sldId="346"/>
            <ac:spMk id="21" creationId="{DF748739-1FCB-C161-D2C4-012219597422}"/>
          </ac:spMkLst>
        </pc:spChg>
        <pc:spChg chg="mod">
          <ac:chgData name="liao huang" userId="ec82cc6f13daab8b" providerId="LiveId" clId="{3DDF1037-D680-41D5-9118-89A1A9D18C4B}" dt="2025-10-13T07:38:58.751" v="597"/>
          <ac:spMkLst>
            <pc:docMk/>
            <pc:sldMk cId="4050591908" sldId="346"/>
            <ac:spMk id="32" creationId="{E3CDB903-D684-55E2-6677-63B387756AFA}"/>
          </ac:spMkLst>
        </pc:spChg>
        <pc:picChg chg="add mod">
          <ac:chgData name="liao huang" userId="ec82cc6f13daab8b" providerId="LiveId" clId="{3DDF1037-D680-41D5-9118-89A1A9D18C4B}" dt="2025-10-13T06:47:29.578" v="11" actId="14100"/>
          <ac:picMkLst>
            <pc:docMk/>
            <pc:sldMk cId="4050591908" sldId="346"/>
            <ac:picMk id="11" creationId="{555C66E3-9601-4F98-8A3E-3C215B6161CA}"/>
          </ac:picMkLst>
        </pc:picChg>
      </pc:sldChg>
      <pc:sldChg chg="addSp delSp modSp add del mod modNotesTx">
        <pc:chgData name="liao huang" userId="ec82cc6f13daab8b" providerId="LiveId" clId="{3DDF1037-D680-41D5-9118-89A1A9D18C4B}" dt="2025-10-13T09:22:46.848" v="700" actId="2696"/>
        <pc:sldMkLst>
          <pc:docMk/>
          <pc:sldMk cId="4091254737" sldId="347"/>
        </pc:sldMkLst>
        <pc:spChg chg="mod">
          <ac:chgData name="liao huang" userId="ec82cc6f13daab8b" providerId="LiveId" clId="{3DDF1037-D680-41D5-9118-89A1A9D18C4B}" dt="2025-10-13T07:42:14.248" v="670" actId="20577"/>
          <ac:spMkLst>
            <pc:docMk/>
            <pc:sldMk cId="4091254737" sldId="347"/>
            <ac:spMk id="7" creationId="{AB1A0C70-2EC6-48A1-9DE6-1865D03C0A3F}"/>
          </ac:spMkLst>
        </pc:spChg>
        <pc:spChg chg="add mod">
          <ac:chgData name="liao huang" userId="ec82cc6f13daab8b" providerId="LiveId" clId="{3DDF1037-D680-41D5-9118-89A1A9D18C4B}" dt="2025-10-13T07:38:39.470" v="580"/>
          <ac:spMkLst>
            <pc:docMk/>
            <pc:sldMk cId="4091254737" sldId="347"/>
            <ac:spMk id="15" creationId="{7855D4B8-97EB-4C4E-B162-C038051DF752}"/>
          </ac:spMkLst>
        </pc:spChg>
        <pc:spChg chg="mod">
          <ac:chgData name="liao huang" userId="ec82cc6f13daab8b" providerId="LiveId" clId="{3DDF1037-D680-41D5-9118-89A1A9D18C4B}" dt="2025-10-13T07:39:25.444" v="623" actId="14100"/>
          <ac:spMkLst>
            <pc:docMk/>
            <pc:sldMk cId="4091254737" sldId="347"/>
            <ac:spMk id="32" creationId="{E3CDB903-D684-55E2-6677-63B387756AFA}"/>
          </ac:spMkLst>
        </pc:spChg>
        <pc:picChg chg="add mod">
          <ac:chgData name="liao huang" userId="ec82cc6f13daab8b" providerId="LiveId" clId="{3DDF1037-D680-41D5-9118-89A1A9D18C4B}" dt="2025-10-13T07:14:30.464" v="282" actId="1076"/>
          <ac:picMkLst>
            <pc:docMk/>
            <pc:sldMk cId="4091254737" sldId="347"/>
            <ac:picMk id="5" creationId="{BC32DABF-D6C4-48A6-8CD5-DE0CFD5BA652}"/>
          </ac:picMkLst>
        </pc:picChg>
      </pc:sldChg>
      <pc:sldChg chg="addSp delSp modSp add mod modNotesTx">
        <pc:chgData name="liao huang" userId="ec82cc6f13daab8b" providerId="LiveId" clId="{3DDF1037-D680-41D5-9118-89A1A9D18C4B}" dt="2025-10-13T09:22:53.775" v="703" actId="478"/>
        <pc:sldMkLst>
          <pc:docMk/>
          <pc:sldMk cId="1005419831" sldId="348"/>
        </pc:sldMkLst>
        <pc:spChg chg="mod">
          <ac:chgData name="liao huang" userId="ec82cc6f13daab8b" providerId="LiveId" clId="{3DDF1037-D680-41D5-9118-89A1A9D18C4B}" dt="2025-10-13T09:16:05.395" v="695"/>
          <ac:spMkLst>
            <pc:docMk/>
            <pc:sldMk cId="1005419831" sldId="348"/>
            <ac:spMk id="7" creationId="{AB1A0C70-2EC6-48A1-9DE6-1865D03C0A3F}"/>
          </ac:spMkLst>
        </pc:spChg>
        <pc:spChg chg="add mod">
          <ac:chgData name="liao huang" userId="ec82cc6f13daab8b" providerId="LiveId" clId="{3DDF1037-D680-41D5-9118-89A1A9D18C4B}" dt="2025-10-13T07:38:46.642" v="584"/>
          <ac:spMkLst>
            <pc:docMk/>
            <pc:sldMk cId="1005419831" sldId="348"/>
            <ac:spMk id="16" creationId="{C2F7AE16-90BF-4C03-B7C3-B42381A1F3B0}"/>
          </ac:spMkLst>
        </pc:spChg>
        <pc:spChg chg="mod">
          <ac:chgData name="liao huang" userId="ec82cc6f13daab8b" providerId="LiveId" clId="{3DDF1037-D680-41D5-9118-89A1A9D18C4B}" dt="2025-10-13T07:36:24.553" v="523" actId="14100"/>
          <ac:spMkLst>
            <pc:docMk/>
            <pc:sldMk cId="1005419831" sldId="348"/>
            <ac:spMk id="32" creationId="{E3CDB903-D684-55E2-6677-63B387756AFA}"/>
          </ac:spMkLst>
        </pc:spChg>
        <pc:picChg chg="add mod">
          <ac:chgData name="liao huang" userId="ec82cc6f13daab8b" providerId="LiveId" clId="{3DDF1037-D680-41D5-9118-89A1A9D18C4B}" dt="2025-10-13T07:40:19.653" v="630" actId="1076"/>
          <ac:picMkLst>
            <pc:docMk/>
            <pc:sldMk cId="1005419831" sldId="348"/>
            <ac:picMk id="14" creationId="{9EF75850-89DD-46EE-BDE2-5C50AF8B9880}"/>
          </ac:picMkLst>
        </pc:picChg>
        <pc:picChg chg="add mod">
          <ac:chgData name="liao huang" userId="ec82cc6f13daab8b" providerId="LiveId" clId="{3DDF1037-D680-41D5-9118-89A1A9D18C4B}" dt="2025-10-13T08:57:52.730" v="694" actId="1076"/>
          <ac:picMkLst>
            <pc:docMk/>
            <pc:sldMk cId="1005419831" sldId="348"/>
            <ac:picMk id="17" creationId="{61B3CDDE-5716-4E31-9392-BBE1CC8F8EA7}"/>
          </ac:picMkLst>
        </pc:picChg>
        <pc:picChg chg="add mod">
          <ac:chgData name="liao huang" userId="ec82cc6f13daab8b" providerId="LiveId" clId="{3DDF1037-D680-41D5-9118-89A1A9D18C4B}" dt="2025-10-13T08:57:52.730" v="694" actId="1076"/>
          <ac:picMkLst>
            <pc:docMk/>
            <pc:sldMk cId="1005419831" sldId="348"/>
            <ac:picMk id="19" creationId="{14F34FEB-ADBD-4393-B633-F8B06FAA7BEC}"/>
          </ac:picMkLst>
        </pc:picChg>
      </pc:sldChg>
      <pc:sldChg chg="addSp delSp modSp add mod ord">
        <pc:chgData name="liao huang" userId="ec82cc6f13daab8b" providerId="LiveId" clId="{3DDF1037-D680-41D5-9118-89A1A9D18C4B}" dt="2025-10-13T07:38:42.987" v="582"/>
        <pc:sldMkLst>
          <pc:docMk/>
          <pc:sldMk cId="1199326970" sldId="349"/>
        </pc:sldMkLst>
        <pc:spChg chg="add mod">
          <ac:chgData name="liao huang" userId="ec82cc6f13daab8b" providerId="LiveId" clId="{3DDF1037-D680-41D5-9118-89A1A9D18C4B}" dt="2025-10-13T07:38:42.987" v="582"/>
          <ac:spMkLst>
            <pc:docMk/>
            <pc:sldMk cId="1199326970" sldId="349"/>
            <ac:spMk id="14" creationId="{8285C667-0329-4160-A675-F532C69281DE}"/>
          </ac:spMkLst>
        </pc:spChg>
        <pc:spChg chg="mod">
          <ac:chgData name="liao huang" userId="ec82cc6f13daab8b" providerId="LiveId" clId="{3DDF1037-D680-41D5-9118-89A1A9D18C4B}" dt="2025-10-13T07:36:01.137" v="507" actId="20577"/>
          <ac:spMkLst>
            <pc:docMk/>
            <pc:sldMk cId="1199326970" sldId="349"/>
            <ac:spMk id="32" creationId="{E3CDB903-D684-55E2-6677-63B387756AFA}"/>
          </ac:spMkLst>
        </pc:spChg>
      </pc:sldChg>
      <pc:sldChg chg="addSp delSp modSp add mod">
        <pc:chgData name="liao huang" userId="ec82cc6f13daab8b" providerId="LiveId" clId="{3DDF1037-D680-41D5-9118-89A1A9D18C4B}" dt="2025-10-13T09:23:08.121" v="712" actId="1076"/>
        <pc:sldMkLst>
          <pc:docMk/>
          <pc:sldMk cId="1575320877" sldId="350"/>
        </pc:sldMkLst>
        <pc:spChg chg="mod">
          <ac:chgData name="liao huang" userId="ec82cc6f13daab8b" providerId="LiveId" clId="{3DDF1037-D680-41D5-9118-89A1A9D18C4B}" dt="2025-10-13T09:23:06.905" v="711" actId="1076"/>
          <ac:spMkLst>
            <pc:docMk/>
            <pc:sldMk cId="1575320877" sldId="350"/>
            <ac:spMk id="7" creationId="{AB1A0C70-2EC6-48A1-9DE6-1865D03C0A3F}"/>
          </ac:spMkLst>
        </pc:spChg>
        <pc:picChg chg="add mod">
          <ac:chgData name="liao huang" userId="ec82cc6f13daab8b" providerId="LiveId" clId="{3DDF1037-D680-41D5-9118-89A1A9D18C4B}" dt="2025-10-13T09:23:08.121" v="712" actId="1076"/>
          <ac:picMkLst>
            <pc:docMk/>
            <pc:sldMk cId="1575320877" sldId="350"/>
            <ac:picMk id="12" creationId="{E7C91D1E-7A8E-40F2-BD96-8E53C651E945}"/>
          </ac:picMkLst>
        </pc:picChg>
      </pc:sldChg>
      <pc:sldChg chg="add del">
        <pc:chgData name="liao huang" userId="ec82cc6f13daab8b" providerId="LiveId" clId="{3DDF1037-D680-41D5-9118-89A1A9D18C4B}" dt="2025-10-13T09:22:44.907" v="698"/>
        <pc:sldMkLst>
          <pc:docMk/>
          <pc:sldMk cId="2065865512" sldId="350"/>
        </pc:sldMkLst>
      </pc:sldChg>
      <pc:sldChg chg="add">
        <pc:chgData name="liao huang" userId="ec82cc6f13daab8b" providerId="LiveId" clId="{3DDF1037-D680-41D5-9118-89A1A9D18C4B}" dt="2025-10-13T09:32:32.552" v="724"/>
        <pc:sldMkLst>
          <pc:docMk/>
          <pc:sldMk cId="3548024524" sldId="351"/>
        </pc:sldMkLst>
      </pc:sldChg>
      <pc:sldChg chg="add">
        <pc:chgData name="liao huang" userId="ec82cc6f13daab8b" providerId="LiveId" clId="{3DDF1037-D680-41D5-9118-89A1A9D18C4B}" dt="2025-10-13T09:32:32.552" v="724"/>
        <pc:sldMkLst>
          <pc:docMk/>
          <pc:sldMk cId="1678243277" sldId="352"/>
        </pc:sldMkLst>
      </pc:sldChg>
      <pc:sldChg chg="addSp delSp modSp add del mod ord">
        <pc:chgData name="liao huang" userId="ec82cc6f13daab8b" providerId="LiveId" clId="{3DDF1037-D680-41D5-9118-89A1A9D18C4B}" dt="2025-10-17T07:55:51.317" v="785" actId="14100"/>
        <pc:sldMkLst>
          <pc:docMk/>
          <pc:sldMk cId="4200658134" sldId="354"/>
        </pc:sldMkLst>
        <pc:spChg chg="del">
          <ac:chgData name="liao huang" userId="ec82cc6f13daab8b" providerId="LiveId" clId="{3DDF1037-D680-41D5-9118-89A1A9D18C4B}" dt="2025-10-17T07:53:35.741" v="727" actId="478"/>
          <ac:spMkLst>
            <pc:docMk/>
            <pc:sldMk cId="4200658134" sldId="354"/>
            <ac:spMk id="7" creationId="{202A3201-78E4-E7EC-2011-9116E3F5ECF6}"/>
          </ac:spMkLst>
        </pc:spChg>
        <pc:spChg chg="add mod">
          <ac:chgData name="liao huang" userId="ec82cc6f13daab8b" providerId="LiveId" clId="{3DDF1037-D680-41D5-9118-89A1A9D18C4B}" dt="2025-10-17T07:55:51.317" v="785" actId="14100"/>
          <ac:spMkLst>
            <pc:docMk/>
            <pc:sldMk cId="4200658134" sldId="354"/>
            <ac:spMk id="22" creationId="{24DF0889-6C1E-4AAB-8B2B-6989BDEB5CF2}"/>
          </ac:spMkLst>
        </pc:spChg>
        <pc:spChg chg="del">
          <ac:chgData name="liao huang" userId="ec82cc6f13daab8b" providerId="LiveId" clId="{3DDF1037-D680-41D5-9118-89A1A9D18C4B}" dt="2025-10-17T07:53:38.747" v="730" actId="478"/>
          <ac:spMkLst>
            <pc:docMk/>
            <pc:sldMk cId="4200658134" sldId="354"/>
            <ac:spMk id="32" creationId="{4BAB215E-7053-0BC9-8725-533EFBCD3C82}"/>
          </ac:spMkLst>
        </pc:spChg>
        <pc:picChg chg="del">
          <ac:chgData name="liao huang" userId="ec82cc6f13daab8b" providerId="LiveId" clId="{3DDF1037-D680-41D5-9118-89A1A9D18C4B}" dt="2025-10-17T07:53:36.168" v="728" actId="478"/>
          <ac:picMkLst>
            <pc:docMk/>
            <pc:sldMk cId="4200658134" sldId="354"/>
            <ac:picMk id="5" creationId="{6441C28C-688C-3A61-C667-AA3331968AB3}"/>
          </ac:picMkLst>
        </pc:picChg>
        <pc:picChg chg="add del mod">
          <ac:chgData name="liao huang" userId="ec82cc6f13daab8b" providerId="LiveId" clId="{3DDF1037-D680-41D5-9118-89A1A9D18C4B}" dt="2025-10-17T07:54:20.287" v="744" actId="478"/>
          <ac:picMkLst>
            <pc:docMk/>
            <pc:sldMk cId="4200658134" sldId="354"/>
            <ac:picMk id="8" creationId="{7F57D7A4-CC2E-4BD8-B688-084912F7C45E}"/>
          </ac:picMkLst>
        </pc:picChg>
        <pc:picChg chg="add mod">
          <ac:chgData name="liao huang" userId="ec82cc6f13daab8b" providerId="LiveId" clId="{3DDF1037-D680-41D5-9118-89A1A9D18C4B}" dt="2025-10-17T07:54:25.460" v="747" actId="1076"/>
          <ac:picMkLst>
            <pc:docMk/>
            <pc:sldMk cId="4200658134" sldId="354"/>
            <ac:picMk id="11" creationId="{B0502FF1-8416-4939-BAC3-E3D3BAA5E72B}"/>
          </ac:picMkLst>
        </pc:picChg>
        <pc:picChg chg="add del mod">
          <ac:chgData name="liao huang" userId="ec82cc6f13daab8b" providerId="LiveId" clId="{3DDF1037-D680-41D5-9118-89A1A9D18C4B}" dt="2025-10-17T07:54:45.831" v="751" actId="478"/>
          <ac:picMkLst>
            <pc:docMk/>
            <pc:sldMk cId="4200658134" sldId="354"/>
            <ac:picMk id="14" creationId="{81214A4F-2D84-49A9-8742-F1AE3984B0DF}"/>
          </ac:picMkLst>
        </pc:picChg>
        <pc:picChg chg="add mod">
          <ac:chgData name="liao huang" userId="ec82cc6f13daab8b" providerId="LiveId" clId="{3DDF1037-D680-41D5-9118-89A1A9D18C4B}" dt="2025-10-17T07:54:58.110" v="756" actId="1076"/>
          <ac:picMkLst>
            <pc:docMk/>
            <pc:sldMk cId="4200658134" sldId="354"/>
            <ac:picMk id="16" creationId="{FB9068B1-8028-45B7-91BA-7549C7F32DD5}"/>
          </ac:picMkLst>
        </pc:picChg>
      </pc:sldChg>
      <pc:sldChg chg="addSp modSp add mod">
        <pc:chgData name="liao huang" userId="ec82cc6f13daab8b" providerId="LiveId" clId="{3DDF1037-D680-41D5-9118-89A1A9D18C4B}" dt="2025-10-17T07:58:59.760" v="849"/>
        <pc:sldMkLst>
          <pc:docMk/>
          <pc:sldMk cId="2087152175" sldId="356"/>
        </pc:sldMkLst>
        <pc:spChg chg="add mod">
          <ac:chgData name="liao huang" userId="ec82cc6f13daab8b" providerId="LiveId" clId="{3DDF1037-D680-41D5-9118-89A1A9D18C4B}" dt="2025-10-17T07:58:59.760" v="849"/>
          <ac:spMkLst>
            <pc:docMk/>
            <pc:sldMk cId="2087152175" sldId="356"/>
            <ac:spMk id="12" creationId="{6C8608C3-4A08-4C5C-B3D1-6AA9EFFF71A3}"/>
          </ac:spMkLst>
        </pc:spChg>
        <pc:picChg chg="add mod">
          <ac:chgData name="liao huang" userId="ec82cc6f13daab8b" providerId="LiveId" clId="{3DDF1037-D680-41D5-9118-89A1A9D18C4B}" dt="2025-10-17T07:54:04.557" v="739" actId="1076"/>
          <ac:picMkLst>
            <pc:docMk/>
            <pc:sldMk cId="2087152175" sldId="356"/>
            <ac:picMk id="5" creationId="{E4A76D96-C9D5-49F3-A629-A65A53CD10CE}"/>
          </ac:picMkLst>
        </pc:picChg>
        <pc:picChg chg="mod">
          <ac:chgData name="liao huang" userId="ec82cc6f13daab8b" providerId="LiveId" clId="{3DDF1037-D680-41D5-9118-89A1A9D18C4B}" dt="2025-10-17T07:58:46.291" v="840" actId="1076"/>
          <ac:picMkLst>
            <pc:docMk/>
            <pc:sldMk cId="2087152175" sldId="356"/>
            <ac:picMk id="8" creationId="{7F57D7A4-CC2E-4BD8-B688-084912F7C45E}"/>
          </ac:picMkLst>
        </pc:picChg>
      </pc:sldChg>
      <pc:sldChg chg="addSp delSp modSp add mod">
        <pc:chgData name="liao huang" userId="ec82cc6f13daab8b" providerId="LiveId" clId="{3DDF1037-D680-41D5-9118-89A1A9D18C4B}" dt="2025-10-17T07:56:24.172" v="798" actId="1076"/>
        <pc:sldMkLst>
          <pc:docMk/>
          <pc:sldMk cId="3523146297" sldId="357"/>
        </pc:sldMkLst>
        <pc:spChg chg="add mod">
          <ac:chgData name="liao huang" userId="ec82cc6f13daab8b" providerId="LiveId" clId="{3DDF1037-D680-41D5-9118-89A1A9D18C4B}" dt="2025-10-17T07:56:03.047" v="790"/>
          <ac:spMkLst>
            <pc:docMk/>
            <pc:sldMk cId="3523146297" sldId="357"/>
            <ac:spMk id="14" creationId="{FD4318D2-6B4C-4951-8586-DE023DF8CAC1}"/>
          </ac:spMkLst>
        </pc:spChg>
        <pc:spChg chg="del">
          <ac:chgData name="liao huang" userId="ec82cc6f13daab8b" providerId="LiveId" clId="{3DDF1037-D680-41D5-9118-89A1A9D18C4B}" dt="2025-10-17T07:55:56.641" v="786" actId="478"/>
          <ac:spMkLst>
            <pc:docMk/>
            <pc:sldMk cId="3523146297" sldId="357"/>
            <ac:spMk id="22" creationId="{24DF0889-6C1E-4AAB-8B2B-6989BDEB5CF2}"/>
          </ac:spMkLst>
        </pc:spChg>
        <pc:picChg chg="add del mod">
          <ac:chgData name="liao huang" userId="ec82cc6f13daab8b" providerId="LiveId" clId="{3DDF1037-D680-41D5-9118-89A1A9D18C4B}" dt="2025-10-17T07:56:09.683" v="792" actId="478"/>
          <ac:picMkLst>
            <pc:docMk/>
            <pc:sldMk cId="3523146297" sldId="357"/>
            <ac:picMk id="5" creationId="{189D980F-EDDA-42A1-BE60-BBC49CD157A8}"/>
          </ac:picMkLst>
        </pc:picChg>
        <pc:picChg chg="add mod">
          <ac:chgData name="liao huang" userId="ec82cc6f13daab8b" providerId="LiveId" clId="{3DDF1037-D680-41D5-9118-89A1A9D18C4B}" dt="2025-10-17T07:56:12.612" v="795" actId="1076"/>
          <ac:picMkLst>
            <pc:docMk/>
            <pc:sldMk cId="3523146297" sldId="357"/>
            <ac:picMk id="8" creationId="{36EAE258-90D9-4F1E-84A0-83F7593A858A}"/>
          </ac:picMkLst>
        </pc:picChg>
        <pc:picChg chg="del">
          <ac:chgData name="liao huang" userId="ec82cc6f13daab8b" providerId="LiveId" clId="{3DDF1037-D680-41D5-9118-89A1A9D18C4B}" dt="2025-10-17T07:55:34.002" v="774" actId="478"/>
          <ac:picMkLst>
            <pc:docMk/>
            <pc:sldMk cId="3523146297" sldId="357"/>
            <ac:picMk id="11" creationId="{B0502FF1-8416-4939-BAC3-E3D3BAA5E72B}"/>
          </ac:picMkLst>
        </pc:picChg>
        <pc:picChg chg="add mod">
          <ac:chgData name="liao huang" userId="ec82cc6f13daab8b" providerId="LiveId" clId="{3DDF1037-D680-41D5-9118-89A1A9D18C4B}" dt="2025-10-17T07:56:24.172" v="798" actId="1076"/>
          <ac:picMkLst>
            <pc:docMk/>
            <pc:sldMk cId="3523146297" sldId="357"/>
            <ac:picMk id="12" creationId="{F0EC7339-54F7-4BFA-9F5A-90C11939846F}"/>
          </ac:picMkLst>
        </pc:picChg>
        <pc:picChg chg="del">
          <ac:chgData name="liao huang" userId="ec82cc6f13daab8b" providerId="LiveId" clId="{3DDF1037-D680-41D5-9118-89A1A9D18C4B}" dt="2025-10-17T07:56:04.410" v="791" actId="478"/>
          <ac:picMkLst>
            <pc:docMk/>
            <pc:sldMk cId="3523146297" sldId="357"/>
            <ac:picMk id="16" creationId="{FB9068B1-8028-45B7-91BA-7549C7F32DD5}"/>
          </ac:picMkLst>
        </pc:picChg>
      </pc:sldChg>
      <pc:sldChg chg="addSp delSp modSp add mod">
        <pc:chgData name="liao huang" userId="ec82cc6f13daab8b" providerId="LiveId" clId="{3DDF1037-D680-41D5-9118-89A1A9D18C4B}" dt="2025-10-17T07:57:21.505" v="812" actId="1076"/>
        <pc:sldMkLst>
          <pc:docMk/>
          <pc:sldMk cId="1759206978" sldId="358"/>
        </pc:sldMkLst>
        <pc:spChg chg="mod">
          <ac:chgData name="liao huang" userId="ec82cc6f13daab8b" providerId="LiveId" clId="{3DDF1037-D680-41D5-9118-89A1A9D18C4B}" dt="2025-10-17T07:56:49.266" v="802"/>
          <ac:spMkLst>
            <pc:docMk/>
            <pc:sldMk cId="1759206978" sldId="358"/>
            <ac:spMk id="14" creationId="{FD4318D2-6B4C-4951-8586-DE023DF8CAC1}"/>
          </ac:spMkLst>
        </pc:spChg>
        <pc:picChg chg="add mod">
          <ac:chgData name="liao huang" userId="ec82cc6f13daab8b" providerId="LiveId" clId="{3DDF1037-D680-41D5-9118-89A1A9D18C4B}" dt="2025-10-17T07:57:03.208" v="809" actId="1076"/>
          <ac:picMkLst>
            <pc:docMk/>
            <pc:sldMk cId="1759206978" sldId="358"/>
            <ac:picMk id="5" creationId="{ECB8EC17-1530-4202-850F-249A089DF37C}"/>
          </ac:picMkLst>
        </pc:picChg>
        <pc:picChg chg="add mod">
          <ac:chgData name="liao huang" userId="ec82cc6f13daab8b" providerId="LiveId" clId="{3DDF1037-D680-41D5-9118-89A1A9D18C4B}" dt="2025-10-17T07:57:21.505" v="812" actId="1076"/>
          <ac:picMkLst>
            <pc:docMk/>
            <pc:sldMk cId="1759206978" sldId="358"/>
            <ac:picMk id="10" creationId="{3A49A8DD-E33F-445C-8400-0B8B3D92C9DB}"/>
          </ac:picMkLst>
        </pc:picChg>
        <pc:picChg chg="del">
          <ac:chgData name="liao huang" userId="ec82cc6f13daab8b" providerId="LiveId" clId="{3DDF1037-D680-41D5-9118-89A1A9D18C4B}" dt="2025-10-17T07:56:56.244" v="803" actId="478"/>
          <ac:picMkLst>
            <pc:docMk/>
            <pc:sldMk cId="1759206978" sldId="358"/>
            <ac:picMk id="12" creationId="{F0EC7339-54F7-4BFA-9F5A-90C11939846F}"/>
          </ac:picMkLst>
        </pc:picChg>
      </pc:sldChg>
      <pc:sldChg chg="addSp delSp modSp add mod">
        <pc:chgData name="liao huang" userId="ec82cc6f13daab8b" providerId="LiveId" clId="{3DDF1037-D680-41D5-9118-89A1A9D18C4B}" dt="2025-10-17T07:57:45.119" v="822"/>
        <pc:sldMkLst>
          <pc:docMk/>
          <pc:sldMk cId="1812744975" sldId="359"/>
        </pc:sldMkLst>
        <pc:picChg chg="del">
          <ac:chgData name="liao huang" userId="ec82cc6f13daab8b" providerId="LiveId" clId="{3DDF1037-D680-41D5-9118-89A1A9D18C4B}" dt="2025-10-17T07:57:26.294" v="814" actId="478"/>
          <ac:picMkLst>
            <pc:docMk/>
            <pc:sldMk cId="1812744975" sldId="359"/>
            <ac:picMk id="5" creationId="{ECB8EC17-1530-4202-850F-249A089DF37C}"/>
          </ac:picMkLst>
        </pc:picChg>
        <pc:picChg chg="add mod">
          <ac:chgData name="liao huang" userId="ec82cc6f13daab8b" providerId="LiveId" clId="{3DDF1037-D680-41D5-9118-89A1A9D18C4B}" dt="2025-10-17T07:57:36.485" v="820" actId="1076"/>
          <ac:picMkLst>
            <pc:docMk/>
            <pc:sldMk cId="1812744975" sldId="359"/>
            <ac:picMk id="7" creationId="{C09378D1-1E96-4BE9-ABC5-364BA45B895A}"/>
          </ac:picMkLst>
        </pc:picChg>
        <pc:picChg chg="del">
          <ac:chgData name="liao huang" userId="ec82cc6f13daab8b" providerId="LiveId" clId="{3DDF1037-D680-41D5-9118-89A1A9D18C4B}" dt="2025-10-17T07:57:27.081" v="815" actId="478"/>
          <ac:picMkLst>
            <pc:docMk/>
            <pc:sldMk cId="1812744975" sldId="359"/>
            <ac:picMk id="8" creationId="{36EAE258-90D9-4F1E-84A0-83F7593A858A}"/>
          </ac:picMkLst>
        </pc:picChg>
        <pc:picChg chg="del">
          <ac:chgData name="liao huang" userId="ec82cc6f13daab8b" providerId="LiveId" clId="{3DDF1037-D680-41D5-9118-89A1A9D18C4B}" dt="2025-10-17T07:57:28.103" v="816" actId="478"/>
          <ac:picMkLst>
            <pc:docMk/>
            <pc:sldMk cId="1812744975" sldId="359"/>
            <ac:picMk id="10" creationId="{3A49A8DD-E33F-445C-8400-0B8B3D92C9DB}"/>
          </ac:picMkLst>
        </pc:picChg>
        <pc:picChg chg="add del mod">
          <ac:chgData name="liao huang" userId="ec82cc6f13daab8b" providerId="LiveId" clId="{3DDF1037-D680-41D5-9118-89A1A9D18C4B}" dt="2025-10-17T07:57:45.119" v="822"/>
          <ac:picMkLst>
            <pc:docMk/>
            <pc:sldMk cId="1812744975" sldId="359"/>
            <ac:picMk id="15" creationId="{BD0EC706-718A-4691-BB57-64F5FC0622D0}"/>
          </ac:picMkLst>
        </pc:picChg>
      </pc:sldChg>
      <pc:sldChg chg="addSp delSp modSp add mod">
        <pc:chgData name="liao huang" userId="ec82cc6f13daab8b" providerId="LiveId" clId="{3DDF1037-D680-41D5-9118-89A1A9D18C4B}" dt="2025-10-17T07:58:07.140" v="831"/>
        <pc:sldMkLst>
          <pc:docMk/>
          <pc:sldMk cId="3538785697" sldId="360"/>
        </pc:sldMkLst>
        <pc:picChg chg="add mod">
          <ac:chgData name="liao huang" userId="ec82cc6f13daab8b" providerId="LiveId" clId="{3DDF1037-D680-41D5-9118-89A1A9D18C4B}" dt="2025-10-17T07:58:00.521" v="829" actId="1076"/>
          <ac:picMkLst>
            <pc:docMk/>
            <pc:sldMk cId="3538785697" sldId="360"/>
            <ac:picMk id="5" creationId="{7E3E4AA8-00F3-46CA-B5CD-6A77FDEBB08E}"/>
          </ac:picMkLst>
        </pc:picChg>
        <pc:picChg chg="del">
          <ac:chgData name="liao huang" userId="ec82cc6f13daab8b" providerId="LiveId" clId="{3DDF1037-D680-41D5-9118-89A1A9D18C4B}" dt="2025-10-17T07:57:47.950" v="824" actId="478"/>
          <ac:picMkLst>
            <pc:docMk/>
            <pc:sldMk cId="3538785697" sldId="360"/>
            <ac:picMk id="7" creationId="{C09378D1-1E96-4BE9-ABC5-364BA45B895A}"/>
          </ac:picMkLst>
        </pc:picChg>
        <pc:picChg chg="add del mod">
          <ac:chgData name="liao huang" userId="ec82cc6f13daab8b" providerId="LiveId" clId="{3DDF1037-D680-41D5-9118-89A1A9D18C4B}" dt="2025-10-17T07:58:07.140" v="831"/>
          <ac:picMkLst>
            <pc:docMk/>
            <pc:sldMk cId="3538785697" sldId="360"/>
            <ac:picMk id="15" creationId="{0AC341FD-C9A7-4349-B635-DA7308F36487}"/>
          </ac:picMkLst>
        </pc:picChg>
      </pc:sldChg>
      <pc:sldChg chg="addSp delSp modSp add mod">
        <pc:chgData name="liao huang" userId="ec82cc6f13daab8b" providerId="LiveId" clId="{3DDF1037-D680-41D5-9118-89A1A9D18C4B}" dt="2025-10-17T07:58:28.586" v="836" actId="1076"/>
        <pc:sldMkLst>
          <pc:docMk/>
          <pc:sldMk cId="820439776" sldId="361"/>
        </pc:sldMkLst>
        <pc:picChg chg="del">
          <ac:chgData name="liao huang" userId="ec82cc6f13daab8b" providerId="LiveId" clId="{3DDF1037-D680-41D5-9118-89A1A9D18C4B}" dt="2025-10-17T07:58:23.058" v="833" actId="478"/>
          <ac:picMkLst>
            <pc:docMk/>
            <pc:sldMk cId="820439776" sldId="361"/>
            <ac:picMk id="5" creationId="{7E3E4AA8-00F3-46CA-B5CD-6A77FDEBB08E}"/>
          </ac:picMkLst>
        </pc:picChg>
        <pc:picChg chg="add mod">
          <ac:chgData name="liao huang" userId="ec82cc6f13daab8b" providerId="LiveId" clId="{3DDF1037-D680-41D5-9118-89A1A9D18C4B}" dt="2025-10-17T07:58:28.586" v="836" actId="1076"/>
          <ac:picMkLst>
            <pc:docMk/>
            <pc:sldMk cId="820439776" sldId="361"/>
            <ac:picMk id="7" creationId="{DAFE9752-3E72-4B94-9700-1C1D65F25DB3}"/>
          </ac:picMkLst>
        </pc:picChg>
      </pc:sldChg>
      <pc:sldChg chg="addSp delSp modSp add mod">
        <pc:chgData name="liao huang" userId="ec82cc6f13daab8b" providerId="LiveId" clId="{3DDF1037-D680-41D5-9118-89A1A9D18C4B}" dt="2025-10-17T07:59:32.092" v="860" actId="22"/>
        <pc:sldMkLst>
          <pc:docMk/>
          <pc:sldMk cId="2391551520" sldId="362"/>
        </pc:sldMkLst>
        <pc:spChg chg="mod">
          <ac:chgData name="liao huang" userId="ec82cc6f13daab8b" providerId="LiveId" clId="{3DDF1037-D680-41D5-9118-89A1A9D18C4B}" dt="2025-10-17T07:59:06.622" v="851" actId="20577"/>
          <ac:spMkLst>
            <pc:docMk/>
            <pc:sldMk cId="2391551520" sldId="362"/>
            <ac:spMk id="12" creationId="{6C8608C3-4A08-4C5C-B3D1-6AA9EFFF71A3}"/>
          </ac:spMkLst>
        </pc:spChg>
        <pc:picChg chg="del mod">
          <ac:chgData name="liao huang" userId="ec82cc6f13daab8b" providerId="LiveId" clId="{3DDF1037-D680-41D5-9118-89A1A9D18C4B}" dt="2025-10-17T07:59:19.374" v="857" actId="478"/>
          <ac:picMkLst>
            <pc:docMk/>
            <pc:sldMk cId="2391551520" sldId="362"/>
            <ac:picMk id="5" creationId="{E4A76D96-C9D5-49F3-A629-A65A53CD10CE}"/>
          </ac:picMkLst>
        </pc:picChg>
        <pc:picChg chg="add mod">
          <ac:chgData name="liao huang" userId="ec82cc6f13daab8b" providerId="LiveId" clId="{3DDF1037-D680-41D5-9118-89A1A9D18C4B}" dt="2025-10-17T07:59:21.498" v="858" actId="1076"/>
          <ac:picMkLst>
            <pc:docMk/>
            <pc:sldMk cId="2391551520" sldId="362"/>
            <ac:picMk id="7" creationId="{380AB38F-105C-4EF8-8976-29B92932F983}"/>
          </ac:picMkLst>
        </pc:picChg>
        <pc:picChg chg="del">
          <ac:chgData name="liao huang" userId="ec82cc6f13daab8b" providerId="LiveId" clId="{3DDF1037-D680-41D5-9118-89A1A9D18C4B}" dt="2025-10-17T07:59:14.279" v="852" actId="478"/>
          <ac:picMkLst>
            <pc:docMk/>
            <pc:sldMk cId="2391551520" sldId="362"/>
            <ac:picMk id="8" creationId="{7F57D7A4-CC2E-4BD8-B688-084912F7C45E}"/>
          </ac:picMkLst>
        </pc:picChg>
        <pc:picChg chg="add del">
          <ac:chgData name="liao huang" userId="ec82cc6f13daab8b" providerId="LiveId" clId="{3DDF1037-D680-41D5-9118-89A1A9D18C4B}" dt="2025-10-17T07:59:32.092" v="860" actId="22"/>
          <ac:picMkLst>
            <pc:docMk/>
            <pc:sldMk cId="2391551520" sldId="362"/>
            <ac:picMk id="11" creationId="{C97A63ED-EC42-45C4-A653-628942DC3DB0}"/>
          </ac:picMkLst>
        </pc:picChg>
      </pc:sldChg>
      <pc:sldChg chg="addSp delSp modSp add mod">
        <pc:chgData name="liao huang" userId="ec82cc6f13daab8b" providerId="LiveId" clId="{3DDF1037-D680-41D5-9118-89A1A9D18C4B}" dt="2025-10-17T08:00:30.514" v="894" actId="1076"/>
        <pc:sldMkLst>
          <pc:docMk/>
          <pc:sldMk cId="3720403381" sldId="363"/>
        </pc:sldMkLst>
        <pc:spChg chg="mod">
          <ac:chgData name="liao huang" userId="ec82cc6f13daab8b" providerId="LiveId" clId="{3DDF1037-D680-41D5-9118-89A1A9D18C4B}" dt="2025-10-17T08:00:23.689" v="889"/>
          <ac:spMkLst>
            <pc:docMk/>
            <pc:sldMk cId="3720403381" sldId="363"/>
            <ac:spMk id="12" creationId="{6C8608C3-4A08-4C5C-B3D1-6AA9EFFF71A3}"/>
          </ac:spMkLst>
        </pc:spChg>
        <pc:picChg chg="add mod">
          <ac:chgData name="liao huang" userId="ec82cc6f13daab8b" providerId="LiveId" clId="{3DDF1037-D680-41D5-9118-89A1A9D18C4B}" dt="2025-10-17T08:00:28.724" v="893" actId="1076"/>
          <ac:picMkLst>
            <pc:docMk/>
            <pc:sldMk cId="3720403381" sldId="363"/>
            <ac:picMk id="5" creationId="{81913CB8-F3C4-4C02-ACC4-29D2F1FD4045}"/>
          </ac:picMkLst>
        </pc:picChg>
        <pc:picChg chg="del mod">
          <ac:chgData name="liao huang" userId="ec82cc6f13daab8b" providerId="LiveId" clId="{3DDF1037-D680-41D5-9118-89A1A9D18C4B}" dt="2025-10-17T07:59:40.915" v="867" actId="478"/>
          <ac:picMkLst>
            <pc:docMk/>
            <pc:sldMk cId="3720403381" sldId="363"/>
            <ac:picMk id="7" creationId="{380AB38F-105C-4EF8-8976-29B92932F983}"/>
          </ac:picMkLst>
        </pc:picChg>
        <pc:picChg chg="add mod">
          <ac:chgData name="liao huang" userId="ec82cc6f13daab8b" providerId="LiveId" clId="{3DDF1037-D680-41D5-9118-89A1A9D18C4B}" dt="2025-10-17T08:00:30.514" v="894" actId="1076"/>
          <ac:picMkLst>
            <pc:docMk/>
            <pc:sldMk cId="3720403381" sldId="363"/>
            <ac:picMk id="10" creationId="{2CA14888-6AFF-4BBB-9C72-DBB91BA766E3}"/>
          </ac:picMkLst>
        </pc:picChg>
      </pc:sldChg>
      <pc:sldChg chg="addSp delSp modSp add mod">
        <pc:chgData name="liao huang" userId="ec82cc6f13daab8b" providerId="LiveId" clId="{3DDF1037-D680-41D5-9118-89A1A9D18C4B}" dt="2025-10-17T08:05:07.341" v="911" actId="22"/>
        <pc:sldMkLst>
          <pc:docMk/>
          <pc:sldMk cId="195465995" sldId="364"/>
        </pc:sldMkLst>
        <pc:spChg chg="mod">
          <ac:chgData name="liao huang" userId="ec82cc6f13daab8b" providerId="LiveId" clId="{3DDF1037-D680-41D5-9118-89A1A9D18C4B}" dt="2025-10-17T08:02:57.335" v="901" actId="20577"/>
          <ac:spMkLst>
            <pc:docMk/>
            <pc:sldMk cId="195465995" sldId="364"/>
            <ac:spMk id="12" creationId="{6C8608C3-4A08-4C5C-B3D1-6AA9EFFF71A3}"/>
          </ac:spMkLst>
        </pc:spChg>
        <pc:picChg chg="del">
          <ac:chgData name="liao huang" userId="ec82cc6f13daab8b" providerId="LiveId" clId="{3DDF1037-D680-41D5-9118-89A1A9D18C4B}" dt="2025-10-17T08:02:54.041" v="896" actId="478"/>
          <ac:picMkLst>
            <pc:docMk/>
            <pc:sldMk cId="195465995" sldId="364"/>
            <ac:picMk id="5" creationId="{81913CB8-F3C4-4C02-ACC4-29D2F1FD4045}"/>
          </ac:picMkLst>
        </pc:picChg>
        <pc:picChg chg="add mod">
          <ac:chgData name="liao huang" userId="ec82cc6f13daab8b" providerId="LiveId" clId="{3DDF1037-D680-41D5-9118-89A1A9D18C4B}" dt="2025-10-17T08:03:11.320" v="905" actId="14100"/>
          <ac:picMkLst>
            <pc:docMk/>
            <pc:sldMk cId="195465995" sldId="364"/>
            <ac:picMk id="7" creationId="{A739BC16-583D-49F2-87ED-A4D939148421}"/>
          </ac:picMkLst>
        </pc:picChg>
        <pc:picChg chg="del">
          <ac:chgData name="liao huang" userId="ec82cc6f13daab8b" providerId="LiveId" clId="{3DDF1037-D680-41D5-9118-89A1A9D18C4B}" dt="2025-10-17T08:02:54.355" v="897" actId="478"/>
          <ac:picMkLst>
            <pc:docMk/>
            <pc:sldMk cId="195465995" sldId="364"/>
            <ac:picMk id="10" creationId="{2CA14888-6AFF-4BBB-9C72-DBB91BA766E3}"/>
          </ac:picMkLst>
        </pc:picChg>
        <pc:picChg chg="add mod">
          <ac:chgData name="liao huang" userId="ec82cc6f13daab8b" providerId="LiveId" clId="{3DDF1037-D680-41D5-9118-89A1A9D18C4B}" dt="2025-10-17T08:03:24.843" v="909" actId="1076"/>
          <ac:picMkLst>
            <pc:docMk/>
            <pc:sldMk cId="195465995" sldId="364"/>
            <ac:picMk id="11" creationId="{5C5C467B-02A3-4676-ACBB-90618CF52DA5}"/>
          </ac:picMkLst>
        </pc:picChg>
        <pc:picChg chg="add del">
          <ac:chgData name="liao huang" userId="ec82cc6f13daab8b" providerId="LiveId" clId="{3DDF1037-D680-41D5-9118-89A1A9D18C4B}" dt="2025-10-17T08:05:07.341" v="911" actId="22"/>
          <ac:picMkLst>
            <pc:docMk/>
            <pc:sldMk cId="195465995" sldId="364"/>
            <ac:picMk id="15" creationId="{C4D18C50-A8B7-492D-8710-B8205E5C9392}"/>
          </ac:picMkLst>
        </pc:picChg>
      </pc:sldChg>
      <pc:sldChg chg="addSp delSp modSp add mod">
        <pc:chgData name="liao huang" userId="ec82cc6f13daab8b" providerId="LiveId" clId="{3DDF1037-D680-41D5-9118-89A1A9D18C4B}" dt="2025-10-17T08:05:56.160" v="929" actId="1076"/>
        <pc:sldMkLst>
          <pc:docMk/>
          <pc:sldMk cId="1584912611" sldId="365"/>
        </pc:sldMkLst>
        <pc:spChg chg="mod">
          <ac:chgData name="liao huang" userId="ec82cc6f13daab8b" providerId="LiveId" clId="{3DDF1037-D680-41D5-9118-89A1A9D18C4B}" dt="2025-10-17T08:05:15.753" v="919"/>
          <ac:spMkLst>
            <pc:docMk/>
            <pc:sldMk cId="1584912611" sldId="365"/>
            <ac:spMk id="12" creationId="{6C8608C3-4A08-4C5C-B3D1-6AA9EFFF71A3}"/>
          </ac:spMkLst>
        </pc:spChg>
        <pc:picChg chg="add mod">
          <ac:chgData name="liao huang" userId="ec82cc6f13daab8b" providerId="LiveId" clId="{3DDF1037-D680-41D5-9118-89A1A9D18C4B}" dt="2025-10-17T08:05:51.220" v="926" actId="1076"/>
          <ac:picMkLst>
            <pc:docMk/>
            <pc:sldMk cId="1584912611" sldId="365"/>
            <ac:picMk id="5" creationId="{8F2DC3C6-1DFE-4EE6-AC44-1DB2C0F01F38}"/>
          </ac:picMkLst>
        </pc:picChg>
        <pc:picChg chg="del">
          <ac:chgData name="liao huang" userId="ec82cc6f13daab8b" providerId="LiveId" clId="{3DDF1037-D680-41D5-9118-89A1A9D18C4B}" dt="2025-10-17T08:05:22.924" v="920" actId="478"/>
          <ac:picMkLst>
            <pc:docMk/>
            <pc:sldMk cId="1584912611" sldId="365"/>
            <ac:picMk id="7" creationId="{A739BC16-583D-49F2-87ED-A4D939148421}"/>
          </ac:picMkLst>
        </pc:picChg>
        <pc:picChg chg="add mod">
          <ac:chgData name="liao huang" userId="ec82cc6f13daab8b" providerId="LiveId" clId="{3DDF1037-D680-41D5-9118-89A1A9D18C4B}" dt="2025-10-17T08:05:56.160" v="929" actId="1076"/>
          <ac:picMkLst>
            <pc:docMk/>
            <pc:sldMk cId="1584912611" sldId="365"/>
            <ac:picMk id="10" creationId="{2BE67E1F-9CDE-4D21-A86D-57B49F8520A7}"/>
          </ac:picMkLst>
        </pc:picChg>
        <pc:picChg chg="del">
          <ac:chgData name="liao huang" userId="ec82cc6f13daab8b" providerId="LiveId" clId="{3DDF1037-D680-41D5-9118-89A1A9D18C4B}" dt="2025-10-17T08:05:23.157" v="921" actId="478"/>
          <ac:picMkLst>
            <pc:docMk/>
            <pc:sldMk cId="1584912611" sldId="365"/>
            <ac:picMk id="11" creationId="{5C5C467B-02A3-4676-ACBB-90618CF52DA5}"/>
          </ac:picMkLst>
        </pc:picChg>
      </pc:sldChg>
    </pc:docChg>
  </pc:docChgLst>
  <pc:docChgLst>
    <pc:chgData name="liao huang" userId="ec82cc6f13daab8b" providerId="LiveId" clId="{AA54D501-5D86-4123-B440-108FCE7D8FB7}"/>
    <pc:docChg chg="undo custSel addSld delSld modSld addSection delSection modSection">
      <pc:chgData name="liao huang" userId="ec82cc6f13daab8b" providerId="LiveId" clId="{AA54D501-5D86-4123-B440-108FCE7D8FB7}" dt="2025-10-17T09:07:49.017" v="691" actId="478"/>
      <pc:docMkLst>
        <pc:docMk/>
      </pc:docMkLst>
      <pc:sldChg chg="modSp mod">
        <pc:chgData name="liao huang" userId="ec82cc6f13daab8b" providerId="LiveId" clId="{AA54D501-5D86-4123-B440-108FCE7D8FB7}" dt="2025-10-09T05:37:24.215" v="126" actId="20577"/>
        <pc:sldMkLst>
          <pc:docMk/>
          <pc:sldMk cId="0" sldId="257"/>
        </pc:sldMkLst>
        <pc:spChg chg="mod">
          <ac:chgData name="liao huang" userId="ec82cc6f13daab8b" providerId="LiveId" clId="{AA54D501-5D86-4123-B440-108FCE7D8FB7}" dt="2025-10-09T05:37:19.814" v="120"/>
          <ac:spMkLst>
            <pc:docMk/>
            <pc:sldMk cId="0" sldId="257"/>
            <ac:spMk id="8" creationId="{00000000-0000-0000-0000-000000000000}"/>
          </ac:spMkLst>
        </pc:spChg>
        <pc:graphicFrameChg chg="modGraphic">
          <ac:chgData name="liao huang" userId="ec82cc6f13daab8b" providerId="LiveId" clId="{AA54D501-5D86-4123-B440-108FCE7D8FB7}" dt="2025-10-09T05:37:24.215" v="126" actId="20577"/>
          <ac:graphicFrameMkLst>
            <pc:docMk/>
            <pc:sldMk cId="0" sldId="257"/>
            <ac:graphicFrameMk id="33" creationId="{00000000-0000-0000-0000-000000000000}"/>
          </ac:graphicFrameMkLst>
        </pc:graphicFrameChg>
      </pc:sldChg>
      <pc:sldChg chg="addSp delSp modSp mod">
        <pc:chgData name="liao huang" userId="ec82cc6f13daab8b" providerId="LiveId" clId="{AA54D501-5D86-4123-B440-108FCE7D8FB7}" dt="2025-10-17T06:25:48.187" v="553" actId="20577"/>
        <pc:sldMkLst>
          <pc:docMk/>
          <pc:sldMk cId="0" sldId="272"/>
        </pc:sldMkLst>
        <pc:spChg chg="del mod topLvl">
          <ac:chgData name="liao huang" userId="ec82cc6f13daab8b" providerId="LiveId" clId="{AA54D501-5D86-4123-B440-108FCE7D8FB7}" dt="2025-10-17T06:25:39.995" v="548" actId="478"/>
          <ac:spMkLst>
            <pc:docMk/>
            <pc:sldMk cId="0" sldId="272"/>
            <ac:spMk id="2" creationId="{64998951-640F-6C08-A8BC-65E1246B73D6}"/>
          </ac:spMkLst>
        </pc:spChg>
        <pc:spChg chg="mod topLvl">
          <ac:chgData name="liao huang" userId="ec82cc6f13daab8b" providerId="LiveId" clId="{AA54D501-5D86-4123-B440-108FCE7D8FB7}" dt="2025-10-17T06:25:39.995" v="548" actId="478"/>
          <ac:spMkLst>
            <pc:docMk/>
            <pc:sldMk cId="0" sldId="272"/>
            <ac:spMk id="3" creationId="{3DC1BF68-F3AE-9F3D-07F9-8F2D2732544A}"/>
          </ac:spMkLst>
        </pc:spChg>
        <pc:spChg chg="add del">
          <ac:chgData name="liao huang" userId="ec82cc6f13daab8b" providerId="LiveId" clId="{AA54D501-5D86-4123-B440-108FCE7D8FB7}" dt="2025-10-17T06:23:36.386" v="512" actId="22"/>
          <ac:spMkLst>
            <pc:docMk/>
            <pc:sldMk cId="0" sldId="272"/>
            <ac:spMk id="5" creationId="{B94A2A90-5006-4E3B-F35C-137FA6E8CD89}"/>
          </ac:spMkLst>
        </pc:spChg>
        <pc:spChg chg="add del">
          <ac:chgData name="liao huang" userId="ec82cc6f13daab8b" providerId="LiveId" clId="{AA54D501-5D86-4123-B440-108FCE7D8FB7}" dt="2025-10-17T06:23:41.489" v="514" actId="22"/>
          <ac:spMkLst>
            <pc:docMk/>
            <pc:sldMk cId="0" sldId="272"/>
            <ac:spMk id="7" creationId="{E6BF2010-404D-E151-4E41-1372581624FD}"/>
          </ac:spMkLst>
        </pc:spChg>
        <pc:spChg chg="add del">
          <ac:chgData name="liao huang" userId="ec82cc6f13daab8b" providerId="LiveId" clId="{AA54D501-5D86-4123-B440-108FCE7D8FB7}" dt="2025-10-17T06:23:52.479" v="517" actId="22"/>
          <ac:spMkLst>
            <pc:docMk/>
            <pc:sldMk cId="0" sldId="272"/>
            <ac:spMk id="12" creationId="{EE270B91-8D12-EB9A-3179-169B40278E2F}"/>
          </ac:spMkLst>
        </pc:spChg>
        <pc:spChg chg="add del">
          <ac:chgData name="liao huang" userId="ec82cc6f13daab8b" providerId="LiveId" clId="{AA54D501-5D86-4123-B440-108FCE7D8FB7}" dt="2025-10-17T06:24:08.447" v="521" actId="22"/>
          <ac:spMkLst>
            <pc:docMk/>
            <pc:sldMk cId="0" sldId="272"/>
            <ac:spMk id="14" creationId="{60F1A3C2-AD6F-A74E-E241-E223BC796AB8}"/>
          </ac:spMkLst>
        </pc:spChg>
        <pc:spChg chg="add del">
          <ac:chgData name="liao huang" userId="ec82cc6f13daab8b" providerId="LiveId" clId="{AA54D501-5D86-4123-B440-108FCE7D8FB7}" dt="2025-10-17T06:25:04.664" v="533" actId="22"/>
          <ac:spMkLst>
            <pc:docMk/>
            <pc:sldMk cId="0" sldId="272"/>
            <ac:spMk id="16" creationId="{F5402D6E-5E51-38F5-1BE0-BD22DFB27E91}"/>
          </ac:spMkLst>
        </pc:spChg>
        <pc:spChg chg="add mod">
          <ac:chgData name="liao huang" userId="ec82cc6f13daab8b" providerId="LiveId" clId="{AA54D501-5D86-4123-B440-108FCE7D8FB7}" dt="2025-10-17T06:25:48.187" v="553" actId="20577"/>
          <ac:spMkLst>
            <pc:docMk/>
            <pc:sldMk cId="0" sldId="272"/>
            <ac:spMk id="17" creationId="{71632EED-C22E-0513-2F46-EC2A838402C9}"/>
          </ac:spMkLst>
        </pc:spChg>
        <pc:spChg chg="add mod">
          <ac:chgData name="liao huang" userId="ec82cc6f13daab8b" providerId="LiveId" clId="{AA54D501-5D86-4123-B440-108FCE7D8FB7}" dt="2025-10-17T06:25:21.902" v="539"/>
          <ac:spMkLst>
            <pc:docMk/>
            <pc:sldMk cId="0" sldId="272"/>
            <ac:spMk id="18" creationId="{4506E34B-B18E-BC84-40D4-D089718F6BD4}"/>
          </ac:spMkLst>
        </pc:spChg>
        <pc:grpChg chg="del mod">
          <ac:chgData name="liao huang" userId="ec82cc6f13daab8b" providerId="LiveId" clId="{AA54D501-5D86-4123-B440-108FCE7D8FB7}" dt="2025-10-17T06:25:39.995" v="548" actId="478"/>
          <ac:grpSpMkLst>
            <pc:docMk/>
            <pc:sldMk cId="0" sldId="272"/>
            <ac:grpSpMk id="9" creationId="{44F142AE-D5C7-E772-E6A0-876037A4F2A7}"/>
          </ac:grpSpMkLst>
        </pc:grpChg>
      </pc:sldChg>
      <pc:sldChg chg="modSp add del mod">
        <pc:chgData name="liao huang" userId="ec82cc6f13daab8b" providerId="LiveId" clId="{AA54D501-5D86-4123-B440-108FCE7D8FB7}" dt="2025-10-09T06:10:41.873" v="142"/>
        <pc:sldMkLst>
          <pc:docMk/>
          <pc:sldMk cId="1682685868" sldId="313"/>
        </pc:sldMkLst>
        <pc:spChg chg="mod">
          <ac:chgData name="liao huang" userId="ec82cc6f13daab8b" providerId="LiveId" clId="{AA54D501-5D86-4123-B440-108FCE7D8FB7}" dt="2025-10-09T06:10:41.873" v="142"/>
          <ac:spMkLst>
            <pc:docMk/>
            <pc:sldMk cId="1682685868" sldId="313"/>
            <ac:spMk id="10" creationId="{A60B6048-639C-010F-B7C6-1867337A5C44}"/>
          </ac:spMkLst>
        </pc:spChg>
      </pc:sldChg>
      <pc:sldChg chg="addSp modSp mod modNotesTx">
        <pc:chgData name="liao huang" userId="ec82cc6f13daab8b" providerId="LiveId" clId="{AA54D501-5D86-4123-B440-108FCE7D8FB7}" dt="2025-10-10T08:58:51.485" v="168" actId="14100"/>
        <pc:sldMkLst>
          <pc:docMk/>
          <pc:sldMk cId="3027936104" sldId="333"/>
        </pc:sldMkLst>
      </pc:sldChg>
      <pc:sldChg chg="del">
        <pc:chgData name="liao huang" userId="ec82cc6f13daab8b" providerId="LiveId" clId="{AA54D501-5D86-4123-B440-108FCE7D8FB7}" dt="2025-10-09T05:37:32.807" v="127" actId="47"/>
        <pc:sldMkLst>
          <pc:docMk/>
          <pc:sldMk cId="621122138" sldId="334"/>
        </pc:sldMkLst>
      </pc:sldChg>
      <pc:sldChg chg="modSp mod">
        <pc:chgData name="liao huang" userId="ec82cc6f13daab8b" providerId="LiveId" clId="{AA54D501-5D86-4123-B440-108FCE7D8FB7}" dt="2025-10-10T08:28:26.887" v="154" actId="1036"/>
        <pc:sldMkLst>
          <pc:docMk/>
          <pc:sldMk cId="4281670140" sldId="334"/>
        </pc:sldMkLst>
      </pc:sldChg>
      <pc:sldChg chg="del">
        <pc:chgData name="liao huang" userId="ec82cc6f13daab8b" providerId="LiveId" clId="{AA54D501-5D86-4123-B440-108FCE7D8FB7}" dt="2025-10-09T05:37:32.807" v="127" actId="47"/>
        <pc:sldMkLst>
          <pc:docMk/>
          <pc:sldMk cId="2504641328" sldId="335"/>
        </pc:sldMkLst>
      </pc:sldChg>
      <pc:sldChg chg="del">
        <pc:chgData name="liao huang" userId="ec82cc6f13daab8b" providerId="LiveId" clId="{AA54D501-5D86-4123-B440-108FCE7D8FB7}" dt="2025-10-09T05:37:32.807" v="127" actId="47"/>
        <pc:sldMkLst>
          <pc:docMk/>
          <pc:sldMk cId="1848639983" sldId="336"/>
        </pc:sldMkLst>
      </pc:sldChg>
      <pc:sldChg chg="modSp mod">
        <pc:chgData name="liao huang" userId="ec82cc6f13daab8b" providerId="LiveId" clId="{AA54D501-5D86-4123-B440-108FCE7D8FB7}" dt="2025-10-10T09:05:22.195" v="174" actId="14100"/>
        <pc:sldMkLst>
          <pc:docMk/>
          <pc:sldMk cId="9115818" sldId="337"/>
        </pc:sldMkLst>
      </pc:sldChg>
      <pc:sldChg chg="del">
        <pc:chgData name="liao huang" userId="ec82cc6f13daab8b" providerId="LiveId" clId="{AA54D501-5D86-4123-B440-108FCE7D8FB7}" dt="2025-10-09T05:37:32.807" v="127" actId="47"/>
        <pc:sldMkLst>
          <pc:docMk/>
          <pc:sldMk cId="969987762" sldId="337"/>
        </pc:sldMkLst>
      </pc:sldChg>
      <pc:sldChg chg="del">
        <pc:chgData name="liao huang" userId="ec82cc6f13daab8b" providerId="LiveId" clId="{AA54D501-5D86-4123-B440-108FCE7D8FB7}" dt="2025-10-09T05:37:32.807" v="127" actId="47"/>
        <pc:sldMkLst>
          <pc:docMk/>
          <pc:sldMk cId="896632247" sldId="338"/>
        </pc:sldMkLst>
      </pc:sldChg>
      <pc:sldChg chg="del">
        <pc:chgData name="liao huang" userId="ec82cc6f13daab8b" providerId="LiveId" clId="{AA54D501-5D86-4123-B440-108FCE7D8FB7}" dt="2025-10-09T05:37:54.127" v="132" actId="47"/>
        <pc:sldMkLst>
          <pc:docMk/>
          <pc:sldMk cId="2177563654" sldId="339"/>
        </pc:sldMkLst>
      </pc:sldChg>
      <pc:sldChg chg="del">
        <pc:chgData name="liao huang" userId="ec82cc6f13daab8b" providerId="LiveId" clId="{AA54D501-5D86-4123-B440-108FCE7D8FB7}" dt="2025-10-09T05:37:46.387" v="129" actId="2696"/>
        <pc:sldMkLst>
          <pc:docMk/>
          <pc:sldMk cId="3400952436" sldId="340"/>
        </pc:sldMkLst>
      </pc:sldChg>
      <pc:sldChg chg="del">
        <pc:chgData name="liao huang" userId="ec82cc6f13daab8b" providerId="LiveId" clId="{AA54D501-5D86-4123-B440-108FCE7D8FB7}" dt="2025-10-09T05:37:55.318" v="133" actId="47"/>
        <pc:sldMkLst>
          <pc:docMk/>
          <pc:sldMk cId="428877371" sldId="341"/>
        </pc:sldMkLst>
      </pc:sldChg>
      <pc:sldChg chg="modSp mod">
        <pc:chgData name="liao huang" userId="ec82cc6f13daab8b" providerId="LiveId" clId="{AA54D501-5D86-4123-B440-108FCE7D8FB7}" dt="2025-10-10T09:13:20.625" v="177" actId="1076"/>
        <pc:sldMkLst>
          <pc:docMk/>
          <pc:sldMk cId="881961850" sldId="341"/>
        </pc:sldMkLst>
      </pc:sldChg>
      <pc:sldChg chg="del">
        <pc:chgData name="liao huang" userId="ec82cc6f13daab8b" providerId="LiveId" clId="{AA54D501-5D86-4123-B440-108FCE7D8FB7}" dt="2025-10-09T05:37:46.387" v="129" actId="2696"/>
        <pc:sldMkLst>
          <pc:docMk/>
          <pc:sldMk cId="1389603188" sldId="342"/>
        </pc:sldMkLst>
      </pc:sldChg>
      <pc:sldChg chg="modSp mod">
        <pc:chgData name="liao huang" userId="ec82cc6f13daab8b" providerId="LiveId" clId="{AA54D501-5D86-4123-B440-108FCE7D8FB7}" dt="2025-10-10T09:19:25.304" v="184" actId="1076"/>
        <pc:sldMkLst>
          <pc:docMk/>
          <pc:sldMk cId="1198531169" sldId="343"/>
        </pc:sldMkLst>
      </pc:sldChg>
      <pc:sldChg chg="del">
        <pc:chgData name="liao huang" userId="ec82cc6f13daab8b" providerId="LiveId" clId="{AA54D501-5D86-4123-B440-108FCE7D8FB7}" dt="2025-10-09T05:37:46.387" v="129" actId="2696"/>
        <pc:sldMkLst>
          <pc:docMk/>
          <pc:sldMk cId="3082033537" sldId="343"/>
        </pc:sldMkLst>
      </pc:sldChg>
      <pc:sldChg chg="modNotesTx">
        <pc:chgData name="liao huang" userId="ec82cc6f13daab8b" providerId="LiveId" clId="{AA54D501-5D86-4123-B440-108FCE7D8FB7}" dt="2025-10-10T05:34:02.336" v="153" actId="20577"/>
        <pc:sldMkLst>
          <pc:docMk/>
          <pc:sldMk cId="524326135" sldId="344"/>
        </pc:sldMkLst>
      </pc:sldChg>
      <pc:sldChg chg="del">
        <pc:chgData name="liao huang" userId="ec82cc6f13daab8b" providerId="LiveId" clId="{AA54D501-5D86-4123-B440-108FCE7D8FB7}" dt="2025-10-09T05:37:46.387" v="129" actId="2696"/>
        <pc:sldMkLst>
          <pc:docMk/>
          <pc:sldMk cId="3878932586" sldId="344"/>
        </pc:sldMkLst>
      </pc:sldChg>
      <pc:sldChg chg="delSp add mod">
        <pc:chgData name="liao huang" userId="ec82cc6f13daab8b" providerId="LiveId" clId="{AA54D501-5D86-4123-B440-108FCE7D8FB7}" dt="2025-10-10T05:33:36.565" v="144" actId="478"/>
        <pc:sldMkLst>
          <pc:docMk/>
          <pc:sldMk cId="1428418719" sldId="345"/>
        </pc:sldMkLst>
      </pc:sldChg>
      <pc:sldChg chg="del">
        <pc:chgData name="liao huang" userId="ec82cc6f13daab8b" providerId="LiveId" clId="{AA54D501-5D86-4123-B440-108FCE7D8FB7}" dt="2025-10-09T05:37:46.387" v="129" actId="2696"/>
        <pc:sldMkLst>
          <pc:docMk/>
          <pc:sldMk cId="2379408487" sldId="345"/>
        </pc:sldMkLst>
      </pc:sldChg>
      <pc:sldChg chg="del">
        <pc:chgData name="liao huang" userId="ec82cc6f13daab8b" providerId="LiveId" clId="{AA54D501-5D86-4123-B440-108FCE7D8FB7}" dt="2025-10-09T05:37:46.387" v="129" actId="2696"/>
        <pc:sldMkLst>
          <pc:docMk/>
          <pc:sldMk cId="2386988284" sldId="346"/>
        </pc:sldMkLst>
      </pc:sldChg>
      <pc:sldChg chg="addSp modSp mod">
        <pc:chgData name="liao huang" userId="ec82cc6f13daab8b" providerId="LiveId" clId="{AA54D501-5D86-4123-B440-108FCE7D8FB7}" dt="2025-10-17T05:01:48.464" v="191" actId="1076"/>
        <pc:sldMkLst>
          <pc:docMk/>
          <pc:sldMk cId="4050591908" sldId="346"/>
        </pc:sldMkLst>
        <pc:picChg chg="add mod">
          <ac:chgData name="liao huang" userId="ec82cc6f13daab8b" providerId="LiveId" clId="{AA54D501-5D86-4123-B440-108FCE7D8FB7}" dt="2025-10-17T05:01:43.160" v="189" actId="1076"/>
          <ac:picMkLst>
            <pc:docMk/>
            <pc:sldMk cId="4050591908" sldId="346"/>
            <ac:picMk id="5" creationId="{381B4B39-098B-C718-8D9B-1DB2C979C122}"/>
          </ac:picMkLst>
        </pc:picChg>
        <pc:picChg chg="mod">
          <ac:chgData name="liao huang" userId="ec82cc6f13daab8b" providerId="LiveId" clId="{AA54D501-5D86-4123-B440-108FCE7D8FB7}" dt="2025-10-17T05:01:48.464" v="191" actId="1076"/>
          <ac:picMkLst>
            <pc:docMk/>
            <pc:sldMk cId="4050591908" sldId="346"/>
            <ac:picMk id="11" creationId="{555C66E3-9601-4F98-8A3E-3C215B6161CA}"/>
          </ac:picMkLst>
        </pc:picChg>
      </pc:sldChg>
      <pc:sldChg chg="del">
        <pc:chgData name="liao huang" userId="ec82cc6f13daab8b" providerId="LiveId" clId="{AA54D501-5D86-4123-B440-108FCE7D8FB7}" dt="2025-10-09T05:37:46.387" v="129" actId="2696"/>
        <pc:sldMkLst>
          <pc:docMk/>
          <pc:sldMk cId="2160905716" sldId="347"/>
        </pc:sldMkLst>
      </pc:sldChg>
      <pc:sldChg chg="addSp delSp modSp mod">
        <pc:chgData name="liao huang" userId="ec82cc6f13daab8b" providerId="LiveId" clId="{AA54D501-5D86-4123-B440-108FCE7D8FB7}" dt="2025-10-17T09:07:49.017" v="691" actId="478"/>
        <pc:sldMkLst>
          <pc:docMk/>
          <pc:sldMk cId="1005419831" sldId="348"/>
        </pc:sldMkLst>
        <pc:spChg chg="mod">
          <ac:chgData name="liao huang" userId="ec82cc6f13daab8b" providerId="LiveId" clId="{AA54D501-5D86-4123-B440-108FCE7D8FB7}" dt="2025-10-17T05:26:57.682" v="195" actId="20577"/>
          <ac:spMkLst>
            <pc:docMk/>
            <pc:sldMk cId="1005419831" sldId="348"/>
            <ac:spMk id="7" creationId="{AB1A0C70-2EC6-48A1-9DE6-1865D03C0A3F}"/>
          </ac:spMkLst>
        </pc:spChg>
        <pc:picChg chg="add del">
          <ac:chgData name="liao huang" userId="ec82cc6f13daab8b" providerId="LiveId" clId="{AA54D501-5D86-4123-B440-108FCE7D8FB7}" dt="2025-10-17T09:07:49.017" v="691" actId="478"/>
          <ac:picMkLst>
            <pc:docMk/>
            <pc:sldMk cId="1005419831" sldId="348"/>
            <ac:picMk id="5" creationId="{7067FA51-F0E5-A91F-2D7E-975D875D1742}"/>
          </ac:picMkLst>
        </pc:picChg>
      </pc:sldChg>
      <pc:sldChg chg="del">
        <pc:chgData name="liao huang" userId="ec82cc6f13daab8b" providerId="LiveId" clId="{AA54D501-5D86-4123-B440-108FCE7D8FB7}" dt="2025-10-09T05:37:46.387" v="129" actId="2696"/>
        <pc:sldMkLst>
          <pc:docMk/>
          <pc:sldMk cId="3574788686" sldId="348"/>
        </pc:sldMkLst>
      </pc:sldChg>
      <pc:sldChg chg="addSp delSp modSp del mod">
        <pc:chgData name="liao huang" userId="ec82cc6f13daab8b" providerId="LiveId" clId="{AA54D501-5D86-4123-B440-108FCE7D8FB7}" dt="2025-10-09T05:37:46.387" v="129" actId="2696"/>
        <pc:sldMkLst>
          <pc:docMk/>
          <pc:sldMk cId="2799807660" sldId="349"/>
        </pc:sldMkLst>
      </pc:sldChg>
      <pc:sldChg chg="delSp add del mod">
        <pc:chgData name="liao huang" userId="ec82cc6f13daab8b" providerId="LiveId" clId="{AA54D501-5D86-4123-B440-108FCE7D8FB7}" dt="2025-10-09T05:37:46.387" v="129" actId="2696"/>
        <pc:sldMkLst>
          <pc:docMk/>
          <pc:sldMk cId="1506959899" sldId="350"/>
        </pc:sldMkLst>
      </pc:sldChg>
      <pc:sldChg chg="modSp mod">
        <pc:chgData name="liao huang" userId="ec82cc6f13daab8b" providerId="LiveId" clId="{AA54D501-5D86-4123-B440-108FCE7D8FB7}" dt="2025-10-17T06:20:01.734" v="507" actId="15"/>
        <pc:sldMkLst>
          <pc:docMk/>
          <pc:sldMk cId="1575320877" sldId="350"/>
        </pc:sldMkLst>
        <pc:spChg chg="mod">
          <ac:chgData name="liao huang" userId="ec82cc6f13daab8b" providerId="LiveId" clId="{AA54D501-5D86-4123-B440-108FCE7D8FB7}" dt="2025-10-17T06:20:01.734" v="507" actId="15"/>
          <ac:spMkLst>
            <pc:docMk/>
            <pc:sldMk cId="1575320877" sldId="350"/>
            <ac:spMk id="7" creationId="{AB1A0C70-2EC6-48A1-9DE6-1865D03C0A3F}"/>
          </ac:spMkLst>
        </pc:spChg>
        <pc:spChg chg="mod">
          <ac:chgData name="liao huang" userId="ec82cc6f13daab8b" providerId="LiveId" clId="{AA54D501-5D86-4123-B440-108FCE7D8FB7}" dt="2025-10-17T06:19:49.552" v="496"/>
          <ac:spMkLst>
            <pc:docMk/>
            <pc:sldMk cId="1575320877" sldId="350"/>
            <ac:spMk id="32" creationId="{E3CDB903-D684-55E2-6677-63B387756AFA}"/>
          </ac:spMkLst>
        </pc:spChg>
      </pc:sldChg>
      <pc:sldChg chg="modSp mod">
        <pc:chgData name="liao huang" userId="ec82cc6f13daab8b" providerId="LiveId" clId="{AA54D501-5D86-4123-B440-108FCE7D8FB7}" dt="2025-10-17T06:33:05.462" v="673" actId="20577"/>
        <pc:sldMkLst>
          <pc:docMk/>
          <pc:sldMk cId="3548024524" sldId="351"/>
        </pc:sldMkLst>
        <pc:spChg chg="mod">
          <ac:chgData name="liao huang" userId="ec82cc6f13daab8b" providerId="LiveId" clId="{AA54D501-5D86-4123-B440-108FCE7D8FB7}" dt="2025-10-17T06:33:01.026" v="667" actId="20577"/>
          <ac:spMkLst>
            <pc:docMk/>
            <pc:sldMk cId="3548024524" sldId="351"/>
            <ac:spMk id="2" creationId="{4293E849-5609-7D84-1D4C-E7AFE76DBEFA}"/>
          </ac:spMkLst>
        </pc:spChg>
        <pc:spChg chg="mod">
          <ac:chgData name="liao huang" userId="ec82cc6f13daab8b" providerId="LiveId" clId="{AA54D501-5D86-4123-B440-108FCE7D8FB7}" dt="2025-10-17T06:33:05.462" v="673" actId="20577"/>
          <ac:spMkLst>
            <pc:docMk/>
            <pc:sldMk cId="3548024524" sldId="351"/>
            <ac:spMk id="5" creationId="{85DD8D6C-C2FD-204B-A89E-D09E09E157B9}"/>
          </ac:spMkLst>
        </pc:spChg>
        <pc:spChg chg="mod">
          <ac:chgData name="liao huang" userId="ec82cc6f13daab8b" providerId="LiveId" clId="{AA54D501-5D86-4123-B440-108FCE7D8FB7}" dt="2025-10-17T06:23:57.662" v="519" actId="21"/>
          <ac:spMkLst>
            <pc:docMk/>
            <pc:sldMk cId="3548024524" sldId="351"/>
            <ac:spMk id="10" creationId="{A60B6048-639C-010F-B7C6-1867337A5C44}"/>
          </ac:spMkLst>
        </pc:spChg>
        <pc:spChg chg="mod">
          <ac:chgData name="liao huang" userId="ec82cc6f13daab8b" providerId="LiveId" clId="{AA54D501-5D86-4123-B440-108FCE7D8FB7}" dt="2025-10-17T06:32:06.839" v="642" actId="20577"/>
          <ac:spMkLst>
            <pc:docMk/>
            <pc:sldMk cId="3548024524" sldId="351"/>
            <ac:spMk id="15" creationId="{4CDEE8D1-A6C4-49B4-9439-4A6BA62780FD}"/>
          </ac:spMkLst>
        </pc:spChg>
      </pc:sldChg>
      <pc:sldChg chg="addSp delSp modSp mod modNotesTx">
        <pc:chgData name="liao huang" userId="ec82cc6f13daab8b" providerId="LiveId" clId="{AA54D501-5D86-4123-B440-108FCE7D8FB7}" dt="2025-10-17T06:32:55.537" v="665" actId="20577"/>
        <pc:sldMkLst>
          <pc:docMk/>
          <pc:sldMk cId="1678243277" sldId="352"/>
        </pc:sldMkLst>
        <pc:spChg chg="mod">
          <ac:chgData name="liao huang" userId="ec82cc6f13daab8b" providerId="LiveId" clId="{AA54D501-5D86-4123-B440-108FCE7D8FB7}" dt="2025-10-17T06:30:21.639" v="593" actId="14100"/>
          <ac:spMkLst>
            <pc:docMk/>
            <pc:sldMk cId="1678243277" sldId="352"/>
            <ac:spMk id="7" creationId="{AB1A0C70-2EC6-48A1-9DE6-1865D03C0A3F}"/>
          </ac:spMkLst>
        </pc:spChg>
        <pc:spChg chg="mod">
          <ac:chgData name="liao huang" userId="ec82cc6f13daab8b" providerId="LiveId" clId="{AA54D501-5D86-4123-B440-108FCE7D8FB7}" dt="2025-10-17T06:32:55.537" v="665" actId="20577"/>
          <ac:spMkLst>
            <pc:docMk/>
            <pc:sldMk cId="1678243277" sldId="352"/>
            <ac:spMk id="13" creationId="{2BA5D296-17D7-B65D-E04E-8AC327E5872D}"/>
          </ac:spMkLst>
        </pc:spChg>
        <pc:spChg chg="mod">
          <ac:chgData name="liao huang" userId="ec82cc6f13daab8b" providerId="LiveId" clId="{AA54D501-5D86-4123-B440-108FCE7D8FB7}" dt="2025-10-17T06:29:21.846" v="566" actId="20577"/>
          <ac:spMkLst>
            <pc:docMk/>
            <pc:sldMk cId="1678243277" sldId="352"/>
            <ac:spMk id="21" creationId="{DF748739-1FCB-C161-D2C4-012219597422}"/>
          </ac:spMkLst>
        </pc:spChg>
        <pc:spChg chg="mod">
          <ac:chgData name="liao huang" userId="ec82cc6f13daab8b" providerId="LiveId" clId="{AA54D501-5D86-4123-B440-108FCE7D8FB7}" dt="2025-10-17T06:29:33.778" v="581" actId="14100"/>
          <ac:spMkLst>
            <pc:docMk/>
            <pc:sldMk cId="1678243277" sldId="352"/>
            <ac:spMk id="32" creationId="{E3CDB903-D684-55E2-6677-63B387756AFA}"/>
          </ac:spMkLst>
        </pc:spChg>
        <pc:picChg chg="add mod">
          <ac:chgData name="liao huang" userId="ec82cc6f13daab8b" providerId="LiveId" clId="{AA54D501-5D86-4123-B440-108FCE7D8FB7}" dt="2025-10-17T06:30:29.975" v="595" actId="14100"/>
          <ac:picMkLst>
            <pc:docMk/>
            <pc:sldMk cId="1678243277" sldId="352"/>
            <ac:picMk id="5" creationId="{DAA1E9BC-EB1C-8BE0-A45C-F2BC3CD8432B}"/>
          </ac:picMkLst>
        </pc:picChg>
        <pc:picChg chg="del">
          <ac:chgData name="liao huang" userId="ec82cc6f13daab8b" providerId="LiveId" clId="{AA54D501-5D86-4123-B440-108FCE7D8FB7}" dt="2025-10-17T06:28:39.119" v="555" actId="478"/>
          <ac:picMkLst>
            <pc:docMk/>
            <pc:sldMk cId="1678243277" sldId="352"/>
            <ac:picMk id="11" creationId="{555C66E3-9601-4F98-8A3E-3C215B6161CA}"/>
          </ac:picMkLst>
        </pc:picChg>
      </pc:sldChg>
      <pc:sldChg chg="delSp modSp add mod">
        <pc:chgData name="liao huang" userId="ec82cc6f13daab8b" providerId="LiveId" clId="{AA54D501-5D86-4123-B440-108FCE7D8FB7}" dt="2025-10-17T06:31:34.135" v="628" actId="478"/>
        <pc:sldMkLst>
          <pc:docMk/>
          <pc:sldMk cId="1359865153" sldId="353"/>
        </pc:sldMkLst>
        <pc:spChg chg="mod">
          <ac:chgData name="liao huang" userId="ec82cc6f13daab8b" providerId="LiveId" clId="{AA54D501-5D86-4123-B440-108FCE7D8FB7}" dt="2025-10-17T06:31:10.598" v="600" actId="20577"/>
          <ac:spMkLst>
            <pc:docMk/>
            <pc:sldMk cId="1359865153" sldId="353"/>
            <ac:spMk id="2" creationId="{768B3E58-E8FD-1626-FC88-83F2E0E54F02}"/>
          </ac:spMkLst>
        </pc:spChg>
        <pc:spChg chg="mod">
          <ac:chgData name="liao huang" userId="ec82cc6f13daab8b" providerId="LiveId" clId="{AA54D501-5D86-4123-B440-108FCE7D8FB7}" dt="2025-10-17T06:31:15.457" v="607"/>
          <ac:spMkLst>
            <pc:docMk/>
            <pc:sldMk cId="1359865153" sldId="353"/>
            <ac:spMk id="5" creationId="{19B9FE31-6674-C4F1-2DDF-A206062ACD01}"/>
          </ac:spMkLst>
        </pc:spChg>
        <pc:spChg chg="mod">
          <ac:chgData name="liao huang" userId="ec82cc6f13daab8b" providerId="LiveId" clId="{AA54D501-5D86-4123-B440-108FCE7D8FB7}" dt="2025-10-17T06:31:30.256" v="627" actId="1076"/>
          <ac:spMkLst>
            <pc:docMk/>
            <pc:sldMk cId="1359865153" sldId="353"/>
            <ac:spMk id="10" creationId="{DA652E23-BE55-DD73-76C7-E941E6FA8B2A}"/>
          </ac:spMkLst>
        </pc:spChg>
        <pc:spChg chg="del">
          <ac:chgData name="liao huang" userId="ec82cc6f13daab8b" providerId="LiveId" clId="{AA54D501-5D86-4123-B440-108FCE7D8FB7}" dt="2025-10-17T06:31:34.135" v="628" actId="478"/>
          <ac:spMkLst>
            <pc:docMk/>
            <pc:sldMk cId="1359865153" sldId="353"/>
            <ac:spMk id="15" creationId="{FD4E1A01-4770-596A-11A5-600F5270C6E1}"/>
          </ac:spMkLst>
        </pc:spChg>
      </pc:sldChg>
      <pc:sldChg chg="modSp add mod">
        <pc:chgData name="liao huang" userId="ec82cc6f13daab8b" providerId="LiveId" clId="{AA54D501-5D86-4123-B440-108FCE7D8FB7}" dt="2025-10-17T06:32:50.384" v="663" actId="20577"/>
        <pc:sldMkLst>
          <pc:docMk/>
          <pc:sldMk cId="4200658134" sldId="354"/>
        </pc:sldMkLst>
        <pc:spChg chg="mod">
          <ac:chgData name="liao huang" userId="ec82cc6f13daab8b" providerId="LiveId" clId="{AA54D501-5D86-4123-B440-108FCE7D8FB7}" dt="2025-10-17T06:32:50.384" v="663" actId="20577"/>
          <ac:spMkLst>
            <pc:docMk/>
            <pc:sldMk cId="4200658134" sldId="354"/>
            <ac:spMk id="13" creationId="{9F6E192C-B67A-7C00-04FF-EB3D17951654}"/>
          </ac:spMkLst>
        </pc:spChg>
        <pc:spChg chg="mod">
          <ac:chgData name="liao huang" userId="ec82cc6f13daab8b" providerId="LiveId" clId="{AA54D501-5D86-4123-B440-108FCE7D8FB7}" dt="2025-10-17T06:32:47.129" v="661" actId="20577"/>
          <ac:spMkLst>
            <pc:docMk/>
            <pc:sldMk cId="4200658134" sldId="354"/>
            <ac:spMk id="21" creationId="{8EA1C04E-A27D-5165-5E87-8A480D28EAC1}"/>
          </ac:spMkLst>
        </pc:spChg>
      </pc:sldChg>
      <pc:sldChg chg="addSp delSp modSp add mod">
        <pc:chgData name="liao huang" userId="ec82cc6f13daab8b" providerId="LiveId" clId="{AA54D501-5D86-4123-B440-108FCE7D8FB7}" dt="2025-10-17T06:36:40.129" v="690" actId="1076"/>
        <pc:sldMkLst>
          <pc:docMk/>
          <pc:sldMk cId="343339499" sldId="355"/>
        </pc:sldMkLst>
        <pc:spChg chg="del">
          <ac:chgData name="liao huang" userId="ec82cc6f13daab8b" providerId="LiveId" clId="{AA54D501-5D86-4123-B440-108FCE7D8FB7}" dt="2025-10-17T06:34:36.334" v="676" actId="478"/>
          <ac:spMkLst>
            <pc:docMk/>
            <pc:sldMk cId="343339499" sldId="355"/>
            <ac:spMk id="7" creationId="{A72A4889-9F08-05BE-D50C-4E52FE4835A6}"/>
          </ac:spMkLst>
        </pc:spChg>
        <pc:spChg chg="del">
          <ac:chgData name="liao huang" userId="ec82cc6f13daab8b" providerId="LiveId" clId="{AA54D501-5D86-4123-B440-108FCE7D8FB7}" dt="2025-10-17T06:36:29.592" v="688" actId="478"/>
          <ac:spMkLst>
            <pc:docMk/>
            <pc:sldMk cId="343339499" sldId="355"/>
            <ac:spMk id="32" creationId="{4B8C9527-0829-C417-FA84-8159743D0151}"/>
          </ac:spMkLst>
        </pc:spChg>
        <pc:picChg chg="add del mod">
          <ac:chgData name="liao huang" userId="ec82cc6f13daab8b" providerId="LiveId" clId="{AA54D501-5D86-4123-B440-108FCE7D8FB7}" dt="2025-10-17T06:35:19.828" v="678" actId="478"/>
          <ac:picMkLst>
            <pc:docMk/>
            <pc:sldMk cId="343339499" sldId="355"/>
            <ac:picMk id="2" creationId="{816B363E-25BF-3521-FF71-7A9DAD70F6EF}"/>
          </ac:picMkLst>
        </pc:picChg>
        <pc:picChg chg="del">
          <ac:chgData name="liao huang" userId="ec82cc6f13daab8b" providerId="LiveId" clId="{AA54D501-5D86-4123-B440-108FCE7D8FB7}" dt="2025-10-17T06:35:22.915" v="680" actId="478"/>
          <ac:picMkLst>
            <pc:docMk/>
            <pc:sldMk cId="343339499" sldId="355"/>
            <ac:picMk id="5" creationId="{B5FDB7AD-D8AC-B554-18D7-4EFBD59219CE}"/>
          </ac:picMkLst>
        </pc:picChg>
        <pc:picChg chg="add mod">
          <ac:chgData name="liao huang" userId="ec82cc6f13daab8b" providerId="LiveId" clId="{AA54D501-5D86-4123-B440-108FCE7D8FB7}" dt="2025-10-17T06:36:40.129" v="690" actId="1076"/>
          <ac:picMkLst>
            <pc:docMk/>
            <pc:sldMk cId="343339499" sldId="355"/>
            <ac:picMk id="10" creationId="{E0D44D18-A88C-2F33-985B-A953A20A1FD8}"/>
          </ac:picMkLst>
        </pc:picChg>
        <pc:picChg chg="del">
          <ac:chgData name="liao huang" userId="ec82cc6f13daab8b" providerId="LiveId" clId="{AA54D501-5D86-4123-B440-108FCE7D8FB7}" dt="2025-10-17T06:35:21.445" v="679" actId="478"/>
          <ac:picMkLst>
            <pc:docMk/>
            <pc:sldMk cId="343339499" sldId="355"/>
            <ac:picMk id="11" creationId="{B6DF7335-ECCE-AA70-57D7-B3BE5ED57B02}"/>
          </ac:picMkLst>
        </pc:picChg>
        <pc:picChg chg="add mod">
          <ac:chgData name="liao huang" userId="ec82cc6f13daab8b" providerId="LiveId" clId="{AA54D501-5D86-4123-B440-108FCE7D8FB7}" dt="2025-10-17T06:36:40.129" v="690" actId="1076"/>
          <ac:picMkLst>
            <pc:docMk/>
            <pc:sldMk cId="343339499" sldId="355"/>
            <ac:picMk id="14" creationId="{29AA25B1-F473-FC15-CDF1-6D9C3AE73D56}"/>
          </ac:picMkLst>
        </pc:picChg>
      </pc:sldChg>
    </pc:docChg>
  </pc:docChgLst>
  <pc:docChgLst>
    <pc:chgData name="liao huang" userId="ec82cc6f13daab8b" providerId="LiveId" clId="{2D4437B5-BA1C-41B8-B9C9-C6DB68A3E350}"/>
    <pc:docChg chg="undo custSel addSld delSld modSld sldOrd addSection modSection">
      <pc:chgData name="liao huang" userId="ec82cc6f13daab8b" providerId="LiveId" clId="{2D4437B5-BA1C-41B8-B9C9-C6DB68A3E350}" dt="2025-10-09T12:17:46.602" v="1987" actId="20577"/>
      <pc:docMkLst>
        <pc:docMk/>
      </pc:docMkLst>
      <pc:sldChg chg="modSp mod">
        <pc:chgData name="liao huang" userId="ec82cc6f13daab8b" providerId="LiveId" clId="{2D4437B5-BA1C-41B8-B9C9-C6DB68A3E350}" dt="2025-10-09T06:47:55.385" v="54" actId="1076"/>
        <pc:sldMkLst>
          <pc:docMk/>
          <pc:sldMk cId="0" sldId="272"/>
        </pc:sldMkLst>
        <pc:spChg chg="mod">
          <ac:chgData name="liao huang" userId="ec82cc6f13daab8b" providerId="LiveId" clId="{2D4437B5-BA1C-41B8-B9C9-C6DB68A3E350}" dt="2025-10-09T06:47:55.385" v="54" actId="1076"/>
          <ac:spMkLst>
            <pc:docMk/>
            <pc:sldMk cId="0" sldId="272"/>
            <ac:spMk id="8" creationId="{00000000-0000-0000-0000-000000000000}"/>
          </ac:spMkLst>
        </pc:spChg>
      </pc:sldChg>
      <pc:sldChg chg="delSp modSp mod">
        <pc:chgData name="liao huang" userId="ec82cc6f13daab8b" providerId="LiveId" clId="{2D4437B5-BA1C-41B8-B9C9-C6DB68A3E350}" dt="2025-10-09T07:45:16.544" v="660" actId="20577"/>
        <pc:sldMkLst>
          <pc:docMk/>
          <pc:sldMk cId="1682685868" sldId="313"/>
        </pc:sldMkLst>
        <pc:spChg chg="mod">
          <ac:chgData name="liao huang" userId="ec82cc6f13daab8b" providerId="LiveId" clId="{2D4437B5-BA1C-41B8-B9C9-C6DB68A3E350}" dt="2025-10-09T06:48:33.083" v="82" actId="1076"/>
          <ac:spMkLst>
            <pc:docMk/>
            <pc:sldMk cId="1682685868" sldId="313"/>
            <ac:spMk id="4" creationId="{5949082B-14B6-7CDC-E12A-73C38F068BFD}"/>
          </ac:spMkLst>
        </pc:spChg>
        <pc:spChg chg="mod">
          <ac:chgData name="liao huang" userId="ec82cc6f13daab8b" providerId="LiveId" clId="{2D4437B5-BA1C-41B8-B9C9-C6DB68A3E350}" dt="2025-10-09T07:45:16.544" v="660" actId="20577"/>
          <ac:spMkLst>
            <pc:docMk/>
            <pc:sldMk cId="1682685868" sldId="313"/>
            <ac:spMk id="10" creationId="{A60B6048-639C-010F-B7C6-1867337A5C44}"/>
          </ac:spMkLst>
        </pc:spChg>
      </pc:sldChg>
      <pc:sldChg chg="addSp delSp modSp add del mod ord modNotesTx">
        <pc:chgData name="liao huang" userId="ec82cc6f13daab8b" providerId="LiveId" clId="{2D4437B5-BA1C-41B8-B9C9-C6DB68A3E350}" dt="2025-10-09T07:58:31.654" v="1155" actId="20577"/>
        <pc:sldMkLst>
          <pc:docMk/>
          <pc:sldMk cId="3027936104" sldId="333"/>
        </pc:sldMkLst>
      </pc:sldChg>
      <pc:sldChg chg="addSp delSp modSp add mod ord modNotesTx">
        <pc:chgData name="liao huang" userId="ec82cc6f13daab8b" providerId="LiveId" clId="{2D4437B5-BA1C-41B8-B9C9-C6DB68A3E350}" dt="2025-10-09T07:50:44.814" v="822"/>
        <pc:sldMkLst>
          <pc:docMk/>
          <pc:sldMk cId="4281670140" sldId="334"/>
        </pc:sldMkLst>
      </pc:sldChg>
      <pc:sldChg chg="addSp modSp add mod">
        <pc:chgData name="liao huang" userId="ec82cc6f13daab8b" providerId="LiveId" clId="{2D4437B5-BA1C-41B8-B9C9-C6DB68A3E350}" dt="2025-10-09T07:50:42.243" v="821"/>
        <pc:sldMkLst>
          <pc:docMk/>
          <pc:sldMk cId="720726910" sldId="335"/>
        </pc:sldMkLst>
      </pc:sldChg>
      <pc:sldChg chg="add del">
        <pc:chgData name="liao huang" userId="ec82cc6f13daab8b" providerId="LiveId" clId="{2D4437B5-BA1C-41B8-B9C9-C6DB68A3E350}" dt="2025-10-09T07:50:27.106" v="814"/>
        <pc:sldMkLst>
          <pc:docMk/>
          <pc:sldMk cId="1334955095" sldId="336"/>
        </pc:sldMkLst>
      </pc:sldChg>
      <pc:sldChg chg="addSp delSp modSp add mod">
        <pc:chgData name="liao huang" userId="ec82cc6f13daab8b" providerId="LiveId" clId="{2D4437B5-BA1C-41B8-B9C9-C6DB68A3E350}" dt="2025-10-09T08:04:59.592" v="1252" actId="1076"/>
        <pc:sldMkLst>
          <pc:docMk/>
          <pc:sldMk cId="4000936164" sldId="336"/>
        </pc:sldMkLst>
      </pc:sldChg>
      <pc:sldChg chg="addSp delSp modSp add mod ord modNotesTx">
        <pc:chgData name="liao huang" userId="ec82cc6f13daab8b" providerId="LiveId" clId="{2D4437B5-BA1C-41B8-B9C9-C6DB68A3E350}" dt="2025-10-09T11:39:42.812" v="1756"/>
        <pc:sldMkLst>
          <pc:docMk/>
          <pc:sldMk cId="9115818" sldId="337"/>
        </pc:sldMkLst>
      </pc:sldChg>
      <pc:sldChg chg="addSp delSp modSp add del mod modNotesTx">
        <pc:chgData name="liao huang" userId="ec82cc6f13daab8b" providerId="LiveId" clId="{2D4437B5-BA1C-41B8-B9C9-C6DB68A3E350}" dt="2025-10-09T11:39:14.709" v="1743" actId="47"/>
        <pc:sldMkLst>
          <pc:docMk/>
          <pc:sldMk cId="1462956670" sldId="338"/>
        </pc:sldMkLst>
      </pc:sldChg>
      <pc:sldChg chg="new del">
        <pc:chgData name="liao huang" userId="ec82cc6f13daab8b" providerId="LiveId" clId="{2D4437B5-BA1C-41B8-B9C9-C6DB68A3E350}" dt="2025-10-09T09:48:19.310" v="1417" actId="680"/>
        <pc:sldMkLst>
          <pc:docMk/>
          <pc:sldMk cId="2524820058" sldId="339"/>
        </pc:sldMkLst>
      </pc:sldChg>
      <pc:sldChg chg="addSp delSp modSp add del mod">
        <pc:chgData name="liao huang" userId="ec82cc6f13daab8b" providerId="LiveId" clId="{2D4437B5-BA1C-41B8-B9C9-C6DB68A3E350}" dt="2025-10-09T11:39:19.345" v="1746" actId="47"/>
        <pc:sldMkLst>
          <pc:docMk/>
          <pc:sldMk cId="3502099276" sldId="339"/>
        </pc:sldMkLst>
      </pc:sldChg>
      <pc:sldChg chg="modSp add mod ord">
        <pc:chgData name="liao huang" userId="ec82cc6f13daab8b" providerId="LiveId" clId="{2D4437B5-BA1C-41B8-B9C9-C6DB68A3E350}" dt="2025-10-09T09:49:03.011" v="1433"/>
        <pc:sldMkLst>
          <pc:docMk/>
          <pc:sldMk cId="4092457677" sldId="340"/>
        </pc:sldMkLst>
      </pc:sldChg>
      <pc:sldChg chg="addSp delSp modSp add mod ord modNotesTx">
        <pc:chgData name="liao huang" userId="ec82cc6f13daab8b" providerId="LiveId" clId="{2D4437B5-BA1C-41B8-B9C9-C6DB68A3E350}" dt="2025-10-09T11:39:33.932" v="1749"/>
        <pc:sldMkLst>
          <pc:docMk/>
          <pc:sldMk cId="881961850" sldId="341"/>
        </pc:sldMkLst>
      </pc:sldChg>
      <pc:sldChg chg="addSp delSp modSp add mod ord modNotesTx">
        <pc:chgData name="liao huang" userId="ec82cc6f13daab8b" providerId="LiveId" clId="{2D4437B5-BA1C-41B8-B9C9-C6DB68A3E350}" dt="2025-10-09T11:52:19.483" v="1800"/>
        <pc:sldMkLst>
          <pc:docMk/>
          <pc:sldMk cId="1438217194" sldId="342"/>
        </pc:sldMkLst>
      </pc:sldChg>
      <pc:sldChg chg="modSp add del mod">
        <pc:chgData name="liao huang" userId="ec82cc6f13daab8b" providerId="LiveId" clId="{2D4437B5-BA1C-41B8-B9C9-C6DB68A3E350}" dt="2025-10-09T11:30:12.686" v="1609"/>
        <pc:sldMkLst>
          <pc:docMk/>
          <pc:sldMk cId="2355874926" sldId="342"/>
        </pc:sldMkLst>
      </pc:sldChg>
      <pc:sldChg chg="addSp delSp modSp add mod modNotesTx">
        <pc:chgData name="liao huang" userId="ec82cc6f13daab8b" providerId="LiveId" clId="{2D4437B5-BA1C-41B8-B9C9-C6DB68A3E350}" dt="2025-10-09T11:59:07.656" v="1889" actId="1076"/>
        <pc:sldMkLst>
          <pc:docMk/>
          <pc:sldMk cId="1198531169" sldId="343"/>
        </pc:sldMkLst>
      </pc:sldChg>
      <pc:sldChg chg="add del">
        <pc:chgData name="liao huang" userId="ec82cc6f13daab8b" providerId="LiveId" clId="{2D4437B5-BA1C-41B8-B9C9-C6DB68A3E350}" dt="2025-10-09T11:40:08.469" v="1765" actId="47"/>
        <pc:sldMkLst>
          <pc:docMk/>
          <pc:sldMk cId="1940534781" sldId="343"/>
        </pc:sldMkLst>
      </pc:sldChg>
      <pc:sldChg chg="addSp delSp modSp add mod modNotesTx">
        <pc:chgData name="liao huang" userId="ec82cc6f13daab8b" providerId="LiveId" clId="{2D4437B5-BA1C-41B8-B9C9-C6DB68A3E350}" dt="2025-10-09T12:17:46.602" v="1987" actId="20577"/>
        <pc:sldMkLst>
          <pc:docMk/>
          <pc:sldMk cId="524326135" sldId="344"/>
        </pc:sldMkLst>
      </pc:sldChg>
    </pc:docChg>
  </pc:docChgLst>
  <pc:docChgLst>
    <pc:chgData name="liao huang" userId="ec82cc6f13daab8b" providerId="LiveId" clId="{E24E8AD7-CEE0-4A90-923C-3E20E97F8D52}"/>
    <pc:docChg chg="undo custSel addSld delSld modSld sldOrd addSection modSection">
      <pc:chgData name="liao huang" userId="ec82cc6f13daab8b" providerId="LiveId" clId="{E24E8AD7-CEE0-4A90-923C-3E20E97F8D52}" dt="2025-09-03T09:19:37.138" v="2832" actId="20577"/>
      <pc:docMkLst>
        <pc:docMk/>
      </pc:docMkLst>
      <pc:sldChg chg="modSp add mod">
        <pc:chgData name="liao huang" userId="ec82cc6f13daab8b" providerId="LiveId" clId="{E24E8AD7-CEE0-4A90-923C-3E20E97F8D52}" dt="2025-08-20T06:58:31.479" v="50" actId="20577"/>
        <pc:sldMkLst>
          <pc:docMk/>
          <pc:sldMk cId="0" sldId="257"/>
        </pc:sldMkLst>
      </pc:sldChg>
      <pc:sldChg chg="modSp add mod">
        <pc:chgData name="liao huang" userId="ec82cc6f13daab8b" providerId="LiveId" clId="{E24E8AD7-CEE0-4A90-923C-3E20E97F8D52}" dt="2025-08-21T05:10:23.264" v="1882"/>
        <pc:sldMkLst>
          <pc:docMk/>
          <pc:sldMk cId="0" sldId="272"/>
        </pc:sldMkLst>
      </pc:sldChg>
      <pc:sldChg chg="delSp modSp add mod">
        <pc:chgData name="liao huang" userId="ec82cc6f13daab8b" providerId="LiveId" clId="{E24E8AD7-CEE0-4A90-923C-3E20E97F8D52}" dt="2025-08-20T07:09:07.756" v="95" actId="114"/>
        <pc:sldMkLst>
          <pc:docMk/>
          <pc:sldMk cId="1682685868" sldId="313"/>
        </pc:sldMkLst>
      </pc:sldChg>
      <pc:sldChg chg="modSp add mod modNotesTx">
        <pc:chgData name="liao huang" userId="ec82cc6f13daab8b" providerId="LiveId" clId="{E24E8AD7-CEE0-4A90-923C-3E20E97F8D52}" dt="2025-08-20T09:55:14.973" v="347"/>
        <pc:sldMkLst>
          <pc:docMk/>
          <pc:sldMk cId="3027936104" sldId="333"/>
        </pc:sldMkLst>
      </pc:sldChg>
      <pc:sldChg chg="addSp delSp modSp add mod modNotesTx">
        <pc:chgData name="liao huang" userId="ec82cc6f13daab8b" providerId="LiveId" clId="{E24E8AD7-CEE0-4A90-923C-3E20E97F8D52}" dt="2025-08-20T10:00:23.973" v="348" actId="20577"/>
        <pc:sldMkLst>
          <pc:docMk/>
          <pc:sldMk cId="621122138" sldId="334"/>
        </pc:sldMkLst>
      </pc:sldChg>
      <pc:sldChg chg="addSp modSp add mod modNotesTx">
        <pc:chgData name="liao huang" userId="ec82cc6f13daab8b" providerId="LiveId" clId="{E24E8AD7-CEE0-4A90-923C-3E20E97F8D52}" dt="2025-08-20T10:05:37.132" v="373" actId="1076"/>
        <pc:sldMkLst>
          <pc:docMk/>
          <pc:sldMk cId="2504641328" sldId="335"/>
        </pc:sldMkLst>
      </pc:sldChg>
      <pc:sldChg chg="addSp delSp modSp add mod modNotesTx">
        <pc:chgData name="liao huang" userId="ec82cc6f13daab8b" providerId="LiveId" clId="{E24E8AD7-CEE0-4A90-923C-3E20E97F8D52}" dt="2025-08-20T10:45:57.248" v="1027" actId="22"/>
        <pc:sldMkLst>
          <pc:docMk/>
          <pc:sldMk cId="1848639983" sldId="336"/>
        </pc:sldMkLst>
      </pc:sldChg>
      <pc:sldChg chg="addSp delSp modSp add mod modNotesTx">
        <pc:chgData name="liao huang" userId="ec82cc6f13daab8b" providerId="LiveId" clId="{E24E8AD7-CEE0-4A90-923C-3E20E97F8D52}" dt="2025-08-21T03:44:50.700" v="1305" actId="22"/>
        <pc:sldMkLst>
          <pc:docMk/>
          <pc:sldMk cId="969987762" sldId="337"/>
        </pc:sldMkLst>
      </pc:sldChg>
      <pc:sldChg chg="addSp delSp modSp add mod modNotesTx">
        <pc:chgData name="liao huang" userId="ec82cc6f13daab8b" providerId="LiveId" clId="{E24E8AD7-CEE0-4A90-923C-3E20E97F8D52}" dt="2025-08-21T04:01:48.662" v="1868" actId="20577"/>
        <pc:sldMkLst>
          <pc:docMk/>
          <pc:sldMk cId="896632247" sldId="338"/>
        </pc:sldMkLst>
      </pc:sldChg>
      <pc:sldChg chg="modSp add mod">
        <pc:chgData name="liao huang" userId="ec82cc6f13daab8b" providerId="LiveId" clId="{E24E8AD7-CEE0-4A90-923C-3E20E97F8D52}" dt="2025-08-21T05:13:17.780" v="1886"/>
        <pc:sldMkLst>
          <pc:docMk/>
          <pc:sldMk cId="2177563654" sldId="339"/>
        </pc:sldMkLst>
      </pc:sldChg>
      <pc:sldChg chg="addSp delSp modSp add mod ord modNotesTx">
        <pc:chgData name="liao huang" userId="ec82cc6f13daab8b" providerId="LiveId" clId="{E24E8AD7-CEE0-4A90-923C-3E20E97F8D52}" dt="2025-08-21T07:11:07.551" v="1956" actId="22"/>
        <pc:sldMkLst>
          <pc:docMk/>
          <pc:sldMk cId="3400952436" sldId="340"/>
        </pc:sldMkLst>
      </pc:sldChg>
      <pc:sldChg chg="add modNotesTx">
        <pc:chgData name="liao huang" userId="ec82cc6f13daab8b" providerId="LiveId" clId="{E24E8AD7-CEE0-4A90-923C-3E20E97F8D52}" dt="2025-08-21T05:15:56.498" v="1917"/>
        <pc:sldMkLst>
          <pc:docMk/>
          <pc:sldMk cId="428877371" sldId="341"/>
        </pc:sldMkLst>
      </pc:sldChg>
      <pc:sldChg chg="addSp delSp modSp add mod modNotesTx">
        <pc:chgData name="liao huang" userId="ec82cc6f13daab8b" providerId="LiveId" clId="{E24E8AD7-CEE0-4A90-923C-3E20E97F8D52}" dt="2025-08-21T07:41:19.475" v="1973" actId="20577"/>
        <pc:sldMkLst>
          <pc:docMk/>
          <pc:sldMk cId="1389603188" sldId="342"/>
        </pc:sldMkLst>
      </pc:sldChg>
      <pc:sldChg chg="addSp delSp modSp add mod">
        <pc:chgData name="liao huang" userId="ec82cc6f13daab8b" providerId="LiveId" clId="{E24E8AD7-CEE0-4A90-923C-3E20E97F8D52}" dt="2025-08-27T08:45:14.998" v="1980" actId="1076"/>
        <pc:sldMkLst>
          <pc:docMk/>
          <pc:sldMk cId="3082033537" sldId="343"/>
        </pc:sldMkLst>
      </pc:sldChg>
      <pc:sldChg chg="new del">
        <pc:chgData name="liao huang" userId="ec82cc6f13daab8b" providerId="LiveId" clId="{E24E8AD7-CEE0-4A90-923C-3E20E97F8D52}" dt="2025-08-27T10:08:55.259" v="1983" actId="680"/>
        <pc:sldMkLst>
          <pc:docMk/>
          <pc:sldMk cId="284051779" sldId="344"/>
        </pc:sldMkLst>
      </pc:sldChg>
      <pc:sldChg chg="modSp add mod">
        <pc:chgData name="liao huang" userId="ec82cc6f13daab8b" providerId="LiveId" clId="{E24E8AD7-CEE0-4A90-923C-3E20E97F8D52}" dt="2025-09-01T05:40:00.929" v="2024" actId="20577"/>
        <pc:sldMkLst>
          <pc:docMk/>
          <pc:sldMk cId="3878932586" sldId="344"/>
        </pc:sldMkLst>
      </pc:sldChg>
      <pc:sldChg chg="modSp add mod">
        <pc:chgData name="liao huang" userId="ec82cc6f13daab8b" providerId="LiveId" clId="{E24E8AD7-CEE0-4A90-923C-3E20E97F8D52}" dt="2025-08-27T10:21:05.877" v="2015" actId="20577"/>
        <pc:sldMkLst>
          <pc:docMk/>
          <pc:sldMk cId="2379408487" sldId="345"/>
        </pc:sldMkLst>
      </pc:sldChg>
      <pc:sldChg chg="addSp delSp modSp add mod">
        <pc:chgData name="liao huang" userId="ec82cc6f13daab8b" providerId="LiveId" clId="{E24E8AD7-CEE0-4A90-923C-3E20E97F8D52}" dt="2025-09-03T08:11:40.628" v="2038" actId="478"/>
        <pc:sldMkLst>
          <pc:docMk/>
          <pc:sldMk cId="2386988284" sldId="346"/>
        </pc:sldMkLst>
      </pc:sldChg>
      <pc:sldChg chg="new del">
        <pc:chgData name="liao huang" userId="ec82cc6f13daab8b" providerId="LiveId" clId="{E24E8AD7-CEE0-4A90-923C-3E20E97F8D52}" dt="2025-09-03T08:10:59.792" v="2026" actId="680"/>
        <pc:sldMkLst>
          <pc:docMk/>
          <pc:sldMk cId="4173274157" sldId="346"/>
        </pc:sldMkLst>
      </pc:sldChg>
      <pc:sldChg chg="addSp delSp modSp add mod">
        <pc:chgData name="liao huang" userId="ec82cc6f13daab8b" providerId="LiveId" clId="{E24E8AD7-CEE0-4A90-923C-3E20E97F8D52}" dt="2025-09-03T08:58:20.426" v="2579" actId="1076"/>
        <pc:sldMkLst>
          <pc:docMk/>
          <pc:sldMk cId="2160905716" sldId="347"/>
        </pc:sldMkLst>
      </pc:sldChg>
      <pc:sldChg chg="addSp delSp modSp add mod">
        <pc:chgData name="liao huang" userId="ec82cc6f13daab8b" providerId="LiveId" clId="{E24E8AD7-CEE0-4A90-923C-3E20E97F8D52}" dt="2025-09-03T09:16:33.196" v="2741" actId="21"/>
        <pc:sldMkLst>
          <pc:docMk/>
          <pc:sldMk cId="3574788686" sldId="348"/>
        </pc:sldMkLst>
      </pc:sldChg>
      <pc:sldChg chg="modSp add mod">
        <pc:chgData name="liao huang" userId="ec82cc6f13daab8b" providerId="LiveId" clId="{E24E8AD7-CEE0-4A90-923C-3E20E97F8D52}" dt="2025-09-03T09:19:37.138" v="2832" actId="20577"/>
        <pc:sldMkLst>
          <pc:docMk/>
          <pc:sldMk cId="2799807660" sldId="34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E31D2-F85F-48D9-85E1-643E8A75D6DA}" type="datetimeFigureOut">
              <a:rPr lang="zh-CN" altLang="en-US" smtClean="0"/>
              <a:t>2025/10/17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6FDFC-FEF2-4F9D-A0AF-43D16A2C7AA4}" type="slidenum">
              <a:rPr lang="zh-CN" altLang="en-US" smtClean="0"/>
              <a:t>‹#›</a:t>
            </a:fld>
            <a:endParaRPr lang="zh-CN" altLang="en-US"/>
          </a:p>
        </p:txBody>
      </p:sp>
    </p:spTree>
    <p:extLst>
      <p:ext uri="{BB962C8B-B14F-4D97-AF65-F5344CB8AC3E}">
        <p14:creationId xmlns:p14="http://schemas.microsoft.com/office/powerpoint/2010/main" val="3863361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556971-6A61-4E96-B3F0-2E6ACC9F9D62}" type="slidenum">
              <a:rPr lang="zh-CN" altLang="en-US" smtClean="0"/>
              <a:t>1</a:t>
            </a:fld>
            <a:endParaRPr lang="zh-CN" altLang="en-US"/>
          </a:p>
        </p:txBody>
      </p:sp>
    </p:spTree>
    <p:extLst>
      <p:ext uri="{BB962C8B-B14F-4D97-AF65-F5344CB8AC3E}">
        <p14:creationId xmlns:p14="http://schemas.microsoft.com/office/powerpoint/2010/main" val="360464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556971-6A61-4E96-B3F0-2E6ACC9F9D62}" type="slidenum">
              <a:rPr lang="zh-CN" altLang="en-US" smtClean="0"/>
              <a:t>2</a:t>
            </a:fld>
            <a:endParaRPr lang="zh-CN" altLang="en-US"/>
          </a:p>
        </p:txBody>
      </p:sp>
    </p:spTree>
    <p:extLst>
      <p:ext uri="{BB962C8B-B14F-4D97-AF65-F5344CB8AC3E}">
        <p14:creationId xmlns:p14="http://schemas.microsoft.com/office/powerpoint/2010/main" val="1587888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68A4-6C70-36EE-8BE2-F36C0C8C71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60BCC5-AE06-1DF5-5F41-59AB9C5B0B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FB7706-69C0-60C4-935D-2556FFE781FA}"/>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26E8CBD5-2A1D-D959-EE75-D56F1A4F1AFB}"/>
              </a:ext>
            </a:extLst>
          </p:cNvPr>
          <p:cNvSpPr>
            <a:spLocks noGrp="1"/>
          </p:cNvSpPr>
          <p:nvPr>
            <p:ph type="sldNum" sz="quarter" idx="5"/>
          </p:nvPr>
        </p:nvSpPr>
        <p:spPr/>
        <p:txBody>
          <a:bodyPr/>
          <a:lstStyle/>
          <a:p>
            <a:fld id="{8E556971-6A61-4E96-B3F0-2E6ACC9F9D62}" type="slidenum">
              <a:rPr lang="zh-CN" altLang="en-US" smtClean="0"/>
              <a:t>3</a:t>
            </a:fld>
            <a:endParaRPr lang="zh-CN" altLang="en-US"/>
          </a:p>
        </p:txBody>
      </p:sp>
    </p:spTree>
    <p:extLst>
      <p:ext uri="{BB962C8B-B14F-4D97-AF65-F5344CB8AC3E}">
        <p14:creationId xmlns:p14="http://schemas.microsoft.com/office/powerpoint/2010/main" val="1491299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en-US" altLang="zh-CN" b="0" i="0" dirty="0">
                <a:solidFill>
                  <a:srgbClr val="000000"/>
                </a:solidFill>
                <a:effectLst/>
                <a:latin typeface="Inter"/>
              </a:rPr>
              <a:t>Input</a:t>
            </a:r>
            <a:r>
              <a:rPr lang="zh-CN" altLang="en-US" b="0" i="0" dirty="0">
                <a:solidFill>
                  <a:srgbClr val="000000"/>
                </a:solidFill>
                <a:effectLst/>
                <a:latin typeface="Inter"/>
              </a:rPr>
              <a:t>中多个</a:t>
            </a:r>
            <a:r>
              <a:rPr lang="en-US" altLang="zh-CN" b="0" i="0" dirty="0">
                <a:solidFill>
                  <a:srgbClr val="000000"/>
                </a:solidFill>
                <a:effectLst/>
                <a:latin typeface="Inter"/>
              </a:rPr>
              <a:t>token</a:t>
            </a:r>
            <a:r>
              <a:rPr lang="zh-CN" altLang="en-US" b="0" i="0" dirty="0">
                <a:solidFill>
                  <a:srgbClr val="000000"/>
                </a:solidFill>
                <a:effectLst/>
                <a:latin typeface="Inter"/>
              </a:rPr>
              <a:t>，也就是 </a:t>
            </a:r>
            <a:r>
              <a:rPr lang="en-US" altLang="zh-CN" b="0" i="0" dirty="0">
                <a:solidFill>
                  <a:srgbClr val="000000"/>
                </a:solidFill>
                <a:effectLst/>
                <a:latin typeface="Inter"/>
              </a:rPr>
              <a:t>batch</a:t>
            </a:r>
            <a:r>
              <a:rPr lang="zh-CN" altLang="en-US" b="0" i="0" dirty="0">
                <a:solidFill>
                  <a:srgbClr val="000000"/>
                </a:solidFill>
                <a:effectLst/>
                <a:latin typeface="Inter"/>
              </a:rPr>
              <a:t>个，计算概率之后进行划分，把</a:t>
            </a:r>
            <a:r>
              <a:rPr lang="en-US" altLang="zh-CN" b="0" i="0" dirty="0">
                <a:solidFill>
                  <a:srgbClr val="000000"/>
                </a:solidFill>
                <a:effectLst/>
                <a:latin typeface="Inter"/>
              </a:rPr>
              <a:t>token</a:t>
            </a:r>
            <a:r>
              <a:rPr lang="zh-CN" altLang="en-US" b="0" i="0" dirty="0">
                <a:solidFill>
                  <a:srgbClr val="000000"/>
                </a:solidFill>
                <a:effectLst/>
                <a:latin typeface="Inter"/>
              </a:rPr>
              <a:t>分配到不同的专家上</a:t>
            </a:r>
            <a:endParaRPr lang="en-US" altLang="zh-CN" b="0" i="0" dirty="0">
              <a:solidFill>
                <a:srgbClr val="000000"/>
              </a:solidFill>
              <a:effectLst/>
              <a:latin typeface="Inter"/>
            </a:endParaRPr>
          </a:p>
          <a:p>
            <a:r>
              <a:rPr lang="zh-CN" altLang="en-US" b="0" i="0" dirty="0">
                <a:solidFill>
                  <a:srgbClr val="000000"/>
                </a:solidFill>
                <a:effectLst/>
                <a:latin typeface="Inter"/>
              </a:rPr>
              <a:t>计算完成之后还需要将</a:t>
            </a:r>
            <a:r>
              <a:rPr lang="en-US" altLang="zh-CN" b="0" i="0" dirty="0">
                <a:solidFill>
                  <a:srgbClr val="000000"/>
                </a:solidFill>
                <a:effectLst/>
                <a:latin typeface="Inter"/>
              </a:rPr>
              <a:t>token</a:t>
            </a:r>
            <a:r>
              <a:rPr lang="zh-CN" altLang="en-US" b="0" i="0" dirty="0">
                <a:solidFill>
                  <a:srgbClr val="000000"/>
                </a:solidFill>
                <a:effectLst/>
                <a:latin typeface="Inter"/>
              </a:rPr>
              <a:t>收集回来</a:t>
            </a:r>
            <a:endParaRPr lang="en-US" altLang="zh-CN" b="0" i="0" dirty="0">
              <a:solidFill>
                <a:srgbClr val="000000"/>
              </a:solidFill>
              <a:effectLst/>
              <a:latin typeface="Inter"/>
            </a:endParaRPr>
          </a:p>
          <a:p>
            <a:endParaRPr lang="en-US" altLang="zh-CN" b="0" i="0" dirty="0">
              <a:solidFill>
                <a:srgbClr val="00000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Inter"/>
              </a:rPr>
              <a:t>怎么进行分组的？</a:t>
            </a:r>
            <a:endParaRPr lang="en-US" altLang="zh-CN" b="0" i="0" dirty="0">
              <a:solidFill>
                <a:srgbClr val="000000"/>
              </a:solidFill>
              <a:effectLst/>
              <a:latin typeface="Inter"/>
            </a:endParaRPr>
          </a:p>
          <a:p>
            <a:pPr algn="l" rtl="0"/>
            <a:r>
              <a:rPr lang="zh-CN" altLang="en-US" b="1" i="0" dirty="0">
                <a:solidFill>
                  <a:srgbClr val="000000"/>
                </a:solidFill>
                <a:effectLst/>
                <a:latin typeface="Inter"/>
              </a:rPr>
              <a:t>举例说明</a:t>
            </a:r>
          </a:p>
          <a:p>
            <a:pPr algn="l" rtl="0"/>
            <a:r>
              <a:rPr lang="zh-CN" altLang="en-US" b="0" i="0" dirty="0">
                <a:solidFill>
                  <a:srgbClr val="000000"/>
                </a:solidFill>
                <a:effectLst/>
                <a:latin typeface="Inter"/>
              </a:rPr>
              <a:t>假设：</a:t>
            </a:r>
          </a:p>
          <a:p>
            <a:pPr algn="l" rtl="0">
              <a:buFont typeface="Arial" panose="020B0604020202020204" pitchFamily="34" charset="0"/>
              <a:buChar char="•"/>
            </a:pPr>
            <a:r>
              <a:rPr lang="en-US" altLang="zh-CN" b="0" i="0" dirty="0">
                <a:solidFill>
                  <a:srgbClr val="000000"/>
                </a:solidFill>
                <a:effectLst/>
                <a:latin typeface="Inter"/>
              </a:rPr>
              <a:t>token </a:t>
            </a:r>
            <a:r>
              <a:rPr lang="zh-CN" altLang="en-US" b="0" i="0" dirty="0">
                <a:solidFill>
                  <a:srgbClr val="000000"/>
                </a:solidFill>
                <a:effectLst/>
                <a:latin typeface="Inter"/>
              </a:rPr>
              <a:t>矩阵</a:t>
            </a:r>
            <a:r>
              <a:rPr lang="en-US" altLang="zh-CN" b="0" i="0" dirty="0">
                <a:solidFill>
                  <a:srgbClr val="000000"/>
                </a:solidFill>
                <a:effectLst/>
                <a:latin typeface="Inter"/>
              </a:rPr>
              <a:t>X</a:t>
            </a:r>
            <a:r>
              <a:rPr lang="zh-CN" altLang="en-US" b="0" i="0" dirty="0">
                <a:solidFill>
                  <a:srgbClr val="000000"/>
                </a:solidFill>
                <a:effectLst/>
                <a:latin typeface="Inter"/>
              </a:rPr>
              <a:t>为 </a:t>
            </a:r>
            <a:r>
              <a:rPr lang="en-US" altLang="zh-CN" b="0" i="0" dirty="0">
                <a:solidFill>
                  <a:srgbClr val="000000"/>
                </a:solidFill>
                <a:effectLst/>
                <a:latin typeface="Inter"/>
              </a:rPr>
              <a:t>5×4</a:t>
            </a:r>
            <a:r>
              <a:rPr lang="zh-CN" altLang="en-US" b="0" i="0" dirty="0">
                <a:solidFill>
                  <a:srgbClr val="000000"/>
                </a:solidFill>
                <a:effectLst/>
                <a:latin typeface="Inter"/>
              </a:rPr>
              <a:t>（</a:t>
            </a:r>
            <a:r>
              <a:rPr lang="en-US" altLang="zh-CN" b="0" i="0" dirty="0">
                <a:solidFill>
                  <a:srgbClr val="000000"/>
                </a:solidFill>
                <a:effectLst/>
                <a:latin typeface="Inter"/>
              </a:rPr>
              <a:t>5 </a:t>
            </a:r>
            <a:r>
              <a:rPr lang="zh-CN" altLang="en-US" b="0" i="0" dirty="0">
                <a:solidFill>
                  <a:srgbClr val="000000"/>
                </a:solidFill>
                <a:effectLst/>
                <a:latin typeface="Inter"/>
              </a:rPr>
              <a:t>个 </a:t>
            </a:r>
            <a:r>
              <a:rPr lang="en-US" altLang="zh-CN" b="0" i="0" dirty="0">
                <a:solidFill>
                  <a:srgbClr val="000000"/>
                </a:solidFill>
                <a:effectLst/>
                <a:latin typeface="Inter"/>
              </a:rPr>
              <a:t>token</a:t>
            </a:r>
            <a:r>
              <a:rPr lang="zh-CN" altLang="en-US" b="0" i="0" dirty="0">
                <a:solidFill>
                  <a:srgbClr val="000000"/>
                </a:solidFill>
                <a:effectLst/>
                <a:latin typeface="Inter"/>
              </a:rPr>
              <a:t>，每个 </a:t>
            </a:r>
            <a:r>
              <a:rPr lang="en-US" altLang="zh-CN" b="0" i="0" dirty="0">
                <a:solidFill>
                  <a:srgbClr val="000000"/>
                </a:solidFill>
                <a:effectLst/>
                <a:latin typeface="Inter"/>
              </a:rPr>
              <a:t>4 </a:t>
            </a:r>
            <a:r>
              <a:rPr lang="zh-CN" altLang="en-US" b="0" i="0" dirty="0">
                <a:solidFill>
                  <a:srgbClr val="000000"/>
                </a:solidFill>
                <a:effectLst/>
                <a:latin typeface="Inter"/>
              </a:rPr>
              <a:t>维特征）：</a:t>
            </a:r>
            <a:r>
              <a:rPr lang="en-US" altLang="zh-CN" b="0" i="0" dirty="0">
                <a:solidFill>
                  <a:srgbClr val="000000"/>
                </a:solidFill>
                <a:effectLst/>
                <a:latin typeface="Inter"/>
              </a:rPr>
              <a:t>X = [[x11, x12, x13, x14], # T1 [x21, x22, x23, x24], # T2 [x31, x32, x33, x34], # T3 [x41, x42, x43, x44], # T4 [x51, x52, x53, x54]] # T5</a:t>
            </a:r>
          </a:p>
          <a:p>
            <a:pPr algn="l" rtl="0">
              <a:buFont typeface="Arial" panose="020B0604020202020204" pitchFamily="34" charset="0"/>
              <a:buChar char="•"/>
            </a:pPr>
            <a:r>
              <a:rPr lang="zh-CN" altLang="en-US" b="0" i="0" dirty="0">
                <a:solidFill>
                  <a:srgbClr val="000000"/>
                </a:solidFill>
                <a:effectLst/>
                <a:latin typeface="Inter"/>
              </a:rPr>
              <a:t>分配矩阵</a:t>
            </a:r>
            <a:r>
              <a:rPr lang="en-US" altLang="zh-CN" b="0" i="0" dirty="0">
                <a:solidFill>
                  <a:srgbClr val="000000"/>
                </a:solidFill>
                <a:effectLst/>
                <a:latin typeface="Inter"/>
              </a:rPr>
              <a:t>A</a:t>
            </a:r>
            <a:r>
              <a:rPr lang="zh-CN" altLang="en-US" b="0" i="0" dirty="0">
                <a:solidFill>
                  <a:srgbClr val="000000"/>
                </a:solidFill>
                <a:effectLst/>
                <a:latin typeface="Inter"/>
              </a:rPr>
              <a:t>为 </a:t>
            </a:r>
            <a:r>
              <a:rPr lang="en-US" altLang="zh-CN" b="0" i="0" dirty="0">
                <a:solidFill>
                  <a:srgbClr val="000000"/>
                </a:solidFill>
                <a:effectLst/>
                <a:latin typeface="Inter"/>
              </a:rPr>
              <a:t>5×3</a:t>
            </a:r>
            <a:r>
              <a:rPr lang="zh-CN" altLang="en-US" b="0" i="0" dirty="0">
                <a:solidFill>
                  <a:srgbClr val="000000"/>
                </a:solidFill>
                <a:effectLst/>
                <a:latin typeface="Inter"/>
              </a:rPr>
              <a:t>（</a:t>
            </a:r>
            <a:r>
              <a:rPr lang="en-US" altLang="zh-CN" b="0" i="0" dirty="0">
                <a:solidFill>
                  <a:srgbClr val="000000"/>
                </a:solidFill>
                <a:effectLst/>
                <a:latin typeface="Inter"/>
              </a:rPr>
              <a:t>5 </a:t>
            </a:r>
            <a:r>
              <a:rPr lang="zh-CN" altLang="en-US" b="0" i="0" dirty="0">
                <a:solidFill>
                  <a:srgbClr val="000000"/>
                </a:solidFill>
                <a:effectLst/>
                <a:latin typeface="Inter"/>
              </a:rPr>
              <a:t>个 </a:t>
            </a:r>
            <a:r>
              <a:rPr lang="en-US" altLang="zh-CN" b="0" i="0" dirty="0">
                <a:solidFill>
                  <a:srgbClr val="000000"/>
                </a:solidFill>
                <a:effectLst/>
                <a:latin typeface="Inter"/>
              </a:rPr>
              <a:t>token</a:t>
            </a:r>
            <a:r>
              <a:rPr lang="zh-CN" altLang="en-US" b="0" i="0" dirty="0">
                <a:solidFill>
                  <a:srgbClr val="000000"/>
                </a:solidFill>
                <a:effectLst/>
                <a:latin typeface="Inter"/>
              </a:rPr>
              <a:t>，</a:t>
            </a:r>
            <a:r>
              <a:rPr lang="en-US" altLang="zh-CN" b="0" i="0" dirty="0">
                <a:solidFill>
                  <a:srgbClr val="000000"/>
                </a:solidFill>
                <a:effectLst/>
                <a:latin typeface="Inter"/>
              </a:rPr>
              <a:t>3 </a:t>
            </a:r>
            <a:r>
              <a:rPr lang="zh-CN" altLang="en-US" b="0" i="0" dirty="0">
                <a:solidFill>
                  <a:srgbClr val="000000"/>
                </a:solidFill>
                <a:effectLst/>
                <a:latin typeface="Inter"/>
              </a:rPr>
              <a:t>个专家），硬分配下为：</a:t>
            </a:r>
            <a:r>
              <a:rPr lang="en-US" altLang="zh-CN" b="0" i="0" dirty="0">
                <a:solidFill>
                  <a:srgbClr val="000000"/>
                </a:solidFill>
                <a:effectLst/>
                <a:latin typeface="Inter"/>
              </a:rPr>
              <a:t>A = [[1,0,0], # T1→E1 [0,1,0], # T2→E2 [1,0,0], # T3→E1 [0,0,1], # T4→E3 [0,0,1]] # T5→E3</a:t>
            </a:r>
          </a:p>
          <a:p>
            <a:pPr algn="l" rtl="0"/>
            <a:r>
              <a:rPr lang="zh-CN" altLang="en-US" b="0" i="0" dirty="0">
                <a:solidFill>
                  <a:srgbClr val="000000"/>
                </a:solidFill>
                <a:effectLst/>
                <a:latin typeface="Inter"/>
              </a:rPr>
              <a:t>通过 </a:t>
            </a:r>
            <a:r>
              <a:rPr lang="en-US" altLang="zh-CN" b="0" i="0" dirty="0" err="1">
                <a:solidFill>
                  <a:srgbClr val="000000"/>
                </a:solidFill>
                <a:effectLst/>
                <a:latin typeface="Inter"/>
              </a:rPr>
              <a:t>einsum</a:t>
            </a:r>
            <a:r>
              <a:rPr lang="en-US" altLang="zh-CN" b="0" i="0" dirty="0">
                <a:solidFill>
                  <a:srgbClr val="000000"/>
                </a:solidFill>
                <a:effectLst/>
                <a:latin typeface="Inter"/>
              </a:rPr>
              <a:t> </a:t>
            </a:r>
            <a:r>
              <a:rPr lang="zh-CN" altLang="en-US" b="0" i="0" dirty="0">
                <a:solidFill>
                  <a:srgbClr val="000000"/>
                </a:solidFill>
                <a:effectLst/>
                <a:latin typeface="Inter"/>
              </a:rPr>
              <a:t>计算</a:t>
            </a:r>
            <a:r>
              <a:rPr lang="en-US" altLang="zh-CN" b="0" i="0" dirty="0" err="1">
                <a:solidFill>
                  <a:srgbClr val="000000"/>
                </a:solidFill>
                <a:effectLst/>
                <a:latin typeface="Inter"/>
              </a:rPr>
              <a:t>einsum</a:t>
            </a:r>
            <a:r>
              <a:rPr lang="en-US" altLang="zh-CN" b="0" i="0" dirty="0">
                <a:solidFill>
                  <a:srgbClr val="000000"/>
                </a:solidFill>
                <a:effectLst/>
                <a:latin typeface="Inter"/>
              </a:rPr>
              <a:t>('</a:t>
            </a:r>
            <a:r>
              <a:rPr lang="en-US" altLang="zh-CN" b="0" i="0" dirty="0" err="1">
                <a:solidFill>
                  <a:srgbClr val="000000"/>
                </a:solidFill>
                <a:effectLst/>
                <a:latin typeface="Inter"/>
              </a:rPr>
              <a:t>te</a:t>
            </a:r>
            <a:r>
              <a:rPr lang="en-US" altLang="zh-CN" b="0" i="0" dirty="0">
                <a:solidFill>
                  <a:srgbClr val="000000"/>
                </a:solidFill>
                <a:effectLst/>
                <a:latin typeface="Inter"/>
              </a:rPr>
              <a:t>, td -&gt; </a:t>
            </a:r>
            <a:r>
              <a:rPr lang="en-US" altLang="zh-CN" b="0" i="0" dirty="0" err="1">
                <a:solidFill>
                  <a:srgbClr val="000000"/>
                </a:solidFill>
                <a:effectLst/>
                <a:latin typeface="Inter"/>
              </a:rPr>
              <a:t>etd</a:t>
            </a:r>
            <a:r>
              <a:rPr lang="en-US" altLang="zh-CN" b="0" i="0" dirty="0">
                <a:solidFill>
                  <a:srgbClr val="000000"/>
                </a:solidFill>
                <a:effectLst/>
                <a:latin typeface="Inter"/>
              </a:rPr>
              <a:t>', A, X)</a:t>
            </a:r>
            <a:r>
              <a:rPr lang="zh-CN" altLang="en-US" b="0" i="0" dirty="0">
                <a:solidFill>
                  <a:srgbClr val="000000"/>
                </a:solidFill>
                <a:effectLst/>
                <a:latin typeface="Inter"/>
              </a:rPr>
              <a:t>：</a:t>
            </a:r>
          </a:p>
          <a:p>
            <a:pPr algn="l" rtl="0">
              <a:buFont typeface="Arial" panose="020B0604020202020204" pitchFamily="34" charset="0"/>
              <a:buChar char="•"/>
            </a:pPr>
            <a:r>
              <a:rPr lang="en-US" altLang="zh-CN" b="0" i="0" dirty="0">
                <a:solidFill>
                  <a:srgbClr val="000000"/>
                </a:solidFill>
                <a:effectLst/>
                <a:latin typeface="Inter"/>
              </a:rPr>
              <a:t>E1 </a:t>
            </a:r>
            <a:r>
              <a:rPr lang="zh-CN" altLang="en-US" b="0" i="0" dirty="0">
                <a:solidFill>
                  <a:srgbClr val="000000"/>
                </a:solidFill>
                <a:effectLst/>
                <a:latin typeface="Inter"/>
              </a:rPr>
              <a:t>的输入：</a:t>
            </a:r>
            <a:r>
              <a:rPr lang="en-US" altLang="zh-CN" b="0" i="0" dirty="0">
                <a:solidFill>
                  <a:srgbClr val="000000"/>
                </a:solidFill>
                <a:effectLst/>
                <a:latin typeface="Inter"/>
              </a:rPr>
              <a:t>[[x11,x12,x13,x14], [x31,x32,x33,x34]]</a:t>
            </a:r>
            <a:r>
              <a:rPr lang="zh-CN" altLang="en-US" b="0" i="0" dirty="0">
                <a:solidFill>
                  <a:srgbClr val="000000"/>
                </a:solidFill>
                <a:effectLst/>
                <a:latin typeface="Inter"/>
              </a:rPr>
              <a:t>（由</a:t>
            </a:r>
            <a:r>
              <a:rPr lang="en-US" altLang="zh-CN" b="0" i="0" dirty="0">
                <a:solidFill>
                  <a:srgbClr val="000000"/>
                </a:solidFill>
                <a:effectLst/>
                <a:latin typeface="Inter"/>
              </a:rPr>
              <a:t>A[0][0]</a:t>
            </a:r>
            <a:r>
              <a:rPr lang="zh-CN" altLang="en-US" b="0" i="0" dirty="0">
                <a:solidFill>
                  <a:srgbClr val="000000"/>
                </a:solidFill>
                <a:effectLst/>
                <a:latin typeface="Inter"/>
              </a:rPr>
              <a:t>和</a:t>
            </a:r>
            <a:r>
              <a:rPr lang="en-US" altLang="zh-CN" b="0" i="0" dirty="0">
                <a:solidFill>
                  <a:srgbClr val="000000"/>
                </a:solidFill>
                <a:effectLst/>
                <a:latin typeface="Inter"/>
              </a:rPr>
              <a:t>A[2][0]</a:t>
            </a:r>
            <a:r>
              <a:rPr lang="zh-CN" altLang="en-US" b="0" i="0" dirty="0">
                <a:solidFill>
                  <a:srgbClr val="000000"/>
                </a:solidFill>
                <a:effectLst/>
                <a:latin typeface="Inter"/>
              </a:rPr>
              <a:t>对应的 </a:t>
            </a:r>
            <a:r>
              <a:rPr lang="en-US" altLang="zh-CN" b="0" i="0" dirty="0">
                <a:solidFill>
                  <a:srgbClr val="000000"/>
                </a:solidFill>
                <a:effectLst/>
                <a:latin typeface="Inter"/>
              </a:rPr>
              <a:t>token </a:t>
            </a:r>
            <a:r>
              <a:rPr lang="zh-CN" altLang="en-US" b="0" i="0" dirty="0">
                <a:solidFill>
                  <a:srgbClr val="000000"/>
                </a:solidFill>
                <a:effectLst/>
                <a:latin typeface="Inter"/>
              </a:rPr>
              <a:t>拼接）</a:t>
            </a:r>
          </a:p>
          <a:p>
            <a:pPr algn="l" rtl="0">
              <a:buFont typeface="Arial" panose="020B0604020202020204" pitchFamily="34" charset="0"/>
              <a:buChar char="•"/>
            </a:pPr>
            <a:r>
              <a:rPr lang="en-US" altLang="zh-CN" b="0" i="0" dirty="0">
                <a:solidFill>
                  <a:srgbClr val="000000"/>
                </a:solidFill>
                <a:effectLst/>
                <a:latin typeface="Inter"/>
              </a:rPr>
              <a:t>E2 </a:t>
            </a:r>
            <a:r>
              <a:rPr lang="zh-CN" altLang="en-US" b="0" i="0" dirty="0">
                <a:solidFill>
                  <a:srgbClr val="000000"/>
                </a:solidFill>
                <a:effectLst/>
                <a:latin typeface="Inter"/>
              </a:rPr>
              <a:t>的输入：</a:t>
            </a:r>
            <a:r>
              <a:rPr lang="en-US" altLang="zh-CN" b="0" i="0" dirty="0">
                <a:solidFill>
                  <a:srgbClr val="000000"/>
                </a:solidFill>
                <a:effectLst/>
                <a:latin typeface="Inter"/>
              </a:rPr>
              <a:t>[[x21,x22,x23,x24]]</a:t>
            </a:r>
            <a:r>
              <a:rPr lang="zh-CN" altLang="en-US" b="0" i="0" dirty="0">
                <a:solidFill>
                  <a:srgbClr val="000000"/>
                </a:solidFill>
                <a:effectLst/>
                <a:latin typeface="Inter"/>
              </a:rPr>
              <a:t>（由</a:t>
            </a:r>
            <a:r>
              <a:rPr lang="en-US" altLang="zh-CN" b="0" i="0" dirty="0">
                <a:solidFill>
                  <a:srgbClr val="000000"/>
                </a:solidFill>
                <a:effectLst/>
                <a:latin typeface="Inter"/>
              </a:rPr>
              <a:t>A[1][1]</a:t>
            </a:r>
            <a:r>
              <a:rPr lang="zh-CN" altLang="en-US" b="0" i="0" dirty="0">
                <a:solidFill>
                  <a:srgbClr val="000000"/>
                </a:solidFill>
                <a:effectLst/>
                <a:latin typeface="Inter"/>
              </a:rPr>
              <a:t>对应的 </a:t>
            </a:r>
            <a:r>
              <a:rPr lang="en-US" altLang="zh-CN" b="0" i="0" dirty="0">
                <a:solidFill>
                  <a:srgbClr val="000000"/>
                </a:solidFill>
                <a:effectLst/>
                <a:latin typeface="Inter"/>
              </a:rPr>
              <a:t>token</a:t>
            </a:r>
            <a:r>
              <a:rPr lang="zh-CN" altLang="en-US" b="0" i="0" dirty="0">
                <a:solidFill>
                  <a:srgbClr val="000000"/>
                </a:solidFill>
                <a:effectLst/>
                <a:latin typeface="Inter"/>
              </a:rPr>
              <a:t>）</a:t>
            </a:r>
          </a:p>
          <a:p>
            <a:pPr algn="l" rtl="0">
              <a:buFont typeface="Arial" panose="020B0604020202020204" pitchFamily="34" charset="0"/>
              <a:buChar char="•"/>
            </a:pPr>
            <a:r>
              <a:rPr lang="en-US" altLang="zh-CN" b="0" i="0" dirty="0">
                <a:solidFill>
                  <a:srgbClr val="000000"/>
                </a:solidFill>
                <a:effectLst/>
                <a:latin typeface="Inter"/>
              </a:rPr>
              <a:t>E3 </a:t>
            </a:r>
            <a:r>
              <a:rPr lang="zh-CN" altLang="en-US" b="0" i="0" dirty="0">
                <a:solidFill>
                  <a:srgbClr val="000000"/>
                </a:solidFill>
                <a:effectLst/>
                <a:latin typeface="Inter"/>
              </a:rPr>
              <a:t>的输入：</a:t>
            </a:r>
            <a:r>
              <a:rPr lang="en-US" altLang="zh-CN" b="0" i="0" dirty="0">
                <a:solidFill>
                  <a:srgbClr val="000000"/>
                </a:solidFill>
                <a:effectLst/>
                <a:latin typeface="Inter"/>
              </a:rPr>
              <a:t>[[x41,x42,x43,x44], [x51,x52,x53,x54]]</a:t>
            </a:r>
            <a:r>
              <a:rPr lang="zh-CN" altLang="en-US" b="0" i="0" dirty="0">
                <a:solidFill>
                  <a:srgbClr val="000000"/>
                </a:solidFill>
                <a:effectLst/>
                <a:latin typeface="Inter"/>
              </a:rPr>
              <a:t>（由</a:t>
            </a:r>
            <a:r>
              <a:rPr lang="en-US" altLang="zh-CN" b="0" i="0" dirty="0">
                <a:solidFill>
                  <a:srgbClr val="000000"/>
                </a:solidFill>
                <a:effectLst/>
                <a:latin typeface="Inter"/>
              </a:rPr>
              <a:t>A[3][2]</a:t>
            </a:r>
            <a:r>
              <a:rPr lang="zh-CN" altLang="en-US" b="0" i="0" dirty="0">
                <a:solidFill>
                  <a:srgbClr val="000000"/>
                </a:solidFill>
                <a:effectLst/>
                <a:latin typeface="Inter"/>
              </a:rPr>
              <a:t>和</a:t>
            </a:r>
            <a:r>
              <a:rPr lang="en-US" altLang="zh-CN" b="0" i="0" dirty="0">
                <a:solidFill>
                  <a:srgbClr val="000000"/>
                </a:solidFill>
                <a:effectLst/>
                <a:latin typeface="Inter"/>
              </a:rPr>
              <a:t>A[4][2]</a:t>
            </a:r>
            <a:r>
              <a:rPr lang="zh-CN" altLang="en-US" b="0" i="0" dirty="0">
                <a:solidFill>
                  <a:srgbClr val="000000"/>
                </a:solidFill>
                <a:effectLst/>
                <a:latin typeface="Inter"/>
              </a:rPr>
              <a:t>对应的 </a:t>
            </a:r>
            <a:r>
              <a:rPr lang="en-US" altLang="zh-CN" b="0" i="0" dirty="0">
                <a:solidFill>
                  <a:srgbClr val="000000"/>
                </a:solidFill>
                <a:effectLst/>
                <a:latin typeface="Inter"/>
              </a:rPr>
              <a:t>token </a:t>
            </a:r>
            <a:r>
              <a:rPr lang="zh-CN" altLang="en-US" b="0" i="0" dirty="0">
                <a:solidFill>
                  <a:srgbClr val="000000"/>
                </a:solidFill>
                <a:effectLst/>
                <a:latin typeface="Inter"/>
              </a:rPr>
              <a:t>拼接）</a:t>
            </a:r>
          </a:p>
          <a:p>
            <a:pPr algn="l" rtl="0"/>
            <a:r>
              <a:rPr lang="zh-CN" altLang="en-US" b="0" i="0" dirty="0">
                <a:solidFill>
                  <a:srgbClr val="000000"/>
                </a:solidFill>
                <a:effectLst/>
                <a:latin typeface="Inter"/>
              </a:rPr>
              <a:t>最终实现了 </a:t>
            </a:r>
            <a:r>
              <a:rPr lang="en-US" altLang="zh-CN" b="0" i="0" dirty="0">
                <a:solidFill>
                  <a:srgbClr val="000000"/>
                </a:solidFill>
                <a:effectLst/>
                <a:latin typeface="Inter"/>
              </a:rPr>
              <a:t>token </a:t>
            </a:r>
            <a:r>
              <a:rPr lang="zh-CN" altLang="en-US" b="0" i="0" dirty="0">
                <a:solidFill>
                  <a:srgbClr val="000000"/>
                </a:solidFill>
                <a:effectLst/>
                <a:latin typeface="Inter"/>
              </a:rPr>
              <a:t>按专家的高效分组，为后续并行计算奠定基础。</a:t>
            </a:r>
          </a:p>
          <a:p>
            <a:br>
              <a:rPr lang="zh-CN" altLang="en-US" b="0" i="0" dirty="0">
                <a:solidFill>
                  <a:srgbClr val="1C1F23"/>
                </a:solidFill>
                <a:effectLst/>
                <a:latin typeface="ui-sans-serif"/>
              </a:rPr>
            </a:br>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4</a:t>
            </a:fld>
            <a:endParaRPr lang="zh-CN" altLang="en-US"/>
          </a:p>
        </p:txBody>
      </p:sp>
    </p:spTree>
    <p:extLst>
      <p:ext uri="{BB962C8B-B14F-4D97-AF65-F5344CB8AC3E}">
        <p14:creationId xmlns:p14="http://schemas.microsoft.com/office/powerpoint/2010/main" val="29463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E8CCB-157E-4F6D-BF19-14289207B1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D57ECA-19E0-ACE6-A8B4-D19E694AE5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5C1E3C-C9A6-8998-6CA7-50682F7BFEF0}"/>
              </a:ext>
            </a:extLst>
          </p:cNvPr>
          <p:cNvSpPr>
            <a:spLocks noGrp="1"/>
          </p:cNvSpPr>
          <p:nvPr>
            <p:ph type="body" idx="1"/>
          </p:nvPr>
        </p:nvSpPr>
        <p:spPr/>
        <p:txBody>
          <a:bodyPr/>
          <a:lstStyle/>
          <a:p>
            <a:r>
              <a:rPr lang="en-US" altLang="zh-CN" b="0" i="0" dirty="0">
                <a:solidFill>
                  <a:srgbClr val="000000"/>
                </a:solidFill>
                <a:effectLst/>
                <a:latin typeface="Inter"/>
              </a:rPr>
              <a:t>Input</a:t>
            </a:r>
            <a:r>
              <a:rPr lang="zh-CN" altLang="en-US" b="0" i="0" dirty="0">
                <a:solidFill>
                  <a:srgbClr val="000000"/>
                </a:solidFill>
                <a:effectLst/>
                <a:latin typeface="Inter"/>
              </a:rPr>
              <a:t>中多个</a:t>
            </a:r>
            <a:r>
              <a:rPr lang="en-US" altLang="zh-CN" b="0" i="0" dirty="0">
                <a:solidFill>
                  <a:srgbClr val="000000"/>
                </a:solidFill>
                <a:effectLst/>
                <a:latin typeface="Inter"/>
              </a:rPr>
              <a:t>token</a:t>
            </a:r>
            <a:r>
              <a:rPr lang="zh-CN" altLang="en-US" b="0" i="0" dirty="0">
                <a:solidFill>
                  <a:srgbClr val="000000"/>
                </a:solidFill>
                <a:effectLst/>
                <a:latin typeface="Inter"/>
              </a:rPr>
              <a:t>，也就是 </a:t>
            </a:r>
            <a:r>
              <a:rPr lang="en-US" altLang="zh-CN" b="0" i="0" dirty="0">
                <a:solidFill>
                  <a:srgbClr val="000000"/>
                </a:solidFill>
                <a:effectLst/>
                <a:latin typeface="Inter"/>
              </a:rPr>
              <a:t>batch</a:t>
            </a:r>
            <a:r>
              <a:rPr lang="zh-CN" altLang="en-US" b="0" i="0" dirty="0">
                <a:solidFill>
                  <a:srgbClr val="000000"/>
                </a:solidFill>
                <a:effectLst/>
                <a:latin typeface="Inter"/>
              </a:rPr>
              <a:t>个，计算概率之后进行划分，把</a:t>
            </a:r>
            <a:r>
              <a:rPr lang="en-US" altLang="zh-CN" b="0" i="0" dirty="0">
                <a:solidFill>
                  <a:srgbClr val="000000"/>
                </a:solidFill>
                <a:effectLst/>
                <a:latin typeface="Inter"/>
              </a:rPr>
              <a:t>token</a:t>
            </a:r>
            <a:r>
              <a:rPr lang="zh-CN" altLang="en-US" b="0" i="0" dirty="0">
                <a:solidFill>
                  <a:srgbClr val="000000"/>
                </a:solidFill>
                <a:effectLst/>
                <a:latin typeface="Inter"/>
              </a:rPr>
              <a:t>分配到不同的专家上</a:t>
            </a:r>
            <a:endParaRPr lang="en-US" altLang="zh-CN" b="0" i="0" dirty="0">
              <a:solidFill>
                <a:srgbClr val="000000"/>
              </a:solidFill>
              <a:effectLst/>
              <a:latin typeface="Inter"/>
            </a:endParaRPr>
          </a:p>
          <a:p>
            <a:r>
              <a:rPr lang="zh-CN" altLang="en-US" b="0" i="0" dirty="0">
                <a:solidFill>
                  <a:srgbClr val="000000"/>
                </a:solidFill>
                <a:effectLst/>
                <a:latin typeface="Inter"/>
              </a:rPr>
              <a:t>计算完成之后还需要将</a:t>
            </a:r>
            <a:r>
              <a:rPr lang="en-US" altLang="zh-CN" b="0" i="0" dirty="0">
                <a:solidFill>
                  <a:srgbClr val="000000"/>
                </a:solidFill>
                <a:effectLst/>
                <a:latin typeface="Inter"/>
              </a:rPr>
              <a:t>token</a:t>
            </a:r>
            <a:r>
              <a:rPr lang="zh-CN" altLang="en-US" b="0" i="0" dirty="0">
                <a:solidFill>
                  <a:srgbClr val="000000"/>
                </a:solidFill>
                <a:effectLst/>
                <a:latin typeface="Inter"/>
              </a:rPr>
              <a:t>收集回来</a:t>
            </a:r>
            <a:endParaRPr lang="en-US" altLang="zh-CN" b="0" i="0" dirty="0">
              <a:solidFill>
                <a:srgbClr val="000000"/>
              </a:solidFill>
              <a:effectLst/>
              <a:latin typeface="Inter"/>
            </a:endParaRPr>
          </a:p>
          <a:p>
            <a:endParaRPr lang="en-US" altLang="zh-CN" b="0" i="0" dirty="0">
              <a:solidFill>
                <a:srgbClr val="00000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Inter"/>
              </a:rPr>
              <a:t>怎么进行分组的？</a:t>
            </a:r>
            <a:endParaRPr lang="en-US" altLang="zh-CN" b="0" i="0" dirty="0">
              <a:solidFill>
                <a:srgbClr val="000000"/>
              </a:solidFill>
              <a:effectLst/>
              <a:latin typeface="Inter"/>
            </a:endParaRPr>
          </a:p>
          <a:p>
            <a:pPr algn="l" rtl="0"/>
            <a:r>
              <a:rPr lang="zh-CN" altLang="en-US" b="1" i="0" dirty="0">
                <a:solidFill>
                  <a:srgbClr val="000000"/>
                </a:solidFill>
                <a:effectLst/>
                <a:latin typeface="Inter"/>
              </a:rPr>
              <a:t>举例说明</a:t>
            </a:r>
          </a:p>
          <a:p>
            <a:pPr algn="l" rtl="0"/>
            <a:r>
              <a:rPr lang="zh-CN" altLang="en-US" b="0" i="0" dirty="0">
                <a:solidFill>
                  <a:srgbClr val="000000"/>
                </a:solidFill>
                <a:effectLst/>
                <a:latin typeface="Inter"/>
              </a:rPr>
              <a:t>假设：</a:t>
            </a:r>
          </a:p>
          <a:p>
            <a:pPr algn="l" rtl="0">
              <a:buFont typeface="Arial" panose="020B0604020202020204" pitchFamily="34" charset="0"/>
              <a:buChar char="•"/>
            </a:pPr>
            <a:r>
              <a:rPr lang="en-US" altLang="zh-CN" b="0" i="0" dirty="0">
                <a:solidFill>
                  <a:srgbClr val="000000"/>
                </a:solidFill>
                <a:effectLst/>
                <a:latin typeface="Inter"/>
              </a:rPr>
              <a:t>token </a:t>
            </a:r>
            <a:r>
              <a:rPr lang="zh-CN" altLang="en-US" b="0" i="0" dirty="0">
                <a:solidFill>
                  <a:srgbClr val="000000"/>
                </a:solidFill>
                <a:effectLst/>
                <a:latin typeface="Inter"/>
              </a:rPr>
              <a:t>矩阵</a:t>
            </a:r>
            <a:r>
              <a:rPr lang="en-US" altLang="zh-CN" b="0" i="0" dirty="0">
                <a:solidFill>
                  <a:srgbClr val="000000"/>
                </a:solidFill>
                <a:effectLst/>
                <a:latin typeface="Inter"/>
              </a:rPr>
              <a:t>X</a:t>
            </a:r>
            <a:r>
              <a:rPr lang="zh-CN" altLang="en-US" b="0" i="0" dirty="0">
                <a:solidFill>
                  <a:srgbClr val="000000"/>
                </a:solidFill>
                <a:effectLst/>
                <a:latin typeface="Inter"/>
              </a:rPr>
              <a:t>为 </a:t>
            </a:r>
            <a:r>
              <a:rPr lang="en-US" altLang="zh-CN" b="0" i="0" dirty="0">
                <a:solidFill>
                  <a:srgbClr val="000000"/>
                </a:solidFill>
                <a:effectLst/>
                <a:latin typeface="Inter"/>
              </a:rPr>
              <a:t>5×4</a:t>
            </a:r>
            <a:r>
              <a:rPr lang="zh-CN" altLang="en-US" b="0" i="0" dirty="0">
                <a:solidFill>
                  <a:srgbClr val="000000"/>
                </a:solidFill>
                <a:effectLst/>
                <a:latin typeface="Inter"/>
              </a:rPr>
              <a:t>（</a:t>
            </a:r>
            <a:r>
              <a:rPr lang="en-US" altLang="zh-CN" b="0" i="0" dirty="0">
                <a:solidFill>
                  <a:srgbClr val="000000"/>
                </a:solidFill>
                <a:effectLst/>
                <a:latin typeface="Inter"/>
              </a:rPr>
              <a:t>5 </a:t>
            </a:r>
            <a:r>
              <a:rPr lang="zh-CN" altLang="en-US" b="0" i="0" dirty="0">
                <a:solidFill>
                  <a:srgbClr val="000000"/>
                </a:solidFill>
                <a:effectLst/>
                <a:latin typeface="Inter"/>
              </a:rPr>
              <a:t>个 </a:t>
            </a:r>
            <a:r>
              <a:rPr lang="en-US" altLang="zh-CN" b="0" i="0" dirty="0">
                <a:solidFill>
                  <a:srgbClr val="000000"/>
                </a:solidFill>
                <a:effectLst/>
                <a:latin typeface="Inter"/>
              </a:rPr>
              <a:t>token</a:t>
            </a:r>
            <a:r>
              <a:rPr lang="zh-CN" altLang="en-US" b="0" i="0" dirty="0">
                <a:solidFill>
                  <a:srgbClr val="000000"/>
                </a:solidFill>
                <a:effectLst/>
                <a:latin typeface="Inter"/>
              </a:rPr>
              <a:t>，每个 </a:t>
            </a:r>
            <a:r>
              <a:rPr lang="en-US" altLang="zh-CN" b="0" i="0" dirty="0">
                <a:solidFill>
                  <a:srgbClr val="000000"/>
                </a:solidFill>
                <a:effectLst/>
                <a:latin typeface="Inter"/>
              </a:rPr>
              <a:t>4 </a:t>
            </a:r>
            <a:r>
              <a:rPr lang="zh-CN" altLang="en-US" b="0" i="0" dirty="0">
                <a:solidFill>
                  <a:srgbClr val="000000"/>
                </a:solidFill>
                <a:effectLst/>
                <a:latin typeface="Inter"/>
              </a:rPr>
              <a:t>维特征）：</a:t>
            </a:r>
            <a:r>
              <a:rPr lang="en-US" altLang="zh-CN" b="0" i="0" dirty="0">
                <a:solidFill>
                  <a:srgbClr val="000000"/>
                </a:solidFill>
                <a:effectLst/>
                <a:latin typeface="Inter"/>
              </a:rPr>
              <a:t>X = [[x11, x12, x13, x14], # T1 [x21, x22, x23, x24], # T2 [x31, x32, x33, x34], # T3 [x41, x42, x43, x44], # T4 [x51, x52, x53, x54]] # T5</a:t>
            </a:r>
          </a:p>
          <a:p>
            <a:pPr algn="l" rtl="0">
              <a:buFont typeface="Arial" panose="020B0604020202020204" pitchFamily="34" charset="0"/>
              <a:buChar char="•"/>
            </a:pPr>
            <a:r>
              <a:rPr lang="zh-CN" altLang="en-US" b="0" i="0" dirty="0">
                <a:solidFill>
                  <a:srgbClr val="000000"/>
                </a:solidFill>
                <a:effectLst/>
                <a:latin typeface="Inter"/>
              </a:rPr>
              <a:t>分配矩阵</a:t>
            </a:r>
            <a:r>
              <a:rPr lang="en-US" altLang="zh-CN" b="0" i="0" dirty="0">
                <a:solidFill>
                  <a:srgbClr val="000000"/>
                </a:solidFill>
                <a:effectLst/>
                <a:latin typeface="Inter"/>
              </a:rPr>
              <a:t>A</a:t>
            </a:r>
            <a:r>
              <a:rPr lang="zh-CN" altLang="en-US" b="0" i="0" dirty="0">
                <a:solidFill>
                  <a:srgbClr val="000000"/>
                </a:solidFill>
                <a:effectLst/>
                <a:latin typeface="Inter"/>
              </a:rPr>
              <a:t>为 </a:t>
            </a:r>
            <a:r>
              <a:rPr lang="en-US" altLang="zh-CN" b="0" i="0" dirty="0">
                <a:solidFill>
                  <a:srgbClr val="000000"/>
                </a:solidFill>
                <a:effectLst/>
                <a:latin typeface="Inter"/>
              </a:rPr>
              <a:t>5×3</a:t>
            </a:r>
            <a:r>
              <a:rPr lang="zh-CN" altLang="en-US" b="0" i="0" dirty="0">
                <a:solidFill>
                  <a:srgbClr val="000000"/>
                </a:solidFill>
                <a:effectLst/>
                <a:latin typeface="Inter"/>
              </a:rPr>
              <a:t>（</a:t>
            </a:r>
            <a:r>
              <a:rPr lang="en-US" altLang="zh-CN" b="0" i="0" dirty="0">
                <a:solidFill>
                  <a:srgbClr val="000000"/>
                </a:solidFill>
                <a:effectLst/>
                <a:latin typeface="Inter"/>
              </a:rPr>
              <a:t>5 </a:t>
            </a:r>
            <a:r>
              <a:rPr lang="zh-CN" altLang="en-US" b="0" i="0" dirty="0">
                <a:solidFill>
                  <a:srgbClr val="000000"/>
                </a:solidFill>
                <a:effectLst/>
                <a:latin typeface="Inter"/>
              </a:rPr>
              <a:t>个 </a:t>
            </a:r>
            <a:r>
              <a:rPr lang="en-US" altLang="zh-CN" b="0" i="0" dirty="0">
                <a:solidFill>
                  <a:srgbClr val="000000"/>
                </a:solidFill>
                <a:effectLst/>
                <a:latin typeface="Inter"/>
              </a:rPr>
              <a:t>token</a:t>
            </a:r>
            <a:r>
              <a:rPr lang="zh-CN" altLang="en-US" b="0" i="0" dirty="0">
                <a:solidFill>
                  <a:srgbClr val="000000"/>
                </a:solidFill>
                <a:effectLst/>
                <a:latin typeface="Inter"/>
              </a:rPr>
              <a:t>，</a:t>
            </a:r>
            <a:r>
              <a:rPr lang="en-US" altLang="zh-CN" b="0" i="0" dirty="0">
                <a:solidFill>
                  <a:srgbClr val="000000"/>
                </a:solidFill>
                <a:effectLst/>
                <a:latin typeface="Inter"/>
              </a:rPr>
              <a:t>3 </a:t>
            </a:r>
            <a:r>
              <a:rPr lang="zh-CN" altLang="en-US" b="0" i="0" dirty="0">
                <a:solidFill>
                  <a:srgbClr val="000000"/>
                </a:solidFill>
                <a:effectLst/>
                <a:latin typeface="Inter"/>
              </a:rPr>
              <a:t>个专家），硬分配下为：</a:t>
            </a:r>
            <a:r>
              <a:rPr lang="en-US" altLang="zh-CN" b="0" i="0" dirty="0">
                <a:solidFill>
                  <a:srgbClr val="000000"/>
                </a:solidFill>
                <a:effectLst/>
                <a:latin typeface="Inter"/>
              </a:rPr>
              <a:t>A = [[1,0,0], # T1→E1 [0,1,0], # T2→E2 [1,0,0], # T3→E1 [0,0,1], # T4→E3 [0,0,1]] # T5→E3</a:t>
            </a:r>
          </a:p>
          <a:p>
            <a:pPr algn="l" rtl="0"/>
            <a:r>
              <a:rPr lang="zh-CN" altLang="en-US" b="0" i="0" dirty="0">
                <a:solidFill>
                  <a:srgbClr val="000000"/>
                </a:solidFill>
                <a:effectLst/>
                <a:latin typeface="Inter"/>
              </a:rPr>
              <a:t>通过 </a:t>
            </a:r>
            <a:r>
              <a:rPr lang="en-US" altLang="zh-CN" b="0" i="0" dirty="0" err="1">
                <a:solidFill>
                  <a:srgbClr val="000000"/>
                </a:solidFill>
                <a:effectLst/>
                <a:latin typeface="Inter"/>
              </a:rPr>
              <a:t>einsum</a:t>
            </a:r>
            <a:r>
              <a:rPr lang="en-US" altLang="zh-CN" b="0" i="0" dirty="0">
                <a:solidFill>
                  <a:srgbClr val="000000"/>
                </a:solidFill>
                <a:effectLst/>
                <a:latin typeface="Inter"/>
              </a:rPr>
              <a:t> </a:t>
            </a:r>
            <a:r>
              <a:rPr lang="zh-CN" altLang="en-US" b="0" i="0" dirty="0">
                <a:solidFill>
                  <a:srgbClr val="000000"/>
                </a:solidFill>
                <a:effectLst/>
                <a:latin typeface="Inter"/>
              </a:rPr>
              <a:t>计算</a:t>
            </a:r>
            <a:r>
              <a:rPr lang="en-US" altLang="zh-CN" b="0" i="0" dirty="0" err="1">
                <a:solidFill>
                  <a:srgbClr val="000000"/>
                </a:solidFill>
                <a:effectLst/>
                <a:latin typeface="Inter"/>
              </a:rPr>
              <a:t>einsum</a:t>
            </a:r>
            <a:r>
              <a:rPr lang="en-US" altLang="zh-CN" b="0" i="0" dirty="0">
                <a:solidFill>
                  <a:srgbClr val="000000"/>
                </a:solidFill>
                <a:effectLst/>
                <a:latin typeface="Inter"/>
              </a:rPr>
              <a:t>('</a:t>
            </a:r>
            <a:r>
              <a:rPr lang="en-US" altLang="zh-CN" b="0" i="0" dirty="0" err="1">
                <a:solidFill>
                  <a:srgbClr val="000000"/>
                </a:solidFill>
                <a:effectLst/>
                <a:latin typeface="Inter"/>
              </a:rPr>
              <a:t>te</a:t>
            </a:r>
            <a:r>
              <a:rPr lang="en-US" altLang="zh-CN" b="0" i="0" dirty="0">
                <a:solidFill>
                  <a:srgbClr val="000000"/>
                </a:solidFill>
                <a:effectLst/>
                <a:latin typeface="Inter"/>
              </a:rPr>
              <a:t>, td -&gt; </a:t>
            </a:r>
            <a:r>
              <a:rPr lang="en-US" altLang="zh-CN" b="0" i="0" dirty="0" err="1">
                <a:solidFill>
                  <a:srgbClr val="000000"/>
                </a:solidFill>
                <a:effectLst/>
                <a:latin typeface="Inter"/>
              </a:rPr>
              <a:t>etd</a:t>
            </a:r>
            <a:r>
              <a:rPr lang="en-US" altLang="zh-CN" b="0" i="0" dirty="0">
                <a:solidFill>
                  <a:srgbClr val="000000"/>
                </a:solidFill>
                <a:effectLst/>
                <a:latin typeface="Inter"/>
              </a:rPr>
              <a:t>', A, X)</a:t>
            </a:r>
            <a:r>
              <a:rPr lang="zh-CN" altLang="en-US" b="0" i="0" dirty="0">
                <a:solidFill>
                  <a:srgbClr val="000000"/>
                </a:solidFill>
                <a:effectLst/>
                <a:latin typeface="Inter"/>
              </a:rPr>
              <a:t>：</a:t>
            </a:r>
          </a:p>
          <a:p>
            <a:pPr algn="l" rtl="0">
              <a:buFont typeface="Arial" panose="020B0604020202020204" pitchFamily="34" charset="0"/>
              <a:buChar char="•"/>
            </a:pPr>
            <a:r>
              <a:rPr lang="en-US" altLang="zh-CN" b="0" i="0" dirty="0">
                <a:solidFill>
                  <a:srgbClr val="000000"/>
                </a:solidFill>
                <a:effectLst/>
                <a:latin typeface="Inter"/>
              </a:rPr>
              <a:t>E1 </a:t>
            </a:r>
            <a:r>
              <a:rPr lang="zh-CN" altLang="en-US" b="0" i="0" dirty="0">
                <a:solidFill>
                  <a:srgbClr val="000000"/>
                </a:solidFill>
                <a:effectLst/>
                <a:latin typeface="Inter"/>
              </a:rPr>
              <a:t>的输入：</a:t>
            </a:r>
            <a:r>
              <a:rPr lang="en-US" altLang="zh-CN" b="0" i="0" dirty="0">
                <a:solidFill>
                  <a:srgbClr val="000000"/>
                </a:solidFill>
                <a:effectLst/>
                <a:latin typeface="Inter"/>
              </a:rPr>
              <a:t>[[x11,x12,x13,x14], [x31,x32,x33,x34]]</a:t>
            </a:r>
            <a:r>
              <a:rPr lang="zh-CN" altLang="en-US" b="0" i="0" dirty="0">
                <a:solidFill>
                  <a:srgbClr val="000000"/>
                </a:solidFill>
                <a:effectLst/>
                <a:latin typeface="Inter"/>
              </a:rPr>
              <a:t>（由</a:t>
            </a:r>
            <a:r>
              <a:rPr lang="en-US" altLang="zh-CN" b="0" i="0" dirty="0">
                <a:solidFill>
                  <a:srgbClr val="000000"/>
                </a:solidFill>
                <a:effectLst/>
                <a:latin typeface="Inter"/>
              </a:rPr>
              <a:t>A[0][0]</a:t>
            </a:r>
            <a:r>
              <a:rPr lang="zh-CN" altLang="en-US" b="0" i="0" dirty="0">
                <a:solidFill>
                  <a:srgbClr val="000000"/>
                </a:solidFill>
                <a:effectLst/>
                <a:latin typeface="Inter"/>
              </a:rPr>
              <a:t>和</a:t>
            </a:r>
            <a:r>
              <a:rPr lang="en-US" altLang="zh-CN" b="0" i="0" dirty="0">
                <a:solidFill>
                  <a:srgbClr val="000000"/>
                </a:solidFill>
                <a:effectLst/>
                <a:latin typeface="Inter"/>
              </a:rPr>
              <a:t>A[2][0]</a:t>
            </a:r>
            <a:r>
              <a:rPr lang="zh-CN" altLang="en-US" b="0" i="0" dirty="0">
                <a:solidFill>
                  <a:srgbClr val="000000"/>
                </a:solidFill>
                <a:effectLst/>
                <a:latin typeface="Inter"/>
              </a:rPr>
              <a:t>对应的 </a:t>
            </a:r>
            <a:r>
              <a:rPr lang="en-US" altLang="zh-CN" b="0" i="0" dirty="0">
                <a:solidFill>
                  <a:srgbClr val="000000"/>
                </a:solidFill>
                <a:effectLst/>
                <a:latin typeface="Inter"/>
              </a:rPr>
              <a:t>token </a:t>
            </a:r>
            <a:r>
              <a:rPr lang="zh-CN" altLang="en-US" b="0" i="0" dirty="0">
                <a:solidFill>
                  <a:srgbClr val="000000"/>
                </a:solidFill>
                <a:effectLst/>
                <a:latin typeface="Inter"/>
              </a:rPr>
              <a:t>拼接）</a:t>
            </a:r>
          </a:p>
          <a:p>
            <a:pPr algn="l" rtl="0">
              <a:buFont typeface="Arial" panose="020B0604020202020204" pitchFamily="34" charset="0"/>
              <a:buChar char="•"/>
            </a:pPr>
            <a:r>
              <a:rPr lang="en-US" altLang="zh-CN" b="0" i="0" dirty="0">
                <a:solidFill>
                  <a:srgbClr val="000000"/>
                </a:solidFill>
                <a:effectLst/>
                <a:latin typeface="Inter"/>
              </a:rPr>
              <a:t>E2 </a:t>
            </a:r>
            <a:r>
              <a:rPr lang="zh-CN" altLang="en-US" b="0" i="0" dirty="0">
                <a:solidFill>
                  <a:srgbClr val="000000"/>
                </a:solidFill>
                <a:effectLst/>
                <a:latin typeface="Inter"/>
              </a:rPr>
              <a:t>的输入：</a:t>
            </a:r>
            <a:r>
              <a:rPr lang="en-US" altLang="zh-CN" b="0" i="0" dirty="0">
                <a:solidFill>
                  <a:srgbClr val="000000"/>
                </a:solidFill>
                <a:effectLst/>
                <a:latin typeface="Inter"/>
              </a:rPr>
              <a:t>[[x21,x22,x23,x24]]</a:t>
            </a:r>
            <a:r>
              <a:rPr lang="zh-CN" altLang="en-US" b="0" i="0" dirty="0">
                <a:solidFill>
                  <a:srgbClr val="000000"/>
                </a:solidFill>
                <a:effectLst/>
                <a:latin typeface="Inter"/>
              </a:rPr>
              <a:t>（由</a:t>
            </a:r>
            <a:r>
              <a:rPr lang="en-US" altLang="zh-CN" b="0" i="0" dirty="0">
                <a:solidFill>
                  <a:srgbClr val="000000"/>
                </a:solidFill>
                <a:effectLst/>
                <a:latin typeface="Inter"/>
              </a:rPr>
              <a:t>A[1][1]</a:t>
            </a:r>
            <a:r>
              <a:rPr lang="zh-CN" altLang="en-US" b="0" i="0" dirty="0">
                <a:solidFill>
                  <a:srgbClr val="000000"/>
                </a:solidFill>
                <a:effectLst/>
                <a:latin typeface="Inter"/>
              </a:rPr>
              <a:t>对应的 </a:t>
            </a:r>
            <a:r>
              <a:rPr lang="en-US" altLang="zh-CN" b="0" i="0" dirty="0">
                <a:solidFill>
                  <a:srgbClr val="000000"/>
                </a:solidFill>
                <a:effectLst/>
                <a:latin typeface="Inter"/>
              </a:rPr>
              <a:t>token</a:t>
            </a:r>
            <a:r>
              <a:rPr lang="zh-CN" altLang="en-US" b="0" i="0" dirty="0">
                <a:solidFill>
                  <a:srgbClr val="000000"/>
                </a:solidFill>
                <a:effectLst/>
                <a:latin typeface="Inter"/>
              </a:rPr>
              <a:t>）</a:t>
            </a:r>
          </a:p>
          <a:p>
            <a:pPr algn="l" rtl="0">
              <a:buFont typeface="Arial" panose="020B0604020202020204" pitchFamily="34" charset="0"/>
              <a:buChar char="•"/>
            </a:pPr>
            <a:r>
              <a:rPr lang="en-US" altLang="zh-CN" b="0" i="0" dirty="0">
                <a:solidFill>
                  <a:srgbClr val="000000"/>
                </a:solidFill>
                <a:effectLst/>
                <a:latin typeface="Inter"/>
              </a:rPr>
              <a:t>E3 </a:t>
            </a:r>
            <a:r>
              <a:rPr lang="zh-CN" altLang="en-US" b="0" i="0" dirty="0">
                <a:solidFill>
                  <a:srgbClr val="000000"/>
                </a:solidFill>
                <a:effectLst/>
                <a:latin typeface="Inter"/>
              </a:rPr>
              <a:t>的输入：</a:t>
            </a:r>
            <a:r>
              <a:rPr lang="en-US" altLang="zh-CN" b="0" i="0" dirty="0">
                <a:solidFill>
                  <a:srgbClr val="000000"/>
                </a:solidFill>
                <a:effectLst/>
                <a:latin typeface="Inter"/>
              </a:rPr>
              <a:t>[[x41,x42,x43,x44], [x51,x52,x53,x54]]</a:t>
            </a:r>
            <a:r>
              <a:rPr lang="zh-CN" altLang="en-US" b="0" i="0" dirty="0">
                <a:solidFill>
                  <a:srgbClr val="000000"/>
                </a:solidFill>
                <a:effectLst/>
                <a:latin typeface="Inter"/>
              </a:rPr>
              <a:t>（由</a:t>
            </a:r>
            <a:r>
              <a:rPr lang="en-US" altLang="zh-CN" b="0" i="0" dirty="0">
                <a:solidFill>
                  <a:srgbClr val="000000"/>
                </a:solidFill>
                <a:effectLst/>
                <a:latin typeface="Inter"/>
              </a:rPr>
              <a:t>A[3][2]</a:t>
            </a:r>
            <a:r>
              <a:rPr lang="zh-CN" altLang="en-US" b="0" i="0" dirty="0">
                <a:solidFill>
                  <a:srgbClr val="000000"/>
                </a:solidFill>
                <a:effectLst/>
                <a:latin typeface="Inter"/>
              </a:rPr>
              <a:t>和</a:t>
            </a:r>
            <a:r>
              <a:rPr lang="en-US" altLang="zh-CN" b="0" i="0" dirty="0">
                <a:solidFill>
                  <a:srgbClr val="000000"/>
                </a:solidFill>
                <a:effectLst/>
                <a:latin typeface="Inter"/>
              </a:rPr>
              <a:t>A[4][2]</a:t>
            </a:r>
            <a:r>
              <a:rPr lang="zh-CN" altLang="en-US" b="0" i="0" dirty="0">
                <a:solidFill>
                  <a:srgbClr val="000000"/>
                </a:solidFill>
                <a:effectLst/>
                <a:latin typeface="Inter"/>
              </a:rPr>
              <a:t>对应的 </a:t>
            </a:r>
            <a:r>
              <a:rPr lang="en-US" altLang="zh-CN" b="0" i="0" dirty="0">
                <a:solidFill>
                  <a:srgbClr val="000000"/>
                </a:solidFill>
                <a:effectLst/>
                <a:latin typeface="Inter"/>
              </a:rPr>
              <a:t>token </a:t>
            </a:r>
            <a:r>
              <a:rPr lang="zh-CN" altLang="en-US" b="0" i="0" dirty="0">
                <a:solidFill>
                  <a:srgbClr val="000000"/>
                </a:solidFill>
                <a:effectLst/>
                <a:latin typeface="Inter"/>
              </a:rPr>
              <a:t>拼接）</a:t>
            </a:r>
          </a:p>
          <a:p>
            <a:pPr algn="l" rtl="0"/>
            <a:r>
              <a:rPr lang="zh-CN" altLang="en-US" b="0" i="0" dirty="0">
                <a:solidFill>
                  <a:srgbClr val="000000"/>
                </a:solidFill>
                <a:effectLst/>
                <a:latin typeface="Inter"/>
              </a:rPr>
              <a:t>最终实现了 </a:t>
            </a:r>
            <a:r>
              <a:rPr lang="en-US" altLang="zh-CN" b="0" i="0" dirty="0">
                <a:solidFill>
                  <a:srgbClr val="000000"/>
                </a:solidFill>
                <a:effectLst/>
                <a:latin typeface="Inter"/>
              </a:rPr>
              <a:t>token </a:t>
            </a:r>
            <a:r>
              <a:rPr lang="zh-CN" altLang="en-US" b="0" i="0" dirty="0">
                <a:solidFill>
                  <a:srgbClr val="000000"/>
                </a:solidFill>
                <a:effectLst/>
                <a:latin typeface="Inter"/>
              </a:rPr>
              <a:t>按专家的高效分组，为后续并行计算奠定基础。</a:t>
            </a:r>
          </a:p>
          <a:p>
            <a:br>
              <a:rPr lang="zh-CN" altLang="en-US" b="0" i="0" dirty="0">
                <a:solidFill>
                  <a:srgbClr val="1C1F23"/>
                </a:solidFill>
                <a:effectLst/>
                <a:latin typeface="ui-sans-serif"/>
              </a:rPr>
            </a:br>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105682BE-B75F-FDCF-3366-E47BD67CFE2E}"/>
              </a:ext>
            </a:extLst>
          </p:cNvPr>
          <p:cNvSpPr>
            <a:spLocks noGrp="1"/>
          </p:cNvSpPr>
          <p:nvPr>
            <p:ph type="sldNum" sz="quarter" idx="5"/>
          </p:nvPr>
        </p:nvSpPr>
        <p:spPr/>
        <p:txBody>
          <a:bodyPr/>
          <a:lstStyle/>
          <a:p>
            <a:fld id="{8E556971-6A61-4E96-B3F0-2E6ACC9F9D62}" type="slidenum">
              <a:rPr lang="zh-CN" altLang="en-US" smtClean="0"/>
              <a:t>5</a:t>
            </a:fld>
            <a:endParaRPr lang="zh-CN" altLang="en-US"/>
          </a:p>
        </p:txBody>
      </p:sp>
    </p:spTree>
    <p:extLst>
      <p:ext uri="{BB962C8B-B14F-4D97-AF65-F5344CB8AC3E}">
        <p14:creationId xmlns:p14="http://schemas.microsoft.com/office/powerpoint/2010/main" val="4085550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b="0" i="0" dirty="0">
                <a:solidFill>
                  <a:srgbClr val="000000"/>
                </a:solidFill>
                <a:effectLst/>
                <a:latin typeface="Inter"/>
              </a:rPr>
              <a:t>引入了专家选择的相关性</a:t>
            </a:r>
            <a:endParaRPr lang="en-US" altLang="zh-CN" b="0" i="0" dirty="0">
              <a:solidFill>
                <a:srgbClr val="1C1F23"/>
              </a:solidFill>
              <a:effectLst/>
              <a:latin typeface="ui-sans-serif"/>
            </a:endParaRPr>
          </a:p>
          <a:p>
            <a:br>
              <a:rPr lang="zh-CN" altLang="en-US" b="0" i="0" dirty="0">
                <a:solidFill>
                  <a:srgbClr val="1C1F23"/>
                </a:solidFill>
                <a:effectLst/>
                <a:latin typeface="ui-sans-serif"/>
              </a:rPr>
            </a:br>
            <a:r>
              <a:rPr lang="zh-CN" altLang="en-US" b="0" i="0" dirty="0">
                <a:solidFill>
                  <a:srgbClr val="1C1F23"/>
                </a:solidFill>
                <a:effectLst/>
                <a:latin typeface="ui-sans-serif"/>
              </a:rPr>
              <a:t>通过利用这种内在的层间相关性作为专家对每个小芯片的受欢迎程度的预测基础，我们提出了一种动态专家映射策略来提高带宽利用率，</a:t>
            </a:r>
            <a:endParaRPr lang="en-US" altLang="zh-CN" b="0" i="0" dirty="0">
              <a:solidFill>
                <a:srgbClr val="1C1F23"/>
              </a:solidFill>
              <a:effectLst/>
              <a:latin typeface="ui-sans-serif"/>
            </a:endParaRPr>
          </a:p>
          <a:p>
            <a:endParaRPr lang="en-US" altLang="zh-CN" b="0" i="0" dirty="0">
              <a:solidFill>
                <a:srgbClr val="1C1F23"/>
              </a:solidFill>
              <a:effectLst/>
              <a:latin typeface="ui-sans-serif"/>
            </a:endParaRPr>
          </a:p>
          <a:p>
            <a:r>
              <a:rPr lang="zh-CN" altLang="en-US" b="0" i="0" dirty="0">
                <a:solidFill>
                  <a:srgbClr val="000000"/>
                </a:solidFill>
                <a:effectLst/>
                <a:latin typeface="Inter"/>
              </a:rPr>
              <a:t>我们分析了不同标记长度和模型隐藏维度的四个关键阶段的运行时细分。</a:t>
            </a:r>
            <a:endParaRPr lang="en-US" altLang="zh-CN" b="0" i="0" dirty="0">
              <a:solidFill>
                <a:srgbClr val="000000"/>
              </a:solidFill>
              <a:effectLst/>
              <a:latin typeface="Inter"/>
            </a:endParaRPr>
          </a:p>
          <a:p>
            <a:endParaRPr lang="en-US" altLang="zh-CN" b="0" i="0" dirty="0">
              <a:solidFill>
                <a:srgbClr val="000000"/>
              </a:solidFill>
              <a:effectLst/>
              <a:latin typeface="Inter"/>
            </a:endParaRPr>
          </a:p>
          <a:p>
            <a:r>
              <a:rPr lang="zh-CN" altLang="en-US" b="0" i="0" dirty="0">
                <a:solidFill>
                  <a:srgbClr val="000000"/>
                </a:solidFill>
                <a:effectLst/>
                <a:latin typeface="Inter"/>
              </a:rPr>
              <a:t>不包括小芯片间通信，（非）排列阶段和门控阶段平均占</a:t>
            </a:r>
            <a:r>
              <a:rPr lang="en-US" altLang="zh-CN" b="0" i="0" dirty="0" err="1">
                <a:solidFill>
                  <a:srgbClr val="000000"/>
                </a:solidFill>
                <a:effectLst/>
                <a:latin typeface="Inter"/>
              </a:rPr>
              <a:t>MoE</a:t>
            </a:r>
            <a:r>
              <a:rPr lang="zh-CN" altLang="en-US" b="0" i="0" dirty="0">
                <a:solidFill>
                  <a:srgbClr val="000000"/>
                </a:solidFill>
                <a:effectLst/>
                <a:latin typeface="Inter"/>
              </a:rPr>
              <a:t>层运行时间的</a:t>
            </a:r>
            <a:r>
              <a:rPr lang="en-US" altLang="zh-CN" b="0" i="0" dirty="0">
                <a:solidFill>
                  <a:srgbClr val="000000"/>
                </a:solidFill>
                <a:effectLst/>
                <a:latin typeface="Inter"/>
              </a:rPr>
              <a:t>62.7%</a:t>
            </a:r>
            <a:r>
              <a:rPr lang="zh-CN" altLang="en-US" b="0" i="0" dirty="0">
                <a:solidFill>
                  <a:srgbClr val="000000"/>
                </a:solidFill>
                <a:effectLst/>
                <a:latin typeface="Inter"/>
              </a:rPr>
              <a:t>，这凸显了进一步优化的机会。</a:t>
            </a:r>
            <a:endParaRPr lang="en-US" altLang="zh-CN" b="0" i="0" dirty="0">
              <a:solidFill>
                <a:srgbClr val="000000"/>
              </a:solidFill>
              <a:effectLst/>
              <a:latin typeface="Inter"/>
            </a:endParaRPr>
          </a:p>
          <a:p>
            <a:endParaRPr lang="en-US" altLang="zh-CN" b="0" i="0" dirty="0">
              <a:solidFill>
                <a:srgbClr val="000000"/>
              </a:solidFill>
              <a:effectLst/>
              <a:latin typeface="Inter"/>
            </a:endParaRPr>
          </a:p>
          <a:p>
            <a:r>
              <a:rPr lang="zh-CN" altLang="en-US" b="0" i="0" dirty="0">
                <a:solidFill>
                  <a:srgbClr val="000000"/>
                </a:solidFill>
                <a:effectLst/>
                <a:latin typeface="Inter"/>
              </a:rPr>
              <a:t>尽管先前的工作建议使用数据复制进行等效布局转换</a:t>
            </a:r>
            <a:r>
              <a:rPr lang="en-US" altLang="zh-CN" b="0" i="0" dirty="0">
                <a:solidFill>
                  <a:srgbClr val="000000"/>
                </a:solidFill>
                <a:effectLst/>
                <a:latin typeface="Inter"/>
              </a:rPr>
              <a:t>[11]</a:t>
            </a:r>
            <a:r>
              <a:rPr lang="zh-CN" altLang="en-US" b="0" i="0" dirty="0">
                <a:solidFill>
                  <a:srgbClr val="000000"/>
                </a:solidFill>
                <a:effectLst/>
                <a:latin typeface="Inter"/>
              </a:rPr>
              <a:t>，但复杂性仍然是</a:t>
            </a:r>
            <a:r>
              <a:rPr lang="en-US" altLang="zh-CN" b="0" i="0" dirty="0">
                <a:solidFill>
                  <a:srgbClr val="000000"/>
                </a:solidFill>
                <a:effectLst/>
                <a:latin typeface="Inter"/>
              </a:rPr>
              <a:t>O</a:t>
            </a:r>
            <a:r>
              <a:rPr lang="zh-CN" altLang="en-US" b="0" i="0" dirty="0">
                <a:solidFill>
                  <a:srgbClr val="000000"/>
                </a:solidFill>
                <a:effectLst/>
                <a:latin typeface="Inter"/>
              </a:rPr>
              <a:t>（</a:t>
            </a:r>
            <a:r>
              <a:rPr lang="en-US" altLang="zh-CN" b="0" i="0" dirty="0">
                <a:solidFill>
                  <a:srgbClr val="000000"/>
                </a:solidFill>
                <a:effectLst/>
                <a:latin typeface="Inter"/>
              </a:rPr>
              <a:t>S2M/E</a:t>
            </a:r>
            <a:r>
              <a:rPr lang="zh-CN" altLang="en-US" b="0" i="0" dirty="0">
                <a:solidFill>
                  <a:srgbClr val="000000"/>
                </a:solidFill>
                <a:effectLst/>
                <a:latin typeface="Inter"/>
              </a:rPr>
              <a:t>），其中</a:t>
            </a:r>
            <a:r>
              <a:rPr lang="en-US" altLang="zh-CN" b="0" i="0" dirty="0">
                <a:solidFill>
                  <a:srgbClr val="000000"/>
                </a:solidFill>
                <a:effectLst/>
                <a:latin typeface="Inter"/>
              </a:rPr>
              <a:t>E</a:t>
            </a:r>
            <a:r>
              <a:rPr lang="zh-CN" altLang="en-US" b="0" i="0" dirty="0">
                <a:solidFill>
                  <a:srgbClr val="000000"/>
                </a:solidFill>
                <a:effectLst/>
                <a:latin typeface="Inter"/>
              </a:rPr>
              <a:t>是专家的数量。同时，虽然已经提出了对</a:t>
            </a:r>
            <a:r>
              <a:rPr lang="en-US" altLang="zh-CN" b="0" i="0" dirty="0">
                <a:solidFill>
                  <a:srgbClr val="000000"/>
                </a:solidFill>
                <a:effectLst/>
                <a:latin typeface="Inter"/>
              </a:rPr>
              <a:t>argmax</a:t>
            </a:r>
            <a:r>
              <a:rPr lang="zh-CN" altLang="en-US" b="0" i="0" dirty="0">
                <a:solidFill>
                  <a:srgbClr val="000000"/>
                </a:solidFill>
                <a:effectLst/>
                <a:latin typeface="Inter"/>
              </a:rPr>
              <a:t>等算子的优化</a:t>
            </a:r>
            <a:r>
              <a:rPr lang="en-US" altLang="zh-CN" b="0" i="0" dirty="0">
                <a:solidFill>
                  <a:srgbClr val="000000"/>
                </a:solidFill>
                <a:effectLst/>
                <a:latin typeface="Inter"/>
              </a:rPr>
              <a:t>[24]</a:t>
            </a:r>
            <a:r>
              <a:rPr lang="zh-CN" altLang="en-US" b="0" i="0" dirty="0">
                <a:solidFill>
                  <a:srgbClr val="000000"/>
                </a:solidFill>
                <a:effectLst/>
                <a:latin typeface="Inter"/>
              </a:rPr>
              <a:t>，但</a:t>
            </a:r>
            <a:r>
              <a:rPr lang="en-US" altLang="zh-CN" b="0" i="0" dirty="0" err="1">
                <a:solidFill>
                  <a:srgbClr val="000000"/>
                </a:solidFill>
                <a:effectLst/>
                <a:latin typeface="Inter"/>
              </a:rPr>
              <a:t>softmax</a:t>
            </a:r>
            <a:r>
              <a:rPr lang="zh-CN" altLang="en-US" b="0" i="0" dirty="0">
                <a:solidFill>
                  <a:srgbClr val="000000"/>
                </a:solidFill>
                <a:effectLst/>
                <a:latin typeface="Inter"/>
              </a:rPr>
              <a:t>仍未优化。</a:t>
            </a:r>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6</a:t>
            </a:fld>
            <a:endParaRPr lang="zh-CN" altLang="en-US"/>
          </a:p>
        </p:txBody>
      </p:sp>
    </p:spTree>
    <p:extLst>
      <p:ext uri="{BB962C8B-B14F-4D97-AF65-F5344CB8AC3E}">
        <p14:creationId xmlns:p14="http://schemas.microsoft.com/office/powerpoint/2010/main" val="423769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b="0" i="0" dirty="0">
                <a:solidFill>
                  <a:srgbClr val="000000"/>
                </a:solidFill>
                <a:effectLst/>
                <a:latin typeface="Inter"/>
              </a:rPr>
              <a:t>专家</a:t>
            </a:r>
            <a:r>
              <a:rPr lang="en-US" altLang="zh-CN" b="0" i="0" dirty="0">
                <a:solidFill>
                  <a:srgbClr val="000000"/>
                </a:solidFill>
                <a:effectLst/>
                <a:latin typeface="Inter"/>
              </a:rPr>
              <a:t>0-3</a:t>
            </a:r>
            <a:r>
              <a:rPr lang="zh-CN" altLang="en-US" b="0" i="0" dirty="0">
                <a:solidFill>
                  <a:srgbClr val="000000"/>
                </a:solidFill>
                <a:effectLst/>
                <a:latin typeface="Inter"/>
              </a:rPr>
              <a:t>顺时针排列，每个小芯片需要发送</a:t>
            </a:r>
            <a:r>
              <a:rPr lang="en-US" altLang="zh-CN" b="0" i="0" dirty="0">
                <a:solidFill>
                  <a:srgbClr val="000000"/>
                </a:solidFill>
                <a:effectLst/>
                <a:latin typeface="Inter"/>
              </a:rPr>
              <a:t>5</a:t>
            </a:r>
            <a:r>
              <a:rPr lang="zh-CN" altLang="en-US" b="0" i="0" dirty="0">
                <a:solidFill>
                  <a:srgbClr val="000000"/>
                </a:solidFill>
                <a:effectLst/>
                <a:latin typeface="Inter"/>
              </a:rPr>
              <a:t>个令牌；</a:t>
            </a:r>
            <a:endParaRPr lang="en-US" altLang="zh-CN" b="0" i="0" dirty="0">
              <a:solidFill>
                <a:srgbClr val="000000"/>
              </a:solidFill>
              <a:effectLst/>
              <a:latin typeface="Inter"/>
            </a:endParaRPr>
          </a:p>
          <a:p>
            <a:r>
              <a:rPr lang="zh-CN" altLang="en-US" b="0" i="0" dirty="0">
                <a:solidFill>
                  <a:srgbClr val="000000"/>
                </a:solidFill>
                <a:effectLst/>
                <a:latin typeface="Inter"/>
              </a:rPr>
              <a:t>然而，通过优化的专家映射方案，每个小芯片只发送三个代币，因为更多的代币保留在其目标专家所在的原始小芯片上。</a:t>
            </a:r>
            <a:endParaRPr lang="en-US" altLang="zh-CN" b="0" i="0" dirty="0">
              <a:solidFill>
                <a:srgbClr val="000000"/>
              </a:solidFill>
              <a:effectLst/>
              <a:latin typeface="Inter"/>
            </a:endParaRPr>
          </a:p>
          <a:p>
            <a:r>
              <a:rPr lang="zh-CN" altLang="en-US" b="0" i="0" dirty="0">
                <a:solidFill>
                  <a:srgbClr val="000000"/>
                </a:solidFill>
                <a:effectLst/>
                <a:latin typeface="Inter"/>
              </a:rPr>
              <a:t>通过考虑专家在每个小芯片上的受欢迎程度，可以得出最佳映射，以减少小芯片间的数据传输或最大限度地减少传输跃点，从而显着降低通信成本。</a:t>
            </a:r>
            <a:endParaRPr lang="en-US" altLang="zh-CN" b="0" i="0" dirty="0">
              <a:solidFill>
                <a:srgbClr val="000000"/>
              </a:solidFill>
              <a:effectLst/>
              <a:latin typeface="Inter"/>
            </a:endParaRPr>
          </a:p>
          <a:p>
            <a:endParaRPr lang="en-US" altLang="zh-CN" b="0" i="0" dirty="0">
              <a:solidFill>
                <a:srgbClr val="000000"/>
              </a:solidFill>
              <a:effectLst/>
              <a:latin typeface="Inter"/>
            </a:endParaRPr>
          </a:p>
          <a:p>
            <a:pPr marL="742950" lvl="1" indent="-285750">
              <a:lnSpc>
                <a:spcPct val="120000"/>
              </a:lnSpc>
              <a:buSzPct val="80000"/>
              <a:buFont typeface="Wingdings" panose="05000000000000000000" charset="0"/>
              <a:buChar char=""/>
            </a:pP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跟踪了来自</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C4</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数据集</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[25]</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200,000</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个输入令牌在穿越连续</a:t>
            </a:r>
            <a:r>
              <a:rPr lang="en-US" altLang="zh-CN" sz="12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MoE</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层时的路由决策，并分析了各种</a:t>
            </a:r>
            <a:r>
              <a:rPr lang="en-US" altLang="zh-CN" sz="12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MoE</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模型中专家选择的条件概率。</a:t>
            </a:r>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显示了</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Switch-base-16</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模型的条件概率热图，揭示了跨连续</a:t>
            </a:r>
            <a:r>
              <a:rPr lang="en-US" altLang="zh-CN" sz="12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MoE</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层的专家选择是相关的</a:t>
            </a:r>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7</a:t>
            </a:fld>
            <a:endParaRPr lang="zh-CN" altLang="en-US"/>
          </a:p>
        </p:txBody>
      </p:sp>
    </p:spTree>
    <p:extLst>
      <p:ext uri="{BB962C8B-B14F-4D97-AF65-F5344CB8AC3E}">
        <p14:creationId xmlns:p14="http://schemas.microsoft.com/office/powerpoint/2010/main" val="1638083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b="0" i="0" dirty="0">
                <a:solidFill>
                  <a:srgbClr val="000000"/>
                </a:solidFill>
                <a:effectLst/>
                <a:latin typeface="Inter"/>
              </a:rPr>
              <a:t>一个</a:t>
            </a:r>
            <a:r>
              <a:rPr lang="en-US" altLang="zh-CN" b="0" i="0" dirty="0" err="1">
                <a:solidFill>
                  <a:srgbClr val="000000"/>
                </a:solidFill>
                <a:effectLst/>
                <a:latin typeface="Inter"/>
              </a:rPr>
              <a:t>softmax</a:t>
            </a:r>
            <a:r>
              <a:rPr lang="zh-CN" altLang="en-US" b="0" i="0" dirty="0">
                <a:solidFill>
                  <a:srgbClr val="000000"/>
                </a:solidFill>
                <a:effectLst/>
                <a:latin typeface="Inter"/>
              </a:rPr>
              <a:t>引擎、一个基于</a:t>
            </a:r>
            <a:r>
              <a:rPr lang="en-US" altLang="zh-CN" b="0" i="0" dirty="0">
                <a:solidFill>
                  <a:srgbClr val="000000"/>
                </a:solidFill>
                <a:effectLst/>
                <a:latin typeface="Inter"/>
              </a:rPr>
              <a:t>CAM</a:t>
            </a:r>
            <a:r>
              <a:rPr lang="zh-CN" altLang="en-US" b="0" i="0" dirty="0">
                <a:solidFill>
                  <a:srgbClr val="000000"/>
                </a:solidFill>
                <a:effectLst/>
                <a:latin typeface="Inter"/>
              </a:rPr>
              <a:t>的排列引擎</a:t>
            </a:r>
            <a:endParaRPr lang="en-US" altLang="zh-CN" b="0" i="0" dirty="0">
              <a:solidFill>
                <a:srgbClr val="000000"/>
              </a:solidFill>
              <a:effectLst/>
              <a:latin typeface="Inter"/>
            </a:endParaRPr>
          </a:p>
          <a:p>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un</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）排列阶段采用稀疏矩阵乘法来重新排列数据。虽然对于全对全通信和 </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FFN </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计算至关重要，但 （</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un</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排列会产生大量的计算开销。</a:t>
            </a:r>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 </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长度</a:t>
            </a:r>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：隐藏维度</a:t>
            </a:r>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8</a:t>
            </a:fld>
            <a:endParaRPr lang="zh-CN" altLang="en-US"/>
          </a:p>
        </p:txBody>
      </p:sp>
    </p:spTree>
    <p:extLst>
      <p:ext uri="{BB962C8B-B14F-4D97-AF65-F5344CB8AC3E}">
        <p14:creationId xmlns:p14="http://schemas.microsoft.com/office/powerpoint/2010/main" val="1355468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b="0" i="0" dirty="0">
                <a:solidFill>
                  <a:srgbClr val="000000"/>
                </a:solidFill>
                <a:effectLst/>
                <a:latin typeface="Inter"/>
              </a:rPr>
              <a:t>引入了专家选择的相关性</a:t>
            </a:r>
            <a:endParaRPr lang="en-US" altLang="zh-CN" b="0" i="0" dirty="0">
              <a:solidFill>
                <a:srgbClr val="1C1F23"/>
              </a:solidFill>
              <a:effectLst/>
              <a:latin typeface="ui-sans-serif"/>
            </a:endParaRPr>
          </a:p>
          <a:p>
            <a:br>
              <a:rPr lang="zh-CN" altLang="en-US" b="0" i="0" dirty="0">
                <a:solidFill>
                  <a:srgbClr val="1C1F23"/>
                </a:solidFill>
                <a:effectLst/>
                <a:latin typeface="ui-sans-serif"/>
              </a:rPr>
            </a:br>
            <a:r>
              <a:rPr lang="zh-CN" altLang="en-US" b="0" i="0" dirty="0">
                <a:solidFill>
                  <a:srgbClr val="1C1F23"/>
                </a:solidFill>
                <a:effectLst/>
                <a:latin typeface="ui-sans-serif"/>
              </a:rPr>
              <a:t>通过利用这种内在的层间相关性作为专家对每个小芯片的受欢迎程度的预测基础，我们提出了一种动态专家映射策略来提高带宽利用率，</a:t>
            </a:r>
            <a:endParaRPr lang="en-US" altLang="zh-CN" b="0" i="0" dirty="0">
              <a:solidFill>
                <a:srgbClr val="1C1F23"/>
              </a:solidFill>
              <a:effectLst/>
              <a:latin typeface="ui-sans-serif"/>
            </a:endParaRPr>
          </a:p>
          <a:p>
            <a:endParaRPr lang="en-US" altLang="zh-CN" b="0" i="0" dirty="0">
              <a:solidFill>
                <a:srgbClr val="1C1F23"/>
              </a:solidFill>
              <a:effectLst/>
              <a:latin typeface="ui-sans-serif"/>
            </a:endParaRPr>
          </a:p>
          <a:p>
            <a:r>
              <a:rPr lang="zh-CN" altLang="en-US" b="0" i="0" dirty="0">
                <a:solidFill>
                  <a:srgbClr val="000000"/>
                </a:solidFill>
                <a:effectLst/>
                <a:latin typeface="Inter"/>
              </a:rPr>
              <a:t>我们分析了不同标记长度和模型隐藏维度的四个关键阶段的运行时细分。</a:t>
            </a:r>
            <a:endParaRPr lang="en-US" altLang="zh-CN" b="0" i="0" dirty="0">
              <a:solidFill>
                <a:srgbClr val="000000"/>
              </a:solidFill>
              <a:effectLst/>
              <a:latin typeface="Inter"/>
            </a:endParaRPr>
          </a:p>
          <a:p>
            <a:endParaRPr lang="en-US" altLang="zh-CN" b="0" i="0" dirty="0">
              <a:solidFill>
                <a:srgbClr val="000000"/>
              </a:solidFill>
              <a:effectLst/>
              <a:latin typeface="Inter"/>
            </a:endParaRPr>
          </a:p>
          <a:p>
            <a:r>
              <a:rPr lang="zh-CN" altLang="en-US" b="0" i="0" dirty="0">
                <a:solidFill>
                  <a:srgbClr val="000000"/>
                </a:solidFill>
                <a:effectLst/>
                <a:latin typeface="Inter"/>
              </a:rPr>
              <a:t>不包括小芯片间通信，（非）排列阶段和门控阶段平均占</a:t>
            </a:r>
            <a:r>
              <a:rPr lang="en-US" altLang="zh-CN" b="0" i="0" dirty="0" err="1">
                <a:solidFill>
                  <a:srgbClr val="000000"/>
                </a:solidFill>
                <a:effectLst/>
                <a:latin typeface="Inter"/>
              </a:rPr>
              <a:t>MoE</a:t>
            </a:r>
            <a:r>
              <a:rPr lang="zh-CN" altLang="en-US" b="0" i="0" dirty="0">
                <a:solidFill>
                  <a:srgbClr val="000000"/>
                </a:solidFill>
                <a:effectLst/>
                <a:latin typeface="Inter"/>
              </a:rPr>
              <a:t>层运行时间的</a:t>
            </a:r>
            <a:r>
              <a:rPr lang="en-US" altLang="zh-CN" b="0" i="0" dirty="0">
                <a:solidFill>
                  <a:srgbClr val="000000"/>
                </a:solidFill>
                <a:effectLst/>
                <a:latin typeface="Inter"/>
              </a:rPr>
              <a:t>62.7%</a:t>
            </a:r>
            <a:r>
              <a:rPr lang="zh-CN" altLang="en-US" b="0" i="0" dirty="0">
                <a:solidFill>
                  <a:srgbClr val="000000"/>
                </a:solidFill>
                <a:effectLst/>
                <a:latin typeface="Inter"/>
              </a:rPr>
              <a:t>，这凸显了进一步优化的机会。</a:t>
            </a:r>
            <a:endParaRPr lang="en-US" altLang="zh-CN" b="0" i="0" dirty="0">
              <a:solidFill>
                <a:srgbClr val="000000"/>
              </a:solidFill>
              <a:effectLst/>
              <a:latin typeface="Inter"/>
            </a:endParaRPr>
          </a:p>
          <a:p>
            <a:endParaRPr lang="en-US" altLang="zh-CN" b="0" i="0" dirty="0">
              <a:solidFill>
                <a:srgbClr val="000000"/>
              </a:solidFill>
              <a:effectLst/>
              <a:latin typeface="Inter"/>
            </a:endParaRPr>
          </a:p>
          <a:p>
            <a:r>
              <a:rPr lang="zh-CN" altLang="en-US" b="0" i="0" dirty="0">
                <a:solidFill>
                  <a:srgbClr val="000000"/>
                </a:solidFill>
                <a:effectLst/>
                <a:latin typeface="Inter"/>
              </a:rPr>
              <a:t>尽管先前的工作建议使用数据复制进行等效布局转换</a:t>
            </a:r>
            <a:r>
              <a:rPr lang="en-US" altLang="zh-CN" b="0" i="0" dirty="0">
                <a:solidFill>
                  <a:srgbClr val="000000"/>
                </a:solidFill>
                <a:effectLst/>
                <a:latin typeface="Inter"/>
              </a:rPr>
              <a:t>[11]</a:t>
            </a:r>
            <a:r>
              <a:rPr lang="zh-CN" altLang="en-US" b="0" i="0" dirty="0">
                <a:solidFill>
                  <a:srgbClr val="000000"/>
                </a:solidFill>
                <a:effectLst/>
                <a:latin typeface="Inter"/>
              </a:rPr>
              <a:t>，但复杂性仍然是</a:t>
            </a:r>
            <a:r>
              <a:rPr lang="en-US" altLang="zh-CN" b="0" i="0" dirty="0">
                <a:solidFill>
                  <a:srgbClr val="000000"/>
                </a:solidFill>
                <a:effectLst/>
                <a:latin typeface="Inter"/>
              </a:rPr>
              <a:t>O</a:t>
            </a:r>
            <a:r>
              <a:rPr lang="zh-CN" altLang="en-US" b="0" i="0" dirty="0">
                <a:solidFill>
                  <a:srgbClr val="000000"/>
                </a:solidFill>
                <a:effectLst/>
                <a:latin typeface="Inter"/>
              </a:rPr>
              <a:t>（</a:t>
            </a:r>
            <a:r>
              <a:rPr lang="en-US" altLang="zh-CN" b="0" i="0" dirty="0">
                <a:solidFill>
                  <a:srgbClr val="000000"/>
                </a:solidFill>
                <a:effectLst/>
                <a:latin typeface="Inter"/>
              </a:rPr>
              <a:t>S2M/E</a:t>
            </a:r>
            <a:r>
              <a:rPr lang="zh-CN" altLang="en-US" b="0" i="0" dirty="0">
                <a:solidFill>
                  <a:srgbClr val="000000"/>
                </a:solidFill>
                <a:effectLst/>
                <a:latin typeface="Inter"/>
              </a:rPr>
              <a:t>），其中</a:t>
            </a:r>
            <a:r>
              <a:rPr lang="en-US" altLang="zh-CN" b="0" i="0" dirty="0">
                <a:solidFill>
                  <a:srgbClr val="000000"/>
                </a:solidFill>
                <a:effectLst/>
                <a:latin typeface="Inter"/>
              </a:rPr>
              <a:t>E</a:t>
            </a:r>
            <a:r>
              <a:rPr lang="zh-CN" altLang="en-US" b="0" i="0" dirty="0">
                <a:solidFill>
                  <a:srgbClr val="000000"/>
                </a:solidFill>
                <a:effectLst/>
                <a:latin typeface="Inter"/>
              </a:rPr>
              <a:t>是专家的数量。同时，虽然已经提出了对</a:t>
            </a:r>
            <a:r>
              <a:rPr lang="en-US" altLang="zh-CN" b="0" i="0" dirty="0">
                <a:solidFill>
                  <a:srgbClr val="000000"/>
                </a:solidFill>
                <a:effectLst/>
                <a:latin typeface="Inter"/>
              </a:rPr>
              <a:t>argmax</a:t>
            </a:r>
            <a:r>
              <a:rPr lang="zh-CN" altLang="en-US" b="0" i="0" dirty="0">
                <a:solidFill>
                  <a:srgbClr val="000000"/>
                </a:solidFill>
                <a:effectLst/>
                <a:latin typeface="Inter"/>
              </a:rPr>
              <a:t>等算子的优化</a:t>
            </a:r>
            <a:r>
              <a:rPr lang="en-US" altLang="zh-CN" b="0" i="0" dirty="0">
                <a:solidFill>
                  <a:srgbClr val="000000"/>
                </a:solidFill>
                <a:effectLst/>
                <a:latin typeface="Inter"/>
              </a:rPr>
              <a:t>[24]</a:t>
            </a:r>
            <a:r>
              <a:rPr lang="zh-CN" altLang="en-US" b="0" i="0" dirty="0">
                <a:solidFill>
                  <a:srgbClr val="000000"/>
                </a:solidFill>
                <a:effectLst/>
                <a:latin typeface="Inter"/>
              </a:rPr>
              <a:t>，但</a:t>
            </a:r>
            <a:r>
              <a:rPr lang="en-US" altLang="zh-CN" b="0" i="0" dirty="0" err="1">
                <a:solidFill>
                  <a:srgbClr val="000000"/>
                </a:solidFill>
                <a:effectLst/>
                <a:latin typeface="Inter"/>
              </a:rPr>
              <a:t>softmax</a:t>
            </a:r>
            <a:r>
              <a:rPr lang="zh-CN" altLang="en-US" b="0" i="0" dirty="0">
                <a:solidFill>
                  <a:srgbClr val="000000"/>
                </a:solidFill>
                <a:effectLst/>
                <a:latin typeface="Inter"/>
              </a:rPr>
              <a:t>仍未优化。</a:t>
            </a:r>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9</a:t>
            </a:fld>
            <a:endParaRPr lang="zh-CN" altLang="en-US"/>
          </a:p>
        </p:txBody>
      </p:sp>
    </p:spTree>
    <p:extLst>
      <p:ext uri="{BB962C8B-B14F-4D97-AF65-F5344CB8AC3E}">
        <p14:creationId xmlns:p14="http://schemas.microsoft.com/office/powerpoint/2010/main" val="1280261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68A4-6C70-36EE-8BE2-F36C0C8C71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60BCC5-AE06-1DF5-5F41-59AB9C5B0B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FB7706-69C0-60C4-935D-2556FFE781FA}"/>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26E8CBD5-2A1D-D959-EE75-D56F1A4F1AFB}"/>
              </a:ext>
            </a:extLst>
          </p:cNvPr>
          <p:cNvSpPr>
            <a:spLocks noGrp="1"/>
          </p:cNvSpPr>
          <p:nvPr>
            <p:ph type="sldNum" sz="quarter" idx="5"/>
          </p:nvPr>
        </p:nvSpPr>
        <p:spPr/>
        <p:txBody>
          <a:bodyPr/>
          <a:lstStyle/>
          <a:p>
            <a:fld id="{8E556971-6A61-4E96-B3F0-2E6ACC9F9D62}" type="slidenum">
              <a:rPr lang="zh-CN" altLang="en-US" smtClean="0"/>
              <a:t>10</a:t>
            </a:fld>
            <a:endParaRPr lang="zh-CN" altLang="en-US"/>
          </a:p>
        </p:txBody>
      </p:sp>
    </p:spTree>
    <p:extLst>
      <p:ext uri="{BB962C8B-B14F-4D97-AF65-F5344CB8AC3E}">
        <p14:creationId xmlns:p14="http://schemas.microsoft.com/office/powerpoint/2010/main" val="760167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11</a:t>
            </a:fld>
            <a:endParaRPr lang="zh-CN" altLang="en-US"/>
          </a:p>
        </p:txBody>
      </p:sp>
    </p:spTree>
    <p:extLst>
      <p:ext uri="{BB962C8B-B14F-4D97-AF65-F5344CB8AC3E}">
        <p14:creationId xmlns:p14="http://schemas.microsoft.com/office/powerpoint/2010/main" val="423308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CF5FD-85FB-9D92-276C-358E42BB1F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6335A2-B75B-C056-0A56-C0BBC99A50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EC37A13-65BE-CC14-15E4-9D473B58A233}"/>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82BCD1B8-79CF-CF73-6C47-C5F6D6513D7D}"/>
              </a:ext>
            </a:extLst>
          </p:cNvPr>
          <p:cNvSpPr>
            <a:spLocks noGrp="1"/>
          </p:cNvSpPr>
          <p:nvPr>
            <p:ph type="sldNum" sz="quarter" idx="5"/>
          </p:nvPr>
        </p:nvSpPr>
        <p:spPr/>
        <p:txBody>
          <a:bodyPr/>
          <a:lstStyle/>
          <a:p>
            <a:fld id="{8E556971-6A61-4E96-B3F0-2E6ACC9F9D62}" type="slidenum">
              <a:rPr lang="zh-CN" altLang="en-US" smtClean="0"/>
              <a:t>12</a:t>
            </a:fld>
            <a:endParaRPr lang="zh-CN" altLang="en-US"/>
          </a:p>
        </p:txBody>
      </p:sp>
    </p:spTree>
    <p:extLst>
      <p:ext uri="{BB962C8B-B14F-4D97-AF65-F5344CB8AC3E}">
        <p14:creationId xmlns:p14="http://schemas.microsoft.com/office/powerpoint/2010/main" val="1814029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13</a:t>
            </a:fld>
            <a:endParaRPr lang="zh-CN" altLang="en-US"/>
          </a:p>
        </p:txBody>
      </p:sp>
    </p:spTree>
    <p:extLst>
      <p:ext uri="{BB962C8B-B14F-4D97-AF65-F5344CB8AC3E}">
        <p14:creationId xmlns:p14="http://schemas.microsoft.com/office/powerpoint/2010/main" val="1686726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14</a:t>
            </a:fld>
            <a:endParaRPr lang="zh-CN" altLang="en-US"/>
          </a:p>
        </p:txBody>
      </p:sp>
    </p:spTree>
    <p:extLst>
      <p:ext uri="{BB962C8B-B14F-4D97-AF65-F5344CB8AC3E}">
        <p14:creationId xmlns:p14="http://schemas.microsoft.com/office/powerpoint/2010/main" val="3147564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15</a:t>
            </a:fld>
            <a:endParaRPr lang="zh-CN" altLang="en-US"/>
          </a:p>
        </p:txBody>
      </p:sp>
    </p:spTree>
    <p:extLst>
      <p:ext uri="{BB962C8B-B14F-4D97-AF65-F5344CB8AC3E}">
        <p14:creationId xmlns:p14="http://schemas.microsoft.com/office/powerpoint/2010/main" val="1727586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16</a:t>
            </a:fld>
            <a:endParaRPr lang="zh-CN" altLang="en-US"/>
          </a:p>
        </p:txBody>
      </p:sp>
    </p:spTree>
    <p:extLst>
      <p:ext uri="{BB962C8B-B14F-4D97-AF65-F5344CB8AC3E}">
        <p14:creationId xmlns:p14="http://schemas.microsoft.com/office/powerpoint/2010/main" val="1953096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17</a:t>
            </a:fld>
            <a:endParaRPr lang="zh-CN" altLang="en-US"/>
          </a:p>
        </p:txBody>
      </p:sp>
    </p:spTree>
    <p:extLst>
      <p:ext uri="{BB962C8B-B14F-4D97-AF65-F5344CB8AC3E}">
        <p14:creationId xmlns:p14="http://schemas.microsoft.com/office/powerpoint/2010/main" val="2405395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18</a:t>
            </a:fld>
            <a:endParaRPr lang="zh-CN" altLang="en-US"/>
          </a:p>
        </p:txBody>
      </p:sp>
    </p:spTree>
    <p:extLst>
      <p:ext uri="{BB962C8B-B14F-4D97-AF65-F5344CB8AC3E}">
        <p14:creationId xmlns:p14="http://schemas.microsoft.com/office/powerpoint/2010/main" val="1339473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19</a:t>
            </a:fld>
            <a:endParaRPr lang="zh-CN" altLang="en-US"/>
          </a:p>
        </p:txBody>
      </p:sp>
    </p:spTree>
    <p:extLst>
      <p:ext uri="{BB962C8B-B14F-4D97-AF65-F5344CB8AC3E}">
        <p14:creationId xmlns:p14="http://schemas.microsoft.com/office/powerpoint/2010/main" val="219356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20</a:t>
            </a:fld>
            <a:endParaRPr lang="zh-CN" altLang="en-US"/>
          </a:p>
        </p:txBody>
      </p:sp>
    </p:spTree>
    <p:extLst>
      <p:ext uri="{BB962C8B-B14F-4D97-AF65-F5344CB8AC3E}">
        <p14:creationId xmlns:p14="http://schemas.microsoft.com/office/powerpoint/2010/main" val="196244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21</a:t>
            </a:fld>
            <a:endParaRPr lang="zh-CN" altLang="en-US"/>
          </a:p>
        </p:txBody>
      </p:sp>
    </p:spTree>
    <p:extLst>
      <p:ext uri="{BB962C8B-B14F-4D97-AF65-F5344CB8AC3E}">
        <p14:creationId xmlns:p14="http://schemas.microsoft.com/office/powerpoint/2010/main" val="424554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22</a:t>
            </a:fld>
            <a:endParaRPr lang="zh-CN" altLang="en-US"/>
          </a:p>
        </p:txBody>
      </p:sp>
    </p:spTree>
    <p:extLst>
      <p:ext uri="{BB962C8B-B14F-4D97-AF65-F5344CB8AC3E}">
        <p14:creationId xmlns:p14="http://schemas.microsoft.com/office/powerpoint/2010/main" val="25801810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8023-F317-0945-2E8E-7C7AA8EFE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3AEFE-D8A3-3CE2-B6A0-3D880F8A2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A6F6DC-53DC-9C99-84EA-59D927FFD8DF}"/>
              </a:ext>
            </a:extLst>
          </p:cNvPr>
          <p:cNvSpPr>
            <a:spLocks noGrp="1"/>
          </p:cNvSpPr>
          <p:nvPr>
            <p:ph type="body" idx="1"/>
          </p:nvPr>
        </p:nvSpPr>
        <p:spPr/>
        <p:txBody>
          <a:bodyPr/>
          <a:lstStyle/>
          <a:p>
            <a:endParaRPr lang="en-US" altLang="zh-CN"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CF7175EA-6297-0D9C-32A1-967007D95F1D}"/>
              </a:ext>
            </a:extLst>
          </p:cNvPr>
          <p:cNvSpPr>
            <a:spLocks noGrp="1"/>
          </p:cNvSpPr>
          <p:nvPr>
            <p:ph type="sldNum" sz="quarter" idx="5"/>
          </p:nvPr>
        </p:nvSpPr>
        <p:spPr/>
        <p:txBody>
          <a:bodyPr/>
          <a:lstStyle/>
          <a:p>
            <a:fld id="{8E556971-6A61-4E96-B3F0-2E6ACC9F9D62}" type="slidenum">
              <a:rPr lang="zh-CN" altLang="en-US" smtClean="0"/>
              <a:t>23</a:t>
            </a:fld>
            <a:endParaRPr lang="zh-CN" altLang="en-US"/>
          </a:p>
        </p:txBody>
      </p:sp>
    </p:spTree>
    <p:extLst>
      <p:ext uri="{BB962C8B-B14F-4D97-AF65-F5344CB8AC3E}">
        <p14:creationId xmlns:p14="http://schemas.microsoft.com/office/powerpoint/2010/main" val="1020606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2D02B8-8476-189C-1438-6FC513E50D6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03F6F6D-F8DD-AE7E-6C55-3E53AEDBE0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8B16232-DD58-DB9D-18BB-2439B1B11D4A}"/>
              </a:ext>
            </a:extLst>
          </p:cNvPr>
          <p:cNvSpPr>
            <a:spLocks noGrp="1"/>
          </p:cNvSpPr>
          <p:nvPr>
            <p:ph type="dt" sz="half" idx="10"/>
          </p:nvPr>
        </p:nvSpPr>
        <p:spPr/>
        <p:txBody>
          <a:bodyPr/>
          <a:lstStyle/>
          <a:p>
            <a:fld id="{05E6C797-49CB-488C-B5C8-E1FA88B0251E}" type="datetimeFigureOut">
              <a:rPr lang="zh-CN" altLang="en-US" smtClean="0"/>
              <a:t>2025/10/17</a:t>
            </a:fld>
            <a:endParaRPr lang="zh-CN" altLang="en-US"/>
          </a:p>
        </p:txBody>
      </p:sp>
      <p:sp>
        <p:nvSpPr>
          <p:cNvPr id="5" name="页脚占位符 4">
            <a:extLst>
              <a:ext uri="{FF2B5EF4-FFF2-40B4-BE49-F238E27FC236}">
                <a16:creationId xmlns:a16="http://schemas.microsoft.com/office/drawing/2014/main" id="{A0A89B93-F3C9-2EE8-96E7-67D317FECD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D8DB78-BB4A-AA85-E4A0-EC342A51DBB8}"/>
              </a:ext>
            </a:extLst>
          </p:cNvPr>
          <p:cNvSpPr>
            <a:spLocks noGrp="1"/>
          </p:cNvSpPr>
          <p:nvPr>
            <p:ph type="sldNum" sz="quarter" idx="12"/>
          </p:nvPr>
        </p:nvSpPr>
        <p:spPr/>
        <p:txBody>
          <a:bodyPr/>
          <a:lstStyle/>
          <a:p>
            <a:fld id="{70803742-82C4-4B4E-8D83-DDB5C6EF9D5E}" type="slidenum">
              <a:rPr lang="zh-CN" altLang="en-US" smtClean="0"/>
              <a:t>‹#›</a:t>
            </a:fld>
            <a:endParaRPr lang="zh-CN" altLang="en-US"/>
          </a:p>
        </p:txBody>
      </p:sp>
    </p:spTree>
    <p:extLst>
      <p:ext uri="{BB962C8B-B14F-4D97-AF65-F5344CB8AC3E}">
        <p14:creationId xmlns:p14="http://schemas.microsoft.com/office/powerpoint/2010/main" val="239644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848D38-E5ED-980C-C7BF-9910626F01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18D7898-17C3-8665-06E2-7F51365306E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67B3437-3E06-C63C-DE90-E08185459160}"/>
              </a:ext>
            </a:extLst>
          </p:cNvPr>
          <p:cNvSpPr>
            <a:spLocks noGrp="1"/>
          </p:cNvSpPr>
          <p:nvPr>
            <p:ph type="dt" sz="half" idx="10"/>
          </p:nvPr>
        </p:nvSpPr>
        <p:spPr/>
        <p:txBody>
          <a:bodyPr/>
          <a:lstStyle/>
          <a:p>
            <a:fld id="{05E6C797-49CB-488C-B5C8-E1FA88B0251E}" type="datetimeFigureOut">
              <a:rPr lang="zh-CN" altLang="en-US" smtClean="0"/>
              <a:t>2025/10/17</a:t>
            </a:fld>
            <a:endParaRPr lang="zh-CN" altLang="en-US"/>
          </a:p>
        </p:txBody>
      </p:sp>
      <p:sp>
        <p:nvSpPr>
          <p:cNvPr id="5" name="页脚占位符 4">
            <a:extLst>
              <a:ext uri="{FF2B5EF4-FFF2-40B4-BE49-F238E27FC236}">
                <a16:creationId xmlns:a16="http://schemas.microsoft.com/office/drawing/2014/main" id="{E6F62AFD-BB3E-DE3D-3004-12E315A955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5C4AB0-602A-3D15-9E95-081DAA654A45}"/>
              </a:ext>
            </a:extLst>
          </p:cNvPr>
          <p:cNvSpPr>
            <a:spLocks noGrp="1"/>
          </p:cNvSpPr>
          <p:nvPr>
            <p:ph type="sldNum" sz="quarter" idx="12"/>
          </p:nvPr>
        </p:nvSpPr>
        <p:spPr/>
        <p:txBody>
          <a:bodyPr/>
          <a:lstStyle/>
          <a:p>
            <a:fld id="{70803742-82C4-4B4E-8D83-DDB5C6EF9D5E}" type="slidenum">
              <a:rPr lang="zh-CN" altLang="en-US" smtClean="0"/>
              <a:t>‹#›</a:t>
            </a:fld>
            <a:endParaRPr lang="zh-CN" altLang="en-US"/>
          </a:p>
        </p:txBody>
      </p:sp>
    </p:spTree>
    <p:extLst>
      <p:ext uri="{BB962C8B-B14F-4D97-AF65-F5344CB8AC3E}">
        <p14:creationId xmlns:p14="http://schemas.microsoft.com/office/powerpoint/2010/main" val="28113420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17451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xml"/><Relationship Id="rId7" Type="http://schemas.openxmlformats.org/officeDocument/2006/relationships/notesSlide" Target="../notesSlides/notesSlide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xml"/><Relationship Id="rId5" Type="http://schemas.openxmlformats.org/officeDocument/2006/relationships/tags" Target="../tags/tag11.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4.xml"/><Relationship Id="rId7" Type="http://schemas.openxmlformats.org/officeDocument/2006/relationships/notesSlide" Target="../notesSlides/notesSlide10.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xml"/><Relationship Id="rId5" Type="http://schemas.openxmlformats.org/officeDocument/2006/relationships/tags" Target="../tags/tag16.xml"/><Relationship Id="rId4"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9.xml"/><Relationship Id="rId7" Type="http://schemas.openxmlformats.org/officeDocument/2006/relationships/notesSlide" Target="../notesSlides/notesSlide12.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Layout" Target="../slideLayouts/slideLayout1.xml"/><Relationship Id="rId5" Type="http://schemas.openxmlformats.org/officeDocument/2006/relationships/tags" Target="../tags/tag21.xml"/><Relationship Id="rId4" Type="http://schemas.openxmlformats.org/officeDocument/2006/relationships/tags" Target="../tags/tag2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5D877A0-4804-4917-810F-DD3372FB1F11}"/>
              </a:ext>
            </a:extLst>
          </p:cNvPr>
          <p:cNvPicPr>
            <a:picLocks noChangeAspect="1"/>
          </p:cNvPicPr>
          <p:nvPr/>
        </p:nvPicPr>
        <p:blipFill>
          <a:blip r:embed="rId9"/>
          <a:stretch>
            <a:fillRect/>
          </a:stretch>
        </p:blipFill>
        <p:spPr>
          <a:xfrm>
            <a:off x="0" y="1979950"/>
            <a:ext cx="12192000" cy="2205024"/>
          </a:xfrm>
          <a:prstGeom prst="rect">
            <a:avLst/>
          </a:prstGeom>
        </p:spPr>
      </p:pic>
      <p:sp>
        <p:nvSpPr>
          <p:cNvPr id="4" name="矩形 3"/>
          <p:cNvSpPr/>
          <p:nvPr>
            <p:custDataLst>
              <p:tags r:id="rId1"/>
            </p:custDataLst>
          </p:nvPr>
        </p:nvSpPr>
        <p:spPr>
          <a:xfrm>
            <a:off x="0" y="1975169"/>
            <a:ext cx="12192000" cy="2219218"/>
          </a:xfrm>
          <a:prstGeom prst="rect">
            <a:avLst/>
          </a:prstGeom>
          <a:solidFill>
            <a:srgbClr val="141E8C">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p:cNvSpPr txBox="1"/>
          <p:nvPr/>
        </p:nvSpPr>
        <p:spPr>
          <a:xfrm>
            <a:off x="1223545" y="2481687"/>
            <a:ext cx="10040472" cy="830997"/>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en-US" altLang="zh-CN" sz="4800" b="1" spc="600" dirty="0" err="1">
                <a:solidFill>
                  <a:schemeClr val="bg1"/>
                </a:solidFill>
                <a:latin typeface="微软雅黑" panose="020B0503020204020204" pitchFamily="34" charset="-122"/>
                <a:ea typeface="微软雅黑" panose="020B0503020204020204" pitchFamily="34" charset="-122"/>
              </a:rPr>
              <a:t>MoE</a:t>
            </a:r>
            <a:r>
              <a:rPr kumimoji="1" lang="en-US" altLang="zh-CN" sz="4800" b="1" spc="600" dirty="0">
                <a:solidFill>
                  <a:schemeClr val="bg1"/>
                </a:solidFill>
                <a:latin typeface="微软雅黑" panose="020B0503020204020204" pitchFamily="34" charset="-122"/>
                <a:ea typeface="微软雅黑" panose="020B0503020204020204" pitchFamily="34" charset="-122"/>
              </a:rPr>
              <a:t> chiplet </a:t>
            </a:r>
            <a:r>
              <a:rPr kumimoji="1" lang="zh-CN" altLang="en-US" sz="4800" b="1" spc="600" dirty="0">
                <a:solidFill>
                  <a:schemeClr val="bg1"/>
                </a:solidFill>
                <a:latin typeface="微软雅黑" panose="020B0503020204020204" pitchFamily="34" charset="-122"/>
                <a:ea typeface="微软雅黑" panose="020B0503020204020204" pitchFamily="34" charset="-122"/>
              </a:rPr>
              <a:t>映射</a:t>
            </a:r>
          </a:p>
        </p:txBody>
      </p:sp>
      <p:graphicFrame>
        <p:nvGraphicFramePr>
          <p:cNvPr id="19" name="表格 18"/>
          <p:cNvGraphicFramePr/>
          <p:nvPr>
            <p:custDataLst>
              <p:tags r:id="rId2"/>
            </p:custDataLst>
          </p:nvPr>
        </p:nvGraphicFramePr>
        <p:xfrm>
          <a:off x="3501390" y="4700905"/>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a:latin typeface="微软雅黑" charset="0"/>
                          <a:ea typeface="微软雅黑" charset="0"/>
                        </a:rPr>
                        <a:t>考生姓名</a:t>
                      </a:r>
                    </a:p>
                  </a:txBody>
                  <a:tcPr anchor="ctr">
                    <a:solidFill>
                      <a:srgbClr val="9A0E13"/>
                    </a:solidFill>
                  </a:tcPr>
                </a:tc>
                <a:extLst>
                  <a:ext uri="{0D108BD9-81ED-4DB2-BD59-A6C34878D82A}">
                    <a16:rowId xmlns:a16="http://schemas.microsoft.com/office/drawing/2014/main" val="10000"/>
                  </a:ext>
                </a:extLst>
              </a:tr>
            </a:tbl>
          </a:graphicData>
        </a:graphic>
      </p:graphicFrame>
      <p:graphicFrame>
        <p:nvGraphicFramePr>
          <p:cNvPr id="22" name="表格 21"/>
          <p:cNvGraphicFramePr/>
          <p:nvPr>
            <p:custDataLst>
              <p:tags r:id="rId3"/>
            </p:custDataLst>
          </p:nvPr>
        </p:nvGraphicFramePr>
        <p:xfrm>
          <a:off x="3501390" y="4700905"/>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dirty="0">
                          <a:latin typeface="微软雅黑" charset="0"/>
                          <a:ea typeface="微软雅黑" charset="0"/>
                        </a:rPr>
                        <a:t>汇报人</a:t>
                      </a:r>
                    </a:p>
                  </a:txBody>
                  <a:tcPr anchor="ctr">
                    <a:solidFill>
                      <a:srgbClr val="141E8C"/>
                    </a:solidFill>
                  </a:tcPr>
                </a:tc>
                <a:extLst>
                  <a:ext uri="{0D108BD9-81ED-4DB2-BD59-A6C34878D82A}">
                    <a16:rowId xmlns:a16="http://schemas.microsoft.com/office/drawing/2014/main" val="10000"/>
                  </a:ext>
                </a:extLst>
              </a:tr>
            </a:tbl>
          </a:graphicData>
        </a:graphic>
      </p:graphicFrame>
      <p:graphicFrame>
        <p:nvGraphicFramePr>
          <p:cNvPr id="23" name="表格 22"/>
          <p:cNvGraphicFramePr/>
          <p:nvPr>
            <p:custDataLst>
              <p:tags r:id="rId4"/>
            </p:custDataLst>
          </p:nvPr>
        </p:nvGraphicFramePr>
        <p:xfrm>
          <a:off x="5488305" y="4700905"/>
          <a:ext cx="3277870" cy="467995"/>
        </p:xfrm>
        <a:graphic>
          <a:graphicData uri="http://schemas.openxmlformats.org/drawingml/2006/table">
            <a:tbl>
              <a:tblPr firstRow="1" bandRow="1">
                <a:tableStyleId>{5C22544A-7EE6-4342-B048-85BDC9FD1C3A}</a:tableStyleId>
              </a:tblPr>
              <a:tblGrid>
                <a:gridCol w="3277870">
                  <a:extLst>
                    <a:ext uri="{9D8B030D-6E8A-4147-A177-3AD203B41FA5}">
                      <a16:colId xmlns:a16="http://schemas.microsoft.com/office/drawing/2014/main" val="20000"/>
                    </a:ext>
                  </a:extLst>
                </a:gridCol>
              </a:tblGrid>
              <a:tr h="467995">
                <a:tc>
                  <a:txBody>
                    <a:bodyPr/>
                    <a:lstStyle/>
                    <a:p>
                      <a:pPr algn="ctr">
                        <a:buNone/>
                      </a:pPr>
                      <a:r>
                        <a:rPr kumimoji="1" lang="zh-CN" altLang="en-US"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黄嫽</a:t>
                      </a:r>
                      <a:endParaRPr kumimoji="1" lang="en-US" altLang="zh-CN"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2" name="表格 31"/>
          <p:cNvGraphicFramePr/>
          <p:nvPr>
            <p:custDataLst>
              <p:tags r:id="rId5"/>
            </p:custDataLst>
          </p:nvPr>
        </p:nvGraphicFramePr>
        <p:xfrm>
          <a:off x="3507740" y="5422582"/>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dirty="0">
                          <a:latin typeface="微软雅黑" charset="0"/>
                          <a:ea typeface="微软雅黑" charset="0"/>
                        </a:rPr>
                        <a:t>汇报时间</a:t>
                      </a:r>
                    </a:p>
                  </a:txBody>
                  <a:tcPr anchor="ctr">
                    <a:solidFill>
                      <a:srgbClr val="141E8C"/>
                    </a:solidFill>
                  </a:tcPr>
                </a:tc>
                <a:extLst>
                  <a:ext uri="{0D108BD9-81ED-4DB2-BD59-A6C34878D82A}">
                    <a16:rowId xmlns:a16="http://schemas.microsoft.com/office/drawing/2014/main" val="10000"/>
                  </a:ext>
                </a:extLst>
              </a:tr>
            </a:tbl>
          </a:graphicData>
        </a:graphic>
      </p:graphicFrame>
      <p:graphicFrame>
        <p:nvGraphicFramePr>
          <p:cNvPr id="33" name="表格 32"/>
          <p:cNvGraphicFramePr/>
          <p:nvPr>
            <p:custDataLst>
              <p:tags r:id="rId6"/>
            </p:custDataLst>
            <p:extLst>
              <p:ext uri="{D42A27DB-BD31-4B8C-83A1-F6EECF244321}">
                <p14:modId xmlns:p14="http://schemas.microsoft.com/office/powerpoint/2010/main" val="1994372159"/>
              </p:ext>
            </p:extLst>
          </p:nvPr>
        </p:nvGraphicFramePr>
        <p:xfrm>
          <a:off x="5488305" y="5439092"/>
          <a:ext cx="3284220" cy="467995"/>
        </p:xfrm>
        <a:graphic>
          <a:graphicData uri="http://schemas.openxmlformats.org/drawingml/2006/table">
            <a:tbl>
              <a:tblPr firstRow="1" bandRow="1">
                <a:tableStyleId>{5C22544A-7EE6-4342-B048-85BDC9FD1C3A}</a:tableStyleId>
              </a:tblPr>
              <a:tblGrid>
                <a:gridCol w="3284220">
                  <a:extLst>
                    <a:ext uri="{9D8B030D-6E8A-4147-A177-3AD203B41FA5}">
                      <a16:colId xmlns:a16="http://schemas.microsoft.com/office/drawing/2014/main" val="20000"/>
                    </a:ext>
                  </a:extLst>
                </a:gridCol>
              </a:tblGrid>
              <a:tr h="467995">
                <a:tc>
                  <a:txBody>
                    <a:bodyPr/>
                    <a:lstStyle/>
                    <a:p>
                      <a:pPr algn="ctr">
                        <a:buNone/>
                      </a:pPr>
                      <a:r>
                        <a:rPr kumimoji="1" lang="en-US" altLang="zh-CN"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2025.10.17</a:t>
                      </a: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pic>
        <p:nvPicPr>
          <p:cNvPr id="13" name="图片 12"/>
          <p:cNvPicPr>
            <a:picLocks noChangeAspect="1"/>
          </p:cNvPicPr>
          <p:nvPr/>
        </p:nvPicPr>
        <p:blipFill>
          <a:blip r:embed="rId10"/>
          <a:stretch>
            <a:fillRect/>
          </a:stretch>
        </p:blipFill>
        <p:spPr>
          <a:xfrm>
            <a:off x="4921278" y="133350"/>
            <a:ext cx="2349443" cy="184414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236066" y="3335912"/>
            <a:ext cx="2834140" cy="460375"/>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en-US" altLang="zh-CN" sz="2400" b="1" dirty="0">
                <a:solidFill>
                  <a:srgbClr val="141E8C"/>
                </a:solidFill>
                <a:latin typeface="Times New Roman Bold" panose="02020803070505020304" charset="0"/>
                <a:cs typeface="Times New Roman Bold" panose="02020803070505020304" charset="0"/>
              </a:rPr>
              <a:t>CONTENS</a:t>
            </a:r>
          </a:p>
        </p:txBody>
      </p:sp>
      <p:sp>
        <p:nvSpPr>
          <p:cNvPr id="21" name="文本框 20"/>
          <p:cNvSpPr txBox="1"/>
          <p:nvPr/>
        </p:nvSpPr>
        <p:spPr>
          <a:xfrm>
            <a:off x="1822499" y="2613895"/>
            <a:ext cx="1662545" cy="706755"/>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zh-CN" altLang="en-US" sz="4000" b="1" spc="300" dirty="0">
                <a:solidFill>
                  <a:srgbClr val="141E8C"/>
                </a:solidFill>
                <a:latin typeface="微软雅黑" panose="020B0503020204020204" pitchFamily="34" charset="-122"/>
                <a:ea typeface="微软雅黑" panose="020B0503020204020204" pitchFamily="34" charset="-122"/>
              </a:rPr>
              <a:t>目</a:t>
            </a:r>
            <a:r>
              <a:rPr kumimoji="1" lang="en-US" altLang="zh-CN" sz="4000" b="1" spc="300" dirty="0">
                <a:solidFill>
                  <a:srgbClr val="141E8C"/>
                </a:solidFill>
                <a:latin typeface="微软雅黑" panose="020B0503020204020204" pitchFamily="34" charset="-122"/>
                <a:ea typeface="微软雅黑" panose="020B0503020204020204" pitchFamily="34" charset="-122"/>
              </a:rPr>
              <a:t> </a:t>
            </a:r>
            <a:r>
              <a:rPr kumimoji="1" lang="zh-CN" altLang="en-US" sz="4000" b="1" spc="300" dirty="0">
                <a:solidFill>
                  <a:srgbClr val="141E8C"/>
                </a:solidFill>
                <a:latin typeface="微软雅黑" panose="020B0503020204020204" pitchFamily="34" charset="-122"/>
                <a:ea typeface="微软雅黑" panose="020B0503020204020204" pitchFamily="34" charset="-122"/>
              </a:rPr>
              <a:t>录</a:t>
            </a:r>
          </a:p>
        </p:txBody>
      </p:sp>
      <p:cxnSp>
        <p:nvCxnSpPr>
          <p:cNvPr id="24" name="直线连接符 23"/>
          <p:cNvCxnSpPr/>
          <p:nvPr/>
        </p:nvCxnSpPr>
        <p:spPr>
          <a:xfrm>
            <a:off x="4462500" y="1297515"/>
            <a:ext cx="0" cy="4195890"/>
          </a:xfrm>
          <a:prstGeom prst="line">
            <a:avLst/>
          </a:prstGeom>
          <a:ln w="1905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8F7C0971-7369-E9FF-7DCF-2CA105016570}"/>
              </a:ext>
            </a:extLst>
          </p:cNvPr>
          <p:cNvGrpSpPr/>
          <p:nvPr/>
        </p:nvGrpSpPr>
        <p:grpSpPr>
          <a:xfrm>
            <a:off x="5047662" y="912252"/>
            <a:ext cx="5767924" cy="1042312"/>
            <a:chOff x="5439957" y="3724593"/>
            <a:chExt cx="5767924" cy="1042312"/>
          </a:xfrm>
        </p:grpSpPr>
        <p:sp>
          <p:nvSpPr>
            <p:cNvPr id="8" name="文本框 7"/>
            <p:cNvSpPr txBox="1"/>
            <p:nvPr/>
          </p:nvSpPr>
          <p:spPr>
            <a:xfrm>
              <a:off x="6234827" y="3751242"/>
              <a:ext cx="4973054" cy="1015663"/>
            </a:xfrm>
            <a:prstGeom prst="rect">
              <a:avLst/>
            </a:prstGeom>
            <a:noFill/>
          </p:spPr>
          <p:txBody>
            <a:bodyPr wrap="square" rtlCol="0">
              <a:spAutoFit/>
            </a:bodyPr>
            <a:lstStyle/>
            <a:p>
              <a:r>
                <a:rPr kumimoji="1" lang="en-US" altLang="zh-CN" sz="3200" b="1" spc="300" dirty="0">
                  <a:solidFill>
                    <a:srgbClr val="141E8C"/>
                  </a:solidFill>
                  <a:latin typeface="微软雅黑" panose="020B0503020204020204" pitchFamily="34" charset="-122"/>
                  <a:ea typeface="微软雅黑" panose="020B0503020204020204" pitchFamily="34" charset="-122"/>
                </a:rPr>
                <a:t>Hydra</a:t>
              </a:r>
            </a:p>
            <a:p>
              <a:r>
                <a:rPr kumimoji="1" lang="zh-CN" altLang="en-US" sz="1600" b="1" spc="300" dirty="0">
                  <a:solidFill>
                    <a:srgbClr val="141E8C"/>
                  </a:solidFill>
                  <a:latin typeface="微软雅黑" panose="020B0503020204020204" pitchFamily="34" charset="-122"/>
                  <a:ea typeface="微软雅黑" panose="020B0503020204020204" pitchFamily="34" charset="-122"/>
                </a:rPr>
                <a:t>（</a:t>
              </a:r>
              <a:r>
                <a:rPr kumimoji="1" lang="en-US" altLang="zh-CN" sz="1600" b="1" spc="300" dirty="0">
                  <a:solidFill>
                    <a:srgbClr val="141E8C"/>
                  </a:solidFill>
                  <a:latin typeface="微软雅黑" panose="020B0503020204020204" pitchFamily="34" charset="-122"/>
                  <a:ea typeface="微软雅黑" panose="020B0503020204020204" pitchFamily="34" charset="-122"/>
                </a:rPr>
                <a:t>2025</a:t>
              </a:r>
              <a:r>
                <a:rPr kumimoji="1" lang="zh-CN" altLang="en-US" sz="1600" b="1" spc="300" dirty="0">
                  <a:solidFill>
                    <a:srgbClr val="141E8C"/>
                  </a:solidFill>
                  <a:latin typeface="微软雅黑" panose="020B0503020204020204" pitchFamily="34" charset="-122"/>
                  <a:ea typeface="微软雅黑" panose="020B0503020204020204" pitchFamily="34" charset="-122"/>
                </a:rPr>
                <a:t>，</a:t>
              </a:r>
              <a:r>
                <a:rPr kumimoji="1" lang="en-US" altLang="zh-CN" sz="1600" b="1" spc="300" dirty="0">
                  <a:solidFill>
                    <a:srgbClr val="141E8C"/>
                  </a:solidFill>
                  <a:latin typeface="微软雅黑" panose="020B0503020204020204" pitchFamily="34" charset="-122"/>
                  <a:ea typeface="微软雅黑" panose="020B0503020204020204" pitchFamily="34" charset="-122"/>
                </a:rPr>
                <a:t> DAC</a:t>
              </a:r>
              <a:r>
                <a:rPr kumimoji="1" lang="zh-CN" altLang="en-US" sz="1600" b="1" spc="300" dirty="0">
                  <a:solidFill>
                    <a:srgbClr val="141E8C"/>
                  </a:solidFill>
                  <a:latin typeface="微软雅黑" panose="020B0503020204020204" pitchFamily="34" charset="-122"/>
                  <a:ea typeface="微软雅黑" panose="020B0503020204020204" pitchFamily="34" charset="-122"/>
                </a:rPr>
                <a:t>，</a:t>
              </a:r>
              <a:r>
                <a:rPr kumimoji="1" lang="en-US" altLang="zh-CN" sz="1600" b="1" spc="300" dirty="0">
                  <a:solidFill>
                    <a:srgbClr val="141E8C"/>
                  </a:solidFill>
                  <a:latin typeface="微软雅黑" panose="020B0503020204020204" pitchFamily="34" charset="-122"/>
                  <a:ea typeface="微软雅黑" panose="020B0503020204020204" pitchFamily="34" charset="-122"/>
                </a:rPr>
                <a:t>CCF-A</a:t>
              </a:r>
              <a:r>
                <a:rPr kumimoji="1" lang="zh-CN" altLang="en-US" sz="2800" b="1" spc="300" dirty="0">
                  <a:solidFill>
                    <a:srgbClr val="141E8C"/>
                  </a:solidFill>
                  <a:latin typeface="微软雅黑" panose="020B0503020204020204" pitchFamily="34" charset="-122"/>
                  <a:ea typeface="微软雅黑" panose="020B0503020204020204" pitchFamily="34" charset="-122"/>
                </a:rPr>
                <a:t>）</a:t>
              </a:r>
            </a:p>
          </p:txBody>
        </p:sp>
        <p:sp>
          <p:nvSpPr>
            <p:cNvPr id="33" name="文本框 32"/>
            <p:cNvSpPr txBox="1"/>
            <p:nvPr/>
          </p:nvSpPr>
          <p:spPr>
            <a:xfrm>
              <a:off x="5439957" y="3724593"/>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grpSp>
      <p:sp>
        <p:nvSpPr>
          <p:cNvPr id="3" name="文本框 2">
            <a:extLst>
              <a:ext uri="{FF2B5EF4-FFF2-40B4-BE49-F238E27FC236}">
                <a16:creationId xmlns:a16="http://schemas.microsoft.com/office/drawing/2014/main" id="{3DC1BF68-F3AE-9F3D-07F9-8F2D2732544A}"/>
              </a:ext>
            </a:extLst>
          </p:cNvPr>
          <p:cNvSpPr txBox="1"/>
          <p:nvPr/>
        </p:nvSpPr>
        <p:spPr>
          <a:xfrm>
            <a:off x="5047662" y="2780624"/>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sp>
        <p:nvSpPr>
          <p:cNvPr id="17" name="文本框 16">
            <a:extLst>
              <a:ext uri="{FF2B5EF4-FFF2-40B4-BE49-F238E27FC236}">
                <a16:creationId xmlns:a16="http://schemas.microsoft.com/office/drawing/2014/main" id="{71632EED-C22E-0513-2F46-EC2A838402C9}"/>
              </a:ext>
            </a:extLst>
          </p:cNvPr>
          <p:cNvSpPr txBox="1"/>
          <p:nvPr/>
        </p:nvSpPr>
        <p:spPr>
          <a:xfrm>
            <a:off x="5842532" y="2780624"/>
            <a:ext cx="4973054" cy="1015663"/>
          </a:xfrm>
          <a:prstGeom prst="rect">
            <a:avLst/>
          </a:prstGeom>
          <a:noFill/>
        </p:spPr>
        <p:txBody>
          <a:bodyPr wrap="square" rtlCol="0">
            <a:spAutoFit/>
          </a:bodyPr>
          <a:lstStyle/>
          <a:p>
            <a:r>
              <a:rPr kumimoji="1" lang="en-US" altLang="zh-CN" sz="3200" b="1" spc="300" dirty="0">
                <a:solidFill>
                  <a:srgbClr val="141E8C"/>
                </a:solidFill>
                <a:latin typeface="微软雅黑" panose="020B0503020204020204" pitchFamily="34" charset="-122"/>
                <a:ea typeface="微软雅黑" panose="020B0503020204020204" pitchFamily="34" charset="-122"/>
              </a:rPr>
              <a:t>FasterMoE</a:t>
            </a:r>
          </a:p>
          <a:p>
            <a:r>
              <a:rPr kumimoji="1" lang="zh-CN" altLang="en-US" sz="1600" b="1" spc="300" dirty="0">
                <a:solidFill>
                  <a:srgbClr val="141E8C"/>
                </a:solidFill>
                <a:latin typeface="微软雅黑" panose="020B0503020204020204" pitchFamily="34" charset="-122"/>
                <a:ea typeface="微软雅黑" panose="020B0503020204020204" pitchFamily="34" charset="-122"/>
              </a:rPr>
              <a:t>（</a:t>
            </a:r>
            <a:r>
              <a:rPr kumimoji="1" lang="en-US" altLang="zh-CN" sz="1600" b="1" spc="300" dirty="0">
                <a:solidFill>
                  <a:srgbClr val="141E8C"/>
                </a:solidFill>
                <a:latin typeface="微软雅黑" panose="020B0503020204020204" pitchFamily="34" charset="-122"/>
                <a:ea typeface="微软雅黑" panose="020B0503020204020204" pitchFamily="34" charset="-122"/>
              </a:rPr>
              <a:t>2022</a:t>
            </a:r>
            <a:r>
              <a:rPr kumimoji="1" lang="zh-CN" altLang="en-US" sz="1600" b="1" spc="300" dirty="0">
                <a:solidFill>
                  <a:srgbClr val="141E8C"/>
                </a:solidFill>
                <a:latin typeface="微软雅黑" panose="020B0503020204020204" pitchFamily="34" charset="-122"/>
                <a:ea typeface="微软雅黑" panose="020B0503020204020204" pitchFamily="34" charset="-122"/>
              </a:rPr>
              <a:t>，</a:t>
            </a:r>
            <a:r>
              <a:rPr kumimoji="1" lang="en-US" altLang="zh-CN" sz="1600" b="1" spc="300" dirty="0">
                <a:solidFill>
                  <a:srgbClr val="141E8C"/>
                </a:solidFill>
                <a:latin typeface="微软雅黑" panose="020B0503020204020204" pitchFamily="34" charset="-122"/>
                <a:ea typeface="微软雅黑" panose="020B0503020204020204" pitchFamily="34" charset="-122"/>
              </a:rPr>
              <a:t> </a:t>
            </a:r>
            <a:r>
              <a:rPr kumimoji="1" lang="en-US" altLang="zh-CN" sz="1600" b="1" spc="300" dirty="0" err="1">
                <a:solidFill>
                  <a:srgbClr val="141E8C"/>
                </a:solidFill>
                <a:latin typeface="微软雅黑" panose="020B0503020204020204" pitchFamily="34" charset="-122"/>
                <a:ea typeface="微软雅黑" panose="020B0503020204020204" pitchFamily="34" charset="-122"/>
              </a:rPr>
              <a:t>PPoPP</a:t>
            </a:r>
            <a:r>
              <a:rPr kumimoji="1" lang="zh-CN" altLang="en-US" sz="1600" b="1" spc="300" dirty="0">
                <a:solidFill>
                  <a:srgbClr val="141E8C"/>
                </a:solidFill>
                <a:latin typeface="微软雅黑" panose="020B0503020204020204" pitchFamily="34" charset="-122"/>
                <a:ea typeface="微软雅黑" panose="020B0503020204020204" pitchFamily="34" charset="-122"/>
              </a:rPr>
              <a:t>，</a:t>
            </a:r>
            <a:r>
              <a:rPr kumimoji="1" lang="en-US" altLang="zh-CN" sz="1600" b="1" spc="300" dirty="0">
                <a:solidFill>
                  <a:srgbClr val="141E8C"/>
                </a:solidFill>
                <a:latin typeface="微软雅黑" panose="020B0503020204020204" pitchFamily="34" charset="-122"/>
                <a:ea typeface="微软雅黑" panose="020B0503020204020204" pitchFamily="34" charset="-122"/>
              </a:rPr>
              <a:t>CCF-A</a:t>
            </a:r>
            <a:r>
              <a:rPr kumimoji="1" lang="zh-CN" altLang="en-US" sz="2800" b="1" spc="300" dirty="0">
                <a:solidFill>
                  <a:srgbClr val="141E8C"/>
                </a:solidFill>
                <a:latin typeface="微软雅黑" panose="020B0503020204020204" pitchFamily="34" charset="-122"/>
                <a:ea typeface="微软雅黑" panose="020B0503020204020204" pitchFamily="34" charset="-122"/>
              </a:rPr>
              <a:t>）</a:t>
            </a:r>
          </a:p>
        </p:txBody>
      </p:sp>
      <p:sp>
        <p:nvSpPr>
          <p:cNvPr id="10" name="文本框 9">
            <a:extLst>
              <a:ext uri="{FF2B5EF4-FFF2-40B4-BE49-F238E27FC236}">
                <a16:creationId xmlns:a16="http://schemas.microsoft.com/office/drawing/2014/main" id="{DA75813A-7E3E-408B-9ED1-70DC09F4A7F1}"/>
              </a:ext>
            </a:extLst>
          </p:cNvPr>
          <p:cNvSpPr txBox="1"/>
          <p:nvPr/>
        </p:nvSpPr>
        <p:spPr>
          <a:xfrm>
            <a:off x="5047662" y="4648996"/>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sp>
        <p:nvSpPr>
          <p:cNvPr id="12" name="文本框 11">
            <a:extLst>
              <a:ext uri="{FF2B5EF4-FFF2-40B4-BE49-F238E27FC236}">
                <a16:creationId xmlns:a16="http://schemas.microsoft.com/office/drawing/2014/main" id="{0722B0B2-8EB6-4592-B185-D67B19F57DA2}"/>
              </a:ext>
            </a:extLst>
          </p:cNvPr>
          <p:cNvSpPr txBox="1"/>
          <p:nvPr/>
        </p:nvSpPr>
        <p:spPr>
          <a:xfrm>
            <a:off x="5842531" y="4648996"/>
            <a:ext cx="5476257" cy="584775"/>
          </a:xfrm>
          <a:prstGeom prst="rect">
            <a:avLst/>
          </a:prstGeom>
          <a:noFill/>
        </p:spPr>
        <p:txBody>
          <a:bodyPr wrap="square" rtlCol="0">
            <a:spAutoFit/>
          </a:bodyPr>
          <a:lstStyle/>
          <a:p>
            <a:r>
              <a:rPr kumimoji="1" lang="en-US" altLang="zh-CN" sz="3200" b="1" spc="300" dirty="0">
                <a:solidFill>
                  <a:srgbClr val="141E8C"/>
                </a:solidFill>
                <a:latin typeface="微软雅黑" panose="020B0503020204020204" pitchFamily="34" charset="-122"/>
                <a:ea typeface="微软雅黑" panose="020B0503020204020204" pitchFamily="34" charset="-122"/>
              </a:rPr>
              <a:t>Attention / </a:t>
            </a:r>
            <a:r>
              <a:rPr kumimoji="1" lang="en-US" altLang="zh-CN" sz="3200" b="1" spc="300" dirty="0" err="1">
                <a:solidFill>
                  <a:srgbClr val="141E8C"/>
                </a:solidFill>
                <a:latin typeface="微软雅黑" panose="020B0503020204020204" pitchFamily="34" charset="-122"/>
                <a:ea typeface="微软雅黑" panose="020B0503020204020204" pitchFamily="34" charset="-122"/>
              </a:rPr>
              <a:t>MoE</a:t>
            </a:r>
            <a:r>
              <a:rPr kumimoji="1" lang="zh-CN" altLang="en-US" sz="3200" b="1" spc="300" dirty="0">
                <a:solidFill>
                  <a:srgbClr val="141E8C"/>
                </a:solidFill>
                <a:latin typeface="微软雅黑" panose="020B0503020204020204" pitchFamily="34" charset="-122"/>
                <a:ea typeface="微软雅黑" panose="020B0503020204020204" pitchFamily="34" charset="-122"/>
              </a:rPr>
              <a:t>数据流</a:t>
            </a:r>
          </a:p>
        </p:txBody>
      </p:sp>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963B-2353-FA90-5B2C-BD860E92957D}"/>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3A525901-2C19-64B6-0115-C29C7B064F88}"/>
              </a:ext>
            </a:extLst>
          </p:cNvPr>
          <p:cNvGrpSpPr/>
          <p:nvPr/>
        </p:nvGrpSpPr>
        <p:grpSpPr>
          <a:xfrm>
            <a:off x="0" y="2463167"/>
            <a:ext cx="12192000" cy="1440001"/>
            <a:chOff x="0" y="3114"/>
            <a:chExt cx="19200" cy="2268"/>
          </a:xfrm>
        </p:grpSpPr>
        <p:sp>
          <p:nvSpPr>
            <p:cNvPr id="4" name="矩形 3">
              <a:extLst>
                <a:ext uri="{FF2B5EF4-FFF2-40B4-BE49-F238E27FC236}">
                  <a16:creationId xmlns:a16="http://schemas.microsoft.com/office/drawing/2014/main" id="{5949082B-14B6-7CDC-E12A-73C38F068BFD}"/>
                </a:ext>
              </a:extLst>
            </p:cNvPr>
            <p:cNvSpPr/>
            <p:nvPr>
              <p:custDataLst>
                <p:tags r:id="rId1"/>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A62AF432-531B-E32A-736F-BCB27B03E2C1}"/>
                </a:ext>
              </a:extLst>
            </p:cNvPr>
            <p:cNvCxnSpPr/>
            <p:nvPr>
              <p:custDataLst>
                <p:tags r:id="rId2"/>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A60B6048-639C-010F-B7C6-1867337A5C44}"/>
                </a:ext>
              </a:extLst>
            </p:cNvPr>
            <p:cNvSpPr txBox="1"/>
            <p:nvPr>
              <p:custDataLst>
                <p:tags r:id="rId3"/>
              </p:custDataLst>
            </p:nvPr>
          </p:nvSpPr>
          <p:spPr>
            <a:xfrm>
              <a:off x="8872" y="3302"/>
              <a:ext cx="9612" cy="1891"/>
            </a:xfrm>
            <a:prstGeom prst="rect">
              <a:avLst/>
            </a:prstGeom>
            <a:noFill/>
          </p:spPr>
          <p:txBody>
            <a:bodyPr wrap="square" rtlCol="0" anchor="t" anchorCtr="0">
              <a:spAutoFit/>
            </a:bodyPr>
            <a:lstStyle/>
            <a:p>
              <a:pPr lvl="0" algn="l">
                <a:buClrTx/>
                <a:buSzTx/>
                <a:buFontTx/>
              </a:pPr>
              <a:r>
                <a:rPr kumimoji="1" lang="en-US" altLang="zh-CN" sz="2400" b="1" dirty="0">
                  <a:solidFill>
                    <a:schemeClr val="bg1"/>
                  </a:solidFill>
                  <a:latin typeface="Times New Roman Bold Italic" panose="02020803070505020304" charset="0"/>
                  <a:cs typeface="Times New Roman Bold Italic" panose="02020803070505020304" charset="0"/>
                  <a:sym typeface="+mn-ea"/>
                </a:rPr>
                <a:t>Hydra: Harnessing Expert Popularity for Efficient  Mixture-of-Expert Inference on Chiplet System</a:t>
              </a:r>
              <a:r>
                <a:rPr kumimoji="1" lang="zh-CN" altLang="en-US" sz="2400" b="1" dirty="0">
                  <a:solidFill>
                    <a:schemeClr val="bg1"/>
                  </a:solidFill>
                  <a:latin typeface="Times New Roman Bold Italic" panose="02020803070505020304" charset="0"/>
                  <a:cs typeface="Times New Roman Bold Italic" panose="02020803070505020304" charset="0"/>
                  <a:sym typeface="+mn-ea"/>
                </a:rPr>
                <a:t> </a:t>
              </a:r>
              <a:endParaRPr kumimoji="1" lang="en-US" altLang="zh-CN" b="1" dirty="0">
                <a:solidFill>
                  <a:schemeClr val="bg1"/>
                </a:solidFill>
                <a:uFillTx/>
                <a:latin typeface="Times New Roman Bold Italic" panose="02020803070505020304" charset="0"/>
                <a:cs typeface="Times New Roman Bold Italic" panose="02020803070505020304" charset="0"/>
                <a:sym typeface="+mn-ea"/>
              </a:endParaRPr>
            </a:p>
          </p:txBody>
        </p:sp>
        <p:grpSp>
          <p:nvGrpSpPr>
            <p:cNvPr id="11" name="组合 10">
              <a:extLst>
                <a:ext uri="{FF2B5EF4-FFF2-40B4-BE49-F238E27FC236}">
                  <a16:creationId xmlns:a16="http://schemas.microsoft.com/office/drawing/2014/main" id="{3F4736AB-06FB-5B61-5C4D-22E415653AF6}"/>
                </a:ext>
              </a:extLst>
            </p:cNvPr>
            <p:cNvGrpSpPr/>
            <p:nvPr/>
          </p:nvGrpSpPr>
          <p:grpSpPr>
            <a:xfrm>
              <a:off x="5428" y="3544"/>
              <a:ext cx="2973" cy="1483"/>
              <a:chOff x="5428" y="3544"/>
              <a:chExt cx="2973" cy="1483"/>
            </a:xfrm>
          </p:grpSpPr>
          <p:sp>
            <p:nvSpPr>
              <p:cNvPr id="2" name="文本框 1">
                <a:extLst>
                  <a:ext uri="{FF2B5EF4-FFF2-40B4-BE49-F238E27FC236}">
                    <a16:creationId xmlns:a16="http://schemas.microsoft.com/office/drawing/2014/main" id="{4293E849-5609-7D84-1D4C-E7AFE76DBEFA}"/>
                  </a:ext>
                </a:extLst>
              </p:cNvPr>
              <p:cNvSpPr txBox="1"/>
              <p:nvPr>
                <p:custDataLst>
                  <p:tags r:id="rId4"/>
                </p:custDataLst>
              </p:nvPr>
            </p:nvSpPr>
            <p:spPr>
              <a:xfrm>
                <a:off x="6351" y="3544"/>
                <a:ext cx="1139" cy="1018"/>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5" name="文本框 4">
                <a:extLst>
                  <a:ext uri="{FF2B5EF4-FFF2-40B4-BE49-F238E27FC236}">
                    <a16:creationId xmlns:a16="http://schemas.microsoft.com/office/drawing/2014/main" id="{85DD8D6C-C2FD-204B-A89E-D09E09E157B9}"/>
                  </a:ext>
                </a:extLst>
              </p:cNvPr>
              <p:cNvSpPr txBox="1"/>
              <p:nvPr>
                <p:custDataLst>
                  <p:tags r:id="rId5"/>
                </p:custDataLst>
              </p:nvPr>
            </p:nvSpPr>
            <p:spPr>
              <a:xfrm>
                <a:off x="5428" y="4447"/>
                <a:ext cx="2973" cy="580"/>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a:t>
                </a:r>
                <a:r>
                  <a:rPr kumimoji="1" lang="en-US" altLang="zh-CN" b="1" i="1" dirty="0">
                    <a:solidFill>
                      <a:schemeClr val="bg1"/>
                    </a:solidFill>
                    <a:latin typeface="Times New Roman Bold Italic" panose="02020803070505020304" charset="0"/>
                    <a:cs typeface="Times New Roman Bold Italic" panose="02020803070505020304" charset="0"/>
                    <a:sym typeface="+mn-ea"/>
                  </a:rPr>
                  <a:t>one</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grpSp>
      <p:pic>
        <p:nvPicPr>
          <p:cNvPr id="13" name="图片 12">
            <a:extLst>
              <a:ext uri="{FF2B5EF4-FFF2-40B4-BE49-F238E27FC236}">
                <a16:creationId xmlns:a16="http://schemas.microsoft.com/office/drawing/2014/main" id="{8D4285A3-B04F-B20A-A2F4-8FDB6AF7C5BB}"/>
              </a:ext>
            </a:extLst>
          </p:cNvPr>
          <p:cNvPicPr>
            <a:picLocks noChangeAspect="1"/>
          </p:cNvPicPr>
          <p:nvPr/>
        </p:nvPicPr>
        <p:blipFill>
          <a:blip r:embed="rId8"/>
          <a:stretch>
            <a:fillRect/>
          </a:stretch>
        </p:blipFill>
        <p:spPr>
          <a:xfrm>
            <a:off x="4921278" y="133350"/>
            <a:ext cx="2349443" cy="1844147"/>
          </a:xfrm>
          <a:prstGeom prst="rect">
            <a:avLst/>
          </a:prstGeom>
        </p:spPr>
      </p:pic>
      <p:sp>
        <p:nvSpPr>
          <p:cNvPr id="15" name="文本框 14">
            <a:extLst>
              <a:ext uri="{FF2B5EF4-FFF2-40B4-BE49-F238E27FC236}">
                <a16:creationId xmlns:a16="http://schemas.microsoft.com/office/drawing/2014/main" id="{4CDEE8D1-A6C4-49B4-9439-4A6BA62780FD}"/>
              </a:ext>
            </a:extLst>
          </p:cNvPr>
          <p:cNvSpPr txBox="1"/>
          <p:nvPr/>
        </p:nvSpPr>
        <p:spPr>
          <a:xfrm>
            <a:off x="208765" y="6417765"/>
            <a:ext cx="10251739" cy="369332"/>
          </a:xfrm>
          <a:prstGeom prst="rect">
            <a:avLst/>
          </a:prstGeom>
          <a:noFill/>
        </p:spPr>
        <p:txBody>
          <a:bodyPr wrap="square">
            <a:spAutoFit/>
          </a:bodyPr>
          <a:lstStyle/>
          <a:p>
            <a:r>
              <a:rPr lang="en-US" altLang="zh-CN" dirty="0"/>
              <a:t>[1] Hydra: Harnessing Expert Popularity for Efficient  Mixture-of-Expert Inference on Chiplet System</a:t>
            </a:r>
            <a:endParaRPr lang="zh-CN" altLang="en-US" dirty="0"/>
          </a:p>
        </p:txBody>
      </p:sp>
    </p:spTree>
    <p:extLst>
      <p:ext uri="{BB962C8B-B14F-4D97-AF65-F5344CB8AC3E}">
        <p14:creationId xmlns:p14="http://schemas.microsoft.com/office/powerpoint/2010/main" val="1682685868"/>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41429" y="95058"/>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1Hydra: Harnessing Expert Popularity for Efficient  Mixture-of-Expert Inference on Chiplet System </a:t>
            </a: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217998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 </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计算流</a:t>
            </a: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148093" y="1748704"/>
            <a:ext cx="5219468" cy="4794646"/>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MoE</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层四个关键步骤：</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Gating</a:t>
            </a:r>
          </a:p>
          <a:p>
            <a:pPr marL="1657350" lvl="3"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根据概率值，为每个</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选择目标专家；</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Softmax</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计算由于其除法和指数运算，主导了这一阶段的计算成本</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Permutation</a:t>
            </a:r>
          </a:p>
          <a:p>
            <a:pPr marL="1657350" lvl="3"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它根据分配的专家对</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进行分组，利用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einsum</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运算符进行稀疏矩阵乘法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 × S</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 × M</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），计算复杂度为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O</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S2M</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Computation</a:t>
            </a:r>
          </a:p>
          <a:p>
            <a:pPr marL="1657350" lvl="3"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每个专家处理他们分配的</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p>
          <a:p>
            <a:pPr marL="1200150" lvl="2" indent="-285750">
              <a:lnSpc>
                <a:spcPct val="120000"/>
              </a:lnSpc>
              <a:buSzPct val="80000"/>
              <a:buFont typeface="Wingdings" panose="05000000000000000000" charset="0"/>
              <a:buChar char=""/>
            </a:pP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Unpermutation</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它将</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恢复到其原始顺序，充当排列阶段的相反。</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11" name="图片 10">
            <a:extLst>
              <a:ext uri="{FF2B5EF4-FFF2-40B4-BE49-F238E27FC236}">
                <a16:creationId xmlns:a16="http://schemas.microsoft.com/office/drawing/2014/main" id="{555C66E3-9601-4F98-8A3E-3C215B6161CA}"/>
              </a:ext>
            </a:extLst>
          </p:cNvPr>
          <p:cNvPicPr>
            <a:picLocks noChangeAspect="1"/>
          </p:cNvPicPr>
          <p:nvPr/>
        </p:nvPicPr>
        <p:blipFill>
          <a:blip r:embed="rId4"/>
          <a:stretch>
            <a:fillRect/>
          </a:stretch>
        </p:blipFill>
        <p:spPr>
          <a:xfrm>
            <a:off x="6647836" y="1002545"/>
            <a:ext cx="5388498" cy="2211216"/>
          </a:xfrm>
          <a:prstGeom prst="rect">
            <a:avLst/>
          </a:prstGeom>
        </p:spPr>
      </p:pic>
      <p:pic>
        <p:nvPicPr>
          <p:cNvPr id="5" name="图片 4">
            <a:extLst>
              <a:ext uri="{FF2B5EF4-FFF2-40B4-BE49-F238E27FC236}">
                <a16:creationId xmlns:a16="http://schemas.microsoft.com/office/drawing/2014/main" id="{381B4B39-098B-C718-8D9B-1DB2C979C122}"/>
              </a:ext>
            </a:extLst>
          </p:cNvPr>
          <p:cNvPicPr>
            <a:picLocks noChangeAspect="1"/>
          </p:cNvPicPr>
          <p:nvPr/>
        </p:nvPicPr>
        <p:blipFill>
          <a:blip r:embed="rId5"/>
          <a:stretch>
            <a:fillRect/>
          </a:stretch>
        </p:blipFill>
        <p:spPr>
          <a:xfrm>
            <a:off x="7087367" y="3268857"/>
            <a:ext cx="4210820" cy="3494085"/>
          </a:xfrm>
          <a:prstGeom prst="rect">
            <a:avLst/>
          </a:prstGeom>
        </p:spPr>
      </p:pic>
    </p:spTree>
    <p:extLst>
      <p:ext uri="{BB962C8B-B14F-4D97-AF65-F5344CB8AC3E}">
        <p14:creationId xmlns:p14="http://schemas.microsoft.com/office/powerpoint/2010/main" val="4050591908"/>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1033D-1348-C213-5181-524FB9B8ADFC}"/>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CA117E8-FF05-2231-3173-88117E1EFA7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9032BCA-7B89-801F-6C7C-7FA5332FAA68}"/>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303B052B-2F0C-5418-3EA0-95BB4EC90ABB}"/>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E40A61B-55D6-3D5F-9E06-F4FD98682F99}"/>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DBC042B1-9FEF-8C3A-5AE4-270A0207210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1B79940F-1CE1-EB38-2B59-DE2856F7D97D}"/>
              </a:ext>
            </a:extLst>
          </p:cNvPr>
          <p:cNvSpPr txBox="1"/>
          <p:nvPr/>
        </p:nvSpPr>
        <p:spPr>
          <a:xfrm>
            <a:off x="1641429" y="95058"/>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1Hydra: Harnessing Expert Popularity for Efficient  Mixture-of-Expert Inference on Chiplet System </a:t>
            </a:r>
          </a:p>
        </p:txBody>
      </p:sp>
      <p:pic>
        <p:nvPicPr>
          <p:cNvPr id="3" name="图片 2">
            <a:extLst>
              <a:ext uri="{FF2B5EF4-FFF2-40B4-BE49-F238E27FC236}">
                <a16:creationId xmlns:a16="http://schemas.microsoft.com/office/drawing/2014/main" id="{E0202E68-86BA-67F0-EEEF-B0BBAA09EA58}"/>
              </a:ext>
            </a:extLst>
          </p:cNvPr>
          <p:cNvPicPr>
            <a:picLocks noChangeAspect="1"/>
          </p:cNvPicPr>
          <p:nvPr/>
        </p:nvPicPr>
        <p:blipFill>
          <a:blip r:embed="rId3"/>
          <a:stretch>
            <a:fillRect/>
          </a:stretch>
        </p:blipFill>
        <p:spPr>
          <a:xfrm>
            <a:off x="300368" y="170733"/>
            <a:ext cx="847725" cy="876300"/>
          </a:xfrm>
          <a:prstGeom prst="rect">
            <a:avLst/>
          </a:prstGeom>
        </p:spPr>
      </p:pic>
      <p:pic>
        <p:nvPicPr>
          <p:cNvPr id="10" name="图片 9">
            <a:extLst>
              <a:ext uri="{FF2B5EF4-FFF2-40B4-BE49-F238E27FC236}">
                <a16:creationId xmlns:a16="http://schemas.microsoft.com/office/drawing/2014/main" id="{E0D44D18-A88C-2F33-985B-A953A20A1FD8}"/>
              </a:ext>
            </a:extLst>
          </p:cNvPr>
          <p:cNvPicPr>
            <a:picLocks noChangeAspect="1"/>
          </p:cNvPicPr>
          <p:nvPr/>
        </p:nvPicPr>
        <p:blipFill>
          <a:blip r:embed="rId4"/>
          <a:stretch>
            <a:fillRect/>
          </a:stretch>
        </p:blipFill>
        <p:spPr>
          <a:xfrm>
            <a:off x="2359058" y="1364456"/>
            <a:ext cx="3363546" cy="5111530"/>
          </a:xfrm>
          <a:prstGeom prst="rect">
            <a:avLst/>
          </a:prstGeom>
        </p:spPr>
      </p:pic>
      <p:pic>
        <p:nvPicPr>
          <p:cNvPr id="14" name="图片 13">
            <a:extLst>
              <a:ext uri="{FF2B5EF4-FFF2-40B4-BE49-F238E27FC236}">
                <a16:creationId xmlns:a16="http://schemas.microsoft.com/office/drawing/2014/main" id="{29AA25B1-F473-FC15-CDF1-6D9C3AE73D56}"/>
              </a:ext>
            </a:extLst>
          </p:cNvPr>
          <p:cNvPicPr>
            <a:picLocks noChangeAspect="1"/>
          </p:cNvPicPr>
          <p:nvPr/>
        </p:nvPicPr>
        <p:blipFill>
          <a:blip r:embed="rId5"/>
          <a:stretch>
            <a:fillRect/>
          </a:stretch>
        </p:blipFill>
        <p:spPr>
          <a:xfrm>
            <a:off x="6282939" y="1329421"/>
            <a:ext cx="5357518" cy="5181600"/>
          </a:xfrm>
          <a:prstGeom prst="rect">
            <a:avLst/>
          </a:prstGeom>
        </p:spPr>
      </p:pic>
    </p:spTree>
    <p:extLst>
      <p:ext uri="{BB962C8B-B14F-4D97-AF65-F5344CB8AC3E}">
        <p14:creationId xmlns:p14="http://schemas.microsoft.com/office/powerpoint/2010/main" val="3433394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321034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2.MoE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性能挑战</a:t>
            </a: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089736" y="1606506"/>
            <a:ext cx="5510216" cy="5090111"/>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挑战一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All to all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通信：</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已被确定为主要瓶颈，占</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MoE</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层总运行时间的</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74.9%[17]</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；由于选择专家具有</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由于选择专家具有倾向性，利用这种倾向性作为专家</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的预测基础，提出了一种动态专家映射策略来提高带宽利用率</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挑战二 低效计算：</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首先，通过并行搜索建立的</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token-to-expert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映射可以消除稀疏矩阵乘法的需要。</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其次，并行性策略与</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MoE</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的稀疏门控机制相结合，在</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softmax</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作中引入了冗余计算。</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开发了一种基于</a:t>
            </a:r>
            <a:r>
              <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Content Addressable Memory </a:t>
            </a:r>
            <a:r>
              <a:rPr lang="zh-CN" altLang="en-US"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CAM</a:t>
            </a:r>
            <a:r>
              <a:rPr lang="zh-CN" altLang="en-US"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，内容可寻址内存）</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的排列引擎，用于高效的并行搜索，以及一种具有混合</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和专家计算跳过的</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softmax</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引擎，以最大限度地减少推理延迟。</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BC32DABF-D6C4-48A6-8CD5-DE0CFD5BA652}"/>
              </a:ext>
            </a:extLst>
          </p:cNvPr>
          <p:cNvPicPr>
            <a:picLocks noChangeAspect="1"/>
          </p:cNvPicPr>
          <p:nvPr/>
        </p:nvPicPr>
        <p:blipFill>
          <a:blip r:embed="rId4"/>
          <a:stretch>
            <a:fillRect/>
          </a:stretch>
        </p:blipFill>
        <p:spPr>
          <a:xfrm>
            <a:off x="6599952" y="2782277"/>
            <a:ext cx="5491971" cy="2098737"/>
          </a:xfrm>
          <a:prstGeom prst="rect">
            <a:avLst/>
          </a:prstGeom>
        </p:spPr>
      </p:pic>
      <p:sp>
        <p:nvSpPr>
          <p:cNvPr id="15" name="文本框 14">
            <a:extLst>
              <a:ext uri="{FF2B5EF4-FFF2-40B4-BE49-F238E27FC236}">
                <a16:creationId xmlns:a16="http://schemas.microsoft.com/office/drawing/2014/main" id="{7855D4B8-97EB-4C4E-B162-C038051DF752}"/>
              </a:ext>
            </a:extLst>
          </p:cNvPr>
          <p:cNvSpPr txBox="1"/>
          <p:nvPr/>
        </p:nvSpPr>
        <p:spPr>
          <a:xfrm>
            <a:off x="1641429" y="95058"/>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1Hydra: Harnessing Expert Popularity for Efficient  Mixture-of-Expert Inference on Chiplet System </a:t>
            </a:r>
          </a:p>
        </p:txBody>
      </p:sp>
    </p:spTree>
    <p:extLst>
      <p:ext uri="{BB962C8B-B14F-4D97-AF65-F5344CB8AC3E}">
        <p14:creationId xmlns:p14="http://schemas.microsoft.com/office/powerpoint/2010/main" val="409125473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3986854"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软件</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a:t>
            </a:r>
            <a:r>
              <a:rPr kumimoji="1" lang="zh-CN" altLang="en-US" sz="20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减少通信开销</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503393" y="4407762"/>
            <a:ext cx="9846778" cy="1248419"/>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提前预测专家受欢迎程度</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给定专家受欢迎的预测成都，目标是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专家的映射，最小化一下函数（也就是通信量）采用了模拟退火算法：</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8" name="图片 7">
            <a:extLst>
              <a:ext uri="{FF2B5EF4-FFF2-40B4-BE49-F238E27FC236}">
                <a16:creationId xmlns:a16="http://schemas.microsoft.com/office/drawing/2014/main" id="{2B387394-7753-4508-80B8-5B6A0F1B0BC7}"/>
              </a:ext>
            </a:extLst>
          </p:cNvPr>
          <p:cNvPicPr>
            <a:picLocks noChangeAspect="1"/>
          </p:cNvPicPr>
          <p:nvPr/>
        </p:nvPicPr>
        <p:blipFill>
          <a:blip r:embed="rId4"/>
          <a:stretch>
            <a:fillRect/>
          </a:stretch>
        </p:blipFill>
        <p:spPr>
          <a:xfrm>
            <a:off x="1692229" y="2118180"/>
            <a:ext cx="10379982" cy="2214331"/>
          </a:xfrm>
          <a:prstGeom prst="rect">
            <a:avLst/>
          </a:prstGeom>
        </p:spPr>
      </p:pic>
      <p:pic>
        <p:nvPicPr>
          <p:cNvPr id="11" name="图片 10">
            <a:extLst>
              <a:ext uri="{FF2B5EF4-FFF2-40B4-BE49-F238E27FC236}">
                <a16:creationId xmlns:a16="http://schemas.microsoft.com/office/drawing/2014/main" id="{48504560-E731-431B-AEF9-103B00C3CE02}"/>
              </a:ext>
            </a:extLst>
          </p:cNvPr>
          <p:cNvPicPr>
            <a:picLocks noChangeAspect="1"/>
          </p:cNvPicPr>
          <p:nvPr/>
        </p:nvPicPr>
        <p:blipFill>
          <a:blip r:embed="rId5"/>
          <a:stretch>
            <a:fillRect/>
          </a:stretch>
        </p:blipFill>
        <p:spPr>
          <a:xfrm>
            <a:off x="4740770" y="5502120"/>
            <a:ext cx="3372023" cy="876345"/>
          </a:xfrm>
          <a:prstGeom prst="rect">
            <a:avLst/>
          </a:prstGeom>
        </p:spPr>
      </p:pic>
      <p:sp>
        <p:nvSpPr>
          <p:cNvPr id="14" name="文本框 13">
            <a:extLst>
              <a:ext uri="{FF2B5EF4-FFF2-40B4-BE49-F238E27FC236}">
                <a16:creationId xmlns:a16="http://schemas.microsoft.com/office/drawing/2014/main" id="{8285C667-0329-4160-A675-F532C69281DE}"/>
              </a:ext>
            </a:extLst>
          </p:cNvPr>
          <p:cNvSpPr txBox="1"/>
          <p:nvPr/>
        </p:nvSpPr>
        <p:spPr>
          <a:xfrm>
            <a:off x="1641429" y="95058"/>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1Hydra: Harnessing Expert Popularity for Efficient  Mixture-of-Expert Inference on Chiplet System </a:t>
            </a:r>
          </a:p>
        </p:txBody>
      </p:sp>
    </p:spTree>
    <p:extLst>
      <p:ext uri="{BB962C8B-B14F-4D97-AF65-F5344CB8AC3E}">
        <p14:creationId xmlns:p14="http://schemas.microsoft.com/office/powerpoint/2010/main" val="11993269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5626968"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硬件</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a:t>
            </a:r>
            <a:r>
              <a:rPr kumimoji="1" lang="zh-CN" altLang="en-US" sz="20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减少</a:t>
            </a:r>
            <a:r>
              <a:rPr kumimoji="1" lang="en-US" altLang="zh-CN" sz="20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(un)-permutation</a:t>
            </a:r>
            <a:r>
              <a:rPr kumimoji="1" lang="zh-CN" altLang="en-US" sz="20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开销</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581645" y="1543164"/>
            <a:ext cx="4679693" cy="2726387"/>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最初，输入标记通过一个小的线性层。然后将输出矩阵传递给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argmax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单元以识别目标专家，相应的专家索引存储在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CAM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中。然后，</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CAM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中的搜索键从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0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到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 −1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依次设置，匹配结果形成位掩码以指示相关输入标记在内存中的位置。地址生成器使用此位掩码生成用于令牌检索的地址索引，然后从令牌缓冲区中获取令牌以参与全对所有通信</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16" name="文本框 15">
            <a:extLst>
              <a:ext uri="{FF2B5EF4-FFF2-40B4-BE49-F238E27FC236}">
                <a16:creationId xmlns:a16="http://schemas.microsoft.com/office/drawing/2014/main" id="{C2F7AE16-90BF-4C03-B7C3-B42381A1F3B0}"/>
              </a:ext>
            </a:extLst>
          </p:cNvPr>
          <p:cNvSpPr txBox="1"/>
          <p:nvPr/>
        </p:nvSpPr>
        <p:spPr>
          <a:xfrm>
            <a:off x="1641429" y="95058"/>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1Hydra: Harnessing Expert Popularity for Efficient  Mixture-of-Expert Inference on Chiplet System </a:t>
            </a:r>
          </a:p>
        </p:txBody>
      </p:sp>
      <p:pic>
        <p:nvPicPr>
          <p:cNvPr id="14" name="图片 13">
            <a:extLst>
              <a:ext uri="{FF2B5EF4-FFF2-40B4-BE49-F238E27FC236}">
                <a16:creationId xmlns:a16="http://schemas.microsoft.com/office/drawing/2014/main" id="{9EF75850-89DD-46EE-BDE2-5C50AF8B9880}"/>
              </a:ext>
            </a:extLst>
          </p:cNvPr>
          <p:cNvPicPr>
            <a:picLocks noChangeAspect="1"/>
          </p:cNvPicPr>
          <p:nvPr/>
        </p:nvPicPr>
        <p:blipFill>
          <a:blip r:embed="rId4"/>
          <a:stretch>
            <a:fillRect/>
          </a:stretch>
        </p:blipFill>
        <p:spPr>
          <a:xfrm>
            <a:off x="6647003" y="1543164"/>
            <a:ext cx="5372402" cy="4747231"/>
          </a:xfrm>
          <a:prstGeom prst="rect">
            <a:avLst/>
          </a:prstGeom>
        </p:spPr>
      </p:pic>
      <p:pic>
        <p:nvPicPr>
          <p:cNvPr id="17" name="图片 16">
            <a:extLst>
              <a:ext uri="{FF2B5EF4-FFF2-40B4-BE49-F238E27FC236}">
                <a16:creationId xmlns:a16="http://schemas.microsoft.com/office/drawing/2014/main" id="{61B3CDDE-5716-4E31-9392-BBE1CC8F8EA7}"/>
              </a:ext>
            </a:extLst>
          </p:cNvPr>
          <p:cNvPicPr>
            <a:picLocks noChangeAspect="1"/>
          </p:cNvPicPr>
          <p:nvPr/>
        </p:nvPicPr>
        <p:blipFill>
          <a:blip r:embed="rId5"/>
          <a:stretch>
            <a:fillRect/>
          </a:stretch>
        </p:blipFill>
        <p:spPr>
          <a:xfrm>
            <a:off x="1592034" y="4386338"/>
            <a:ext cx="4112621" cy="1030435"/>
          </a:xfrm>
          <a:prstGeom prst="rect">
            <a:avLst/>
          </a:prstGeom>
        </p:spPr>
      </p:pic>
      <p:pic>
        <p:nvPicPr>
          <p:cNvPr id="19" name="图片 18">
            <a:extLst>
              <a:ext uri="{FF2B5EF4-FFF2-40B4-BE49-F238E27FC236}">
                <a16:creationId xmlns:a16="http://schemas.microsoft.com/office/drawing/2014/main" id="{14F34FEB-ADBD-4393-B633-F8B06FAA7BEC}"/>
              </a:ext>
            </a:extLst>
          </p:cNvPr>
          <p:cNvPicPr>
            <a:picLocks noChangeAspect="1"/>
          </p:cNvPicPr>
          <p:nvPr/>
        </p:nvPicPr>
        <p:blipFill>
          <a:blip r:embed="rId6"/>
          <a:stretch>
            <a:fillRect/>
          </a:stretch>
        </p:blipFill>
        <p:spPr>
          <a:xfrm>
            <a:off x="1640711" y="5630807"/>
            <a:ext cx="3904287" cy="1014617"/>
          </a:xfrm>
          <a:prstGeom prst="rect">
            <a:avLst/>
          </a:prstGeom>
        </p:spPr>
      </p:pic>
    </p:spTree>
    <p:extLst>
      <p:ext uri="{BB962C8B-B14F-4D97-AF65-F5344CB8AC3E}">
        <p14:creationId xmlns:p14="http://schemas.microsoft.com/office/powerpoint/2010/main" val="100541983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321034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Softmax</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引擎</a:t>
            </a: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281468" y="4166134"/>
            <a:ext cx="9629064" cy="2430281"/>
          </a:xfrm>
          <a:prstGeom prst="rect">
            <a:avLst/>
          </a:prstGeom>
          <a:noFill/>
        </p:spPr>
        <p:txBody>
          <a:bodyPr wrap="square">
            <a:spAutoFit/>
          </a:bodyPr>
          <a:lstStyle/>
          <a:p>
            <a:pPr lvl="1">
              <a:lnSpc>
                <a:spcPct val="120000"/>
              </a:lnSpc>
              <a:buSzPct val="80000"/>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Token-wise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跳过</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这个</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softmax</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的目的是得到每个</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映射到各个专家的概率，此时由于是专家并行，输入的</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被切片到不同的</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中，而在这些</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中还可以进行模型并行，多个</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被分配到同一个模型组中共享输入</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，那么这些</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可以分别计算一部分</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softmax</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Expert-wise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跳过</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跳过不必要的除法操作</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15" name="文本框 14">
            <a:extLst>
              <a:ext uri="{FF2B5EF4-FFF2-40B4-BE49-F238E27FC236}">
                <a16:creationId xmlns:a16="http://schemas.microsoft.com/office/drawing/2014/main" id="{7855D4B8-97EB-4C4E-B162-C038051DF752}"/>
              </a:ext>
            </a:extLst>
          </p:cNvPr>
          <p:cNvSpPr txBox="1"/>
          <p:nvPr/>
        </p:nvSpPr>
        <p:spPr>
          <a:xfrm>
            <a:off x="1641429" y="95058"/>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1Hydra: Harnessing Expert Popularity for Efficient  Mixture-of-Expert Inference on Chiplet System </a:t>
            </a:r>
          </a:p>
        </p:txBody>
      </p:sp>
      <p:pic>
        <p:nvPicPr>
          <p:cNvPr id="12" name="图片 11">
            <a:extLst>
              <a:ext uri="{FF2B5EF4-FFF2-40B4-BE49-F238E27FC236}">
                <a16:creationId xmlns:a16="http://schemas.microsoft.com/office/drawing/2014/main" id="{E7C91D1E-7A8E-40F2-BD96-8E53C651E945}"/>
              </a:ext>
            </a:extLst>
          </p:cNvPr>
          <p:cNvPicPr>
            <a:picLocks noChangeAspect="1"/>
          </p:cNvPicPr>
          <p:nvPr/>
        </p:nvPicPr>
        <p:blipFill>
          <a:blip r:embed="rId4"/>
          <a:stretch>
            <a:fillRect/>
          </a:stretch>
        </p:blipFill>
        <p:spPr>
          <a:xfrm>
            <a:off x="3630082" y="1641760"/>
            <a:ext cx="6209092" cy="2726106"/>
          </a:xfrm>
          <a:prstGeom prst="rect">
            <a:avLst/>
          </a:prstGeom>
        </p:spPr>
      </p:pic>
    </p:spTree>
    <p:extLst>
      <p:ext uri="{BB962C8B-B14F-4D97-AF65-F5344CB8AC3E}">
        <p14:creationId xmlns:p14="http://schemas.microsoft.com/office/powerpoint/2010/main" val="157532087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963B-2353-FA90-5B2C-BD860E92957D}"/>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3A525901-2C19-64B6-0115-C29C7B064F88}"/>
              </a:ext>
            </a:extLst>
          </p:cNvPr>
          <p:cNvGrpSpPr/>
          <p:nvPr/>
        </p:nvGrpSpPr>
        <p:grpSpPr>
          <a:xfrm>
            <a:off x="0" y="2463167"/>
            <a:ext cx="12192000" cy="1440001"/>
            <a:chOff x="0" y="3114"/>
            <a:chExt cx="19200" cy="2268"/>
          </a:xfrm>
        </p:grpSpPr>
        <p:sp>
          <p:nvSpPr>
            <p:cNvPr id="4" name="矩形 3">
              <a:extLst>
                <a:ext uri="{FF2B5EF4-FFF2-40B4-BE49-F238E27FC236}">
                  <a16:creationId xmlns:a16="http://schemas.microsoft.com/office/drawing/2014/main" id="{5949082B-14B6-7CDC-E12A-73C38F068BFD}"/>
                </a:ext>
              </a:extLst>
            </p:cNvPr>
            <p:cNvSpPr/>
            <p:nvPr>
              <p:custDataLst>
                <p:tags r:id="rId1"/>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A62AF432-531B-E32A-736F-BCB27B03E2C1}"/>
                </a:ext>
              </a:extLst>
            </p:cNvPr>
            <p:cNvCxnSpPr/>
            <p:nvPr>
              <p:custDataLst>
                <p:tags r:id="rId2"/>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A60B6048-639C-010F-B7C6-1867337A5C44}"/>
                </a:ext>
              </a:extLst>
            </p:cNvPr>
            <p:cNvSpPr txBox="1"/>
            <p:nvPr>
              <p:custDataLst>
                <p:tags r:id="rId3"/>
              </p:custDataLst>
            </p:nvPr>
          </p:nvSpPr>
          <p:spPr>
            <a:xfrm>
              <a:off x="8872" y="3302"/>
              <a:ext cx="9612" cy="1891"/>
            </a:xfrm>
            <a:prstGeom prst="rect">
              <a:avLst/>
            </a:prstGeom>
            <a:noFill/>
          </p:spPr>
          <p:txBody>
            <a:bodyPr wrap="square" rtlCol="0" anchor="t" anchorCtr="0">
              <a:spAutoFit/>
            </a:bodyPr>
            <a:lstStyle/>
            <a:p>
              <a:pPr lvl="0" algn="l">
                <a:buClrTx/>
                <a:buSzTx/>
                <a:buFontTx/>
              </a:pPr>
              <a:r>
                <a:rPr kumimoji="1" lang="en-US" altLang="zh-CN" sz="2400" b="1" dirty="0" err="1">
                  <a:solidFill>
                    <a:schemeClr val="bg1"/>
                  </a:solidFill>
                  <a:latin typeface="Times New Roman Bold Italic" panose="02020803070505020304" charset="0"/>
                  <a:cs typeface="Times New Roman Bold Italic" panose="02020803070505020304" charset="0"/>
                  <a:sym typeface="+mn-ea"/>
                </a:rPr>
                <a:t>FasterMoE</a:t>
              </a:r>
              <a:r>
                <a:rPr kumimoji="1" lang="en-US" altLang="zh-CN" sz="2400" b="1" dirty="0">
                  <a:solidFill>
                    <a:schemeClr val="bg1"/>
                  </a:solidFill>
                  <a:latin typeface="Times New Roman Bold Italic" panose="02020803070505020304" charset="0"/>
                  <a:cs typeface="Times New Roman Bold Italic" panose="02020803070505020304" charset="0"/>
                  <a:sym typeface="+mn-ea"/>
                </a:rPr>
                <a:t>: Modeling and Optimizing Training of  Large-Scale Dynamic Pre-Trained Models</a:t>
              </a:r>
              <a:endParaRPr kumimoji="1" lang="en-US" altLang="zh-CN" b="1" dirty="0">
                <a:solidFill>
                  <a:schemeClr val="bg1"/>
                </a:solidFill>
                <a:uFillTx/>
                <a:latin typeface="Times New Roman Bold Italic" panose="02020803070505020304" charset="0"/>
                <a:cs typeface="Times New Roman Bold Italic" panose="02020803070505020304" charset="0"/>
                <a:sym typeface="+mn-ea"/>
              </a:endParaRPr>
            </a:p>
          </p:txBody>
        </p:sp>
        <p:grpSp>
          <p:nvGrpSpPr>
            <p:cNvPr id="11" name="组合 10">
              <a:extLst>
                <a:ext uri="{FF2B5EF4-FFF2-40B4-BE49-F238E27FC236}">
                  <a16:creationId xmlns:a16="http://schemas.microsoft.com/office/drawing/2014/main" id="{3F4736AB-06FB-5B61-5C4D-22E415653AF6}"/>
                </a:ext>
              </a:extLst>
            </p:cNvPr>
            <p:cNvGrpSpPr/>
            <p:nvPr/>
          </p:nvGrpSpPr>
          <p:grpSpPr>
            <a:xfrm>
              <a:off x="5428" y="3544"/>
              <a:ext cx="2973" cy="1483"/>
              <a:chOff x="5428" y="3544"/>
              <a:chExt cx="2973" cy="1483"/>
            </a:xfrm>
          </p:grpSpPr>
          <p:sp>
            <p:nvSpPr>
              <p:cNvPr id="2" name="文本框 1">
                <a:extLst>
                  <a:ext uri="{FF2B5EF4-FFF2-40B4-BE49-F238E27FC236}">
                    <a16:creationId xmlns:a16="http://schemas.microsoft.com/office/drawing/2014/main" id="{4293E849-5609-7D84-1D4C-E7AFE76DBEFA}"/>
                  </a:ext>
                </a:extLst>
              </p:cNvPr>
              <p:cNvSpPr txBox="1"/>
              <p:nvPr>
                <p:custDataLst>
                  <p:tags r:id="rId4"/>
                </p:custDataLst>
              </p:nvPr>
            </p:nvSpPr>
            <p:spPr>
              <a:xfrm>
                <a:off x="6351" y="3544"/>
                <a:ext cx="1139" cy="1018"/>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2</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5" name="文本框 4">
                <a:extLst>
                  <a:ext uri="{FF2B5EF4-FFF2-40B4-BE49-F238E27FC236}">
                    <a16:creationId xmlns:a16="http://schemas.microsoft.com/office/drawing/2014/main" id="{85DD8D6C-C2FD-204B-A89E-D09E09E157B9}"/>
                  </a:ext>
                </a:extLst>
              </p:cNvPr>
              <p:cNvSpPr txBox="1"/>
              <p:nvPr>
                <p:custDataLst>
                  <p:tags r:id="rId5"/>
                </p:custDataLst>
              </p:nvPr>
            </p:nvSpPr>
            <p:spPr>
              <a:xfrm>
                <a:off x="5428" y="4447"/>
                <a:ext cx="2973" cy="580"/>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two</a:t>
                </a:r>
              </a:p>
            </p:txBody>
          </p:sp>
        </p:grpSp>
      </p:grpSp>
      <p:pic>
        <p:nvPicPr>
          <p:cNvPr id="13" name="图片 12">
            <a:extLst>
              <a:ext uri="{FF2B5EF4-FFF2-40B4-BE49-F238E27FC236}">
                <a16:creationId xmlns:a16="http://schemas.microsoft.com/office/drawing/2014/main" id="{8D4285A3-B04F-B20A-A2F4-8FDB6AF7C5BB}"/>
              </a:ext>
            </a:extLst>
          </p:cNvPr>
          <p:cNvPicPr>
            <a:picLocks noChangeAspect="1"/>
          </p:cNvPicPr>
          <p:nvPr/>
        </p:nvPicPr>
        <p:blipFill>
          <a:blip r:embed="rId8"/>
          <a:stretch>
            <a:fillRect/>
          </a:stretch>
        </p:blipFill>
        <p:spPr>
          <a:xfrm>
            <a:off x="4921278" y="133350"/>
            <a:ext cx="2349443" cy="1844147"/>
          </a:xfrm>
          <a:prstGeom prst="rect">
            <a:avLst/>
          </a:prstGeom>
        </p:spPr>
      </p:pic>
      <p:sp>
        <p:nvSpPr>
          <p:cNvPr id="15" name="文本框 14">
            <a:extLst>
              <a:ext uri="{FF2B5EF4-FFF2-40B4-BE49-F238E27FC236}">
                <a16:creationId xmlns:a16="http://schemas.microsoft.com/office/drawing/2014/main" id="{4CDEE8D1-A6C4-49B4-9439-4A6BA62780FD}"/>
              </a:ext>
            </a:extLst>
          </p:cNvPr>
          <p:cNvSpPr txBox="1"/>
          <p:nvPr/>
        </p:nvSpPr>
        <p:spPr>
          <a:xfrm>
            <a:off x="208765" y="6417765"/>
            <a:ext cx="10251739" cy="369332"/>
          </a:xfrm>
          <a:prstGeom prst="rect">
            <a:avLst/>
          </a:prstGeom>
          <a:noFill/>
        </p:spPr>
        <p:txBody>
          <a:bodyPr wrap="square">
            <a:spAutoFit/>
          </a:bodyPr>
          <a:lstStyle/>
          <a:p>
            <a:r>
              <a:rPr lang="en-US" altLang="zh-CN" dirty="0"/>
              <a:t>[2] FasterMoE: Modeling and Optimizing Training of  Large-Scale Dynamic Pre-Trained Models</a:t>
            </a:r>
          </a:p>
        </p:txBody>
      </p:sp>
    </p:spTree>
    <p:extLst>
      <p:ext uri="{BB962C8B-B14F-4D97-AF65-F5344CB8AC3E}">
        <p14:creationId xmlns:p14="http://schemas.microsoft.com/office/powerpoint/2010/main" val="354802452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2</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41429" y="95058"/>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 FasterMoE: Modeling and Optimizing Training of  Large-Scale Dynamic Pre-Trained Models</a:t>
            </a: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2" y="1143054"/>
            <a:ext cx="3065197"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最主要的创新点</a:t>
            </a: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148093" y="1748704"/>
            <a:ext cx="5438974" cy="4760790"/>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Shadow expert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启用动态影子以减少因专家选择不平衡而导致的空闲。（也就是把受欢迎专家广播到其他的</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worker</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a:t>
            </a: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引入细粒度智能调度策略，异步执行计算和通信作，可以充分发挥作间并行性。</a:t>
            </a: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最后，设计了一种避免拥塞的专家选（意思是可以选择专家</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通信</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co-design</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？设计了一个拓扑感知门，以较低的延迟将输入定向给专家。只允许</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L</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个</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选择一个</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node</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，如果超过（这个值可以通过节点内</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间带宽计算），剩余的</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重新选择，以减少网络拥塞）</a:t>
            </a: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由于令牌的专家分配决定了负载平衡和通信路径，因此执行令牌的智能分配有助于降低训练的端到端延迟，而不会影响模型的质量。择策略来降低迭代的延迟，并取得了良好的收敛结果</a:t>
            </a: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因此，一个权衡来了，转移这么多嵌入向量的延迟是否可以通过复制流行专家的模型参数来代替。</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DAA1E9BC-EB1C-8BE0-A45C-F2BC3CD8432B}"/>
              </a:ext>
            </a:extLst>
          </p:cNvPr>
          <p:cNvPicPr>
            <a:picLocks noChangeAspect="1"/>
          </p:cNvPicPr>
          <p:nvPr/>
        </p:nvPicPr>
        <p:blipFill>
          <a:blip r:embed="rId4"/>
          <a:stretch>
            <a:fillRect/>
          </a:stretch>
        </p:blipFill>
        <p:spPr>
          <a:xfrm>
            <a:off x="6503028" y="2229075"/>
            <a:ext cx="5438975" cy="2387061"/>
          </a:xfrm>
          <a:prstGeom prst="rect">
            <a:avLst/>
          </a:prstGeom>
        </p:spPr>
      </p:pic>
    </p:spTree>
    <p:extLst>
      <p:ext uri="{BB962C8B-B14F-4D97-AF65-F5344CB8AC3E}">
        <p14:creationId xmlns:p14="http://schemas.microsoft.com/office/powerpoint/2010/main" val="167824327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473E1-7E3F-DA8C-0606-A070AC6F2AE5}"/>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8C9F001E-B798-F0F3-A2AA-33536F3CDF4C}"/>
              </a:ext>
            </a:extLst>
          </p:cNvPr>
          <p:cNvGrpSpPr/>
          <p:nvPr/>
        </p:nvGrpSpPr>
        <p:grpSpPr>
          <a:xfrm>
            <a:off x="0" y="2463167"/>
            <a:ext cx="12192000" cy="1440001"/>
            <a:chOff x="0" y="3114"/>
            <a:chExt cx="19200" cy="2268"/>
          </a:xfrm>
        </p:grpSpPr>
        <p:sp>
          <p:nvSpPr>
            <p:cNvPr id="4" name="矩形 3">
              <a:extLst>
                <a:ext uri="{FF2B5EF4-FFF2-40B4-BE49-F238E27FC236}">
                  <a16:creationId xmlns:a16="http://schemas.microsoft.com/office/drawing/2014/main" id="{6DCFA328-0CA1-CB0D-293C-C2353899CF59}"/>
                </a:ext>
              </a:extLst>
            </p:cNvPr>
            <p:cNvSpPr/>
            <p:nvPr>
              <p:custDataLst>
                <p:tags r:id="rId1"/>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E3218351-FF7B-4E92-22F2-491F1A685E36}"/>
                </a:ext>
              </a:extLst>
            </p:cNvPr>
            <p:cNvCxnSpPr/>
            <p:nvPr>
              <p:custDataLst>
                <p:tags r:id="rId2"/>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DA652E23-BE55-DD73-76C7-E941E6FA8B2A}"/>
                </a:ext>
              </a:extLst>
            </p:cNvPr>
            <p:cNvSpPr txBox="1"/>
            <p:nvPr>
              <p:custDataLst>
                <p:tags r:id="rId3"/>
              </p:custDataLst>
            </p:nvPr>
          </p:nvSpPr>
          <p:spPr>
            <a:xfrm>
              <a:off x="9023" y="3835"/>
              <a:ext cx="9612" cy="727"/>
            </a:xfrm>
            <a:prstGeom prst="rect">
              <a:avLst/>
            </a:prstGeom>
            <a:noFill/>
          </p:spPr>
          <p:txBody>
            <a:bodyPr wrap="square" rtlCol="0" anchor="t" anchorCtr="0">
              <a:spAutoFit/>
            </a:bodyPr>
            <a:lstStyle/>
            <a:p>
              <a:pPr lvl="0" algn="l">
                <a:buClrTx/>
                <a:buSzTx/>
                <a:buFontTx/>
              </a:pPr>
              <a:r>
                <a:rPr kumimoji="1" lang="en-US" altLang="zh-CN" sz="2400" b="1" dirty="0">
                  <a:solidFill>
                    <a:schemeClr val="bg1"/>
                  </a:solidFill>
                  <a:latin typeface="Times New Roman Bold Italic" panose="02020803070505020304" charset="0"/>
                  <a:cs typeface="Times New Roman Bold Italic" panose="02020803070505020304" charset="0"/>
                  <a:sym typeface="+mn-ea"/>
                </a:rPr>
                <a:t>Attention / </a:t>
              </a:r>
              <a:r>
                <a:rPr kumimoji="1" lang="en-US" altLang="zh-CN" sz="2400" b="1" dirty="0" err="1">
                  <a:solidFill>
                    <a:schemeClr val="bg1"/>
                  </a:solidFill>
                  <a:latin typeface="Times New Roman Bold Italic" panose="02020803070505020304" charset="0"/>
                  <a:cs typeface="Times New Roman Bold Italic" panose="02020803070505020304" charset="0"/>
                  <a:sym typeface="+mn-ea"/>
                </a:rPr>
                <a:t>MoE</a:t>
              </a:r>
              <a:r>
                <a:rPr kumimoji="1" lang="zh-CN" altLang="en-US" sz="2400" b="1" dirty="0">
                  <a:solidFill>
                    <a:schemeClr val="bg1"/>
                  </a:solidFill>
                  <a:latin typeface="Times New Roman Bold Italic" panose="02020803070505020304" charset="0"/>
                  <a:cs typeface="Times New Roman Bold Italic" panose="02020803070505020304" charset="0"/>
                  <a:sym typeface="+mn-ea"/>
                </a:rPr>
                <a:t>数据流</a:t>
              </a:r>
              <a:endParaRPr kumimoji="1" lang="en-US" altLang="zh-CN" b="1" dirty="0">
                <a:solidFill>
                  <a:schemeClr val="bg1"/>
                </a:solidFill>
                <a:uFillTx/>
                <a:latin typeface="Times New Roman Bold Italic" panose="02020803070505020304" charset="0"/>
                <a:cs typeface="Times New Roman Bold Italic" panose="02020803070505020304" charset="0"/>
                <a:sym typeface="+mn-ea"/>
              </a:endParaRPr>
            </a:p>
          </p:txBody>
        </p:sp>
        <p:grpSp>
          <p:nvGrpSpPr>
            <p:cNvPr id="11" name="组合 10">
              <a:extLst>
                <a:ext uri="{FF2B5EF4-FFF2-40B4-BE49-F238E27FC236}">
                  <a16:creationId xmlns:a16="http://schemas.microsoft.com/office/drawing/2014/main" id="{D7532914-0F6E-0669-80D4-C3D8952275B7}"/>
                </a:ext>
              </a:extLst>
            </p:cNvPr>
            <p:cNvGrpSpPr/>
            <p:nvPr/>
          </p:nvGrpSpPr>
          <p:grpSpPr>
            <a:xfrm>
              <a:off x="5428" y="3544"/>
              <a:ext cx="2973" cy="1483"/>
              <a:chOff x="5428" y="3544"/>
              <a:chExt cx="2973" cy="1483"/>
            </a:xfrm>
          </p:grpSpPr>
          <p:sp>
            <p:nvSpPr>
              <p:cNvPr id="2" name="文本框 1">
                <a:extLst>
                  <a:ext uri="{FF2B5EF4-FFF2-40B4-BE49-F238E27FC236}">
                    <a16:creationId xmlns:a16="http://schemas.microsoft.com/office/drawing/2014/main" id="{768B3E58-E8FD-1626-FC88-83F2E0E54F02}"/>
                  </a:ext>
                </a:extLst>
              </p:cNvPr>
              <p:cNvSpPr txBox="1"/>
              <p:nvPr>
                <p:custDataLst>
                  <p:tags r:id="rId4"/>
                </p:custDataLst>
              </p:nvPr>
            </p:nvSpPr>
            <p:spPr>
              <a:xfrm>
                <a:off x="6351" y="3544"/>
                <a:ext cx="1139" cy="1018"/>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3</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5" name="文本框 4">
                <a:extLst>
                  <a:ext uri="{FF2B5EF4-FFF2-40B4-BE49-F238E27FC236}">
                    <a16:creationId xmlns:a16="http://schemas.microsoft.com/office/drawing/2014/main" id="{19B9FE31-6674-C4F1-2DDF-A206062ACD01}"/>
                  </a:ext>
                </a:extLst>
              </p:cNvPr>
              <p:cNvSpPr txBox="1"/>
              <p:nvPr>
                <p:custDataLst>
                  <p:tags r:id="rId5"/>
                </p:custDataLst>
              </p:nvPr>
            </p:nvSpPr>
            <p:spPr>
              <a:xfrm>
                <a:off x="5428" y="4447"/>
                <a:ext cx="2973" cy="580"/>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three</a:t>
                </a:r>
              </a:p>
            </p:txBody>
          </p:sp>
        </p:grpSp>
      </p:grpSp>
      <p:pic>
        <p:nvPicPr>
          <p:cNvPr id="13" name="图片 12">
            <a:extLst>
              <a:ext uri="{FF2B5EF4-FFF2-40B4-BE49-F238E27FC236}">
                <a16:creationId xmlns:a16="http://schemas.microsoft.com/office/drawing/2014/main" id="{C1209BD9-38EF-A847-C948-0DDF99578FAF}"/>
              </a:ext>
            </a:extLst>
          </p:cNvPr>
          <p:cNvPicPr>
            <a:picLocks noChangeAspect="1"/>
          </p:cNvPicPr>
          <p:nvPr/>
        </p:nvPicPr>
        <p:blipFill>
          <a:blip r:embed="rId8"/>
          <a:stretch>
            <a:fillRect/>
          </a:stretch>
        </p:blipFill>
        <p:spPr>
          <a:xfrm>
            <a:off x="4921278" y="133350"/>
            <a:ext cx="2349443" cy="1844147"/>
          </a:xfrm>
          <a:prstGeom prst="rect">
            <a:avLst/>
          </a:prstGeom>
        </p:spPr>
      </p:pic>
    </p:spTree>
    <p:extLst>
      <p:ext uri="{BB962C8B-B14F-4D97-AF65-F5344CB8AC3E}">
        <p14:creationId xmlns:p14="http://schemas.microsoft.com/office/powerpoint/2010/main" val="135986515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pic>
        <p:nvPicPr>
          <p:cNvPr id="8" name="图片 7">
            <a:extLst>
              <a:ext uri="{FF2B5EF4-FFF2-40B4-BE49-F238E27FC236}">
                <a16:creationId xmlns:a16="http://schemas.microsoft.com/office/drawing/2014/main" id="{7F57D7A4-CC2E-4BD8-B688-084912F7C45E}"/>
              </a:ext>
            </a:extLst>
          </p:cNvPr>
          <p:cNvPicPr>
            <a:picLocks noChangeAspect="1"/>
          </p:cNvPicPr>
          <p:nvPr/>
        </p:nvPicPr>
        <p:blipFill>
          <a:blip r:embed="rId4"/>
          <a:stretch>
            <a:fillRect/>
          </a:stretch>
        </p:blipFill>
        <p:spPr>
          <a:xfrm>
            <a:off x="1636035" y="1576346"/>
            <a:ext cx="8046720" cy="5174326"/>
          </a:xfrm>
          <a:prstGeom prst="rect">
            <a:avLst/>
          </a:prstGeom>
        </p:spPr>
      </p:pic>
      <p:pic>
        <p:nvPicPr>
          <p:cNvPr id="5" name="图片 4">
            <a:extLst>
              <a:ext uri="{FF2B5EF4-FFF2-40B4-BE49-F238E27FC236}">
                <a16:creationId xmlns:a16="http://schemas.microsoft.com/office/drawing/2014/main" id="{E4A76D96-C9D5-49F3-A629-A65A53CD10CE}"/>
              </a:ext>
            </a:extLst>
          </p:cNvPr>
          <p:cNvPicPr>
            <a:picLocks noChangeAspect="1"/>
          </p:cNvPicPr>
          <p:nvPr/>
        </p:nvPicPr>
        <p:blipFill>
          <a:blip r:embed="rId5"/>
          <a:stretch>
            <a:fillRect/>
          </a:stretch>
        </p:blipFill>
        <p:spPr>
          <a:xfrm>
            <a:off x="8226869" y="5046553"/>
            <a:ext cx="3785739" cy="1618307"/>
          </a:xfrm>
          <a:prstGeom prst="rect">
            <a:avLst/>
          </a:prstGeom>
        </p:spPr>
      </p:pic>
      <p:sp>
        <p:nvSpPr>
          <p:cNvPr id="12" name="文本框 11">
            <a:extLst>
              <a:ext uri="{FF2B5EF4-FFF2-40B4-BE49-F238E27FC236}">
                <a16:creationId xmlns:a16="http://schemas.microsoft.com/office/drawing/2014/main" id="{6C8608C3-4A08-4C5C-B3D1-6AA9EFFF71A3}"/>
              </a:ext>
            </a:extLst>
          </p:cNvPr>
          <p:cNvSpPr txBox="1"/>
          <p:nvPr/>
        </p:nvSpPr>
        <p:spPr>
          <a:xfrm>
            <a:off x="1729061" y="109042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Encoder</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阶段数据流</a:t>
            </a:r>
          </a:p>
        </p:txBody>
      </p:sp>
    </p:spTree>
    <p:extLst>
      <p:ext uri="{BB962C8B-B14F-4D97-AF65-F5344CB8AC3E}">
        <p14:creationId xmlns:p14="http://schemas.microsoft.com/office/powerpoint/2010/main" val="208715217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pic>
        <p:nvPicPr>
          <p:cNvPr id="11" name="图片 10">
            <a:extLst>
              <a:ext uri="{FF2B5EF4-FFF2-40B4-BE49-F238E27FC236}">
                <a16:creationId xmlns:a16="http://schemas.microsoft.com/office/drawing/2014/main" id="{B0502FF1-8416-4939-BAC3-E3D3BAA5E72B}"/>
              </a:ext>
            </a:extLst>
          </p:cNvPr>
          <p:cNvPicPr>
            <a:picLocks noChangeAspect="1"/>
          </p:cNvPicPr>
          <p:nvPr/>
        </p:nvPicPr>
        <p:blipFill>
          <a:blip r:embed="rId4"/>
          <a:stretch>
            <a:fillRect/>
          </a:stretch>
        </p:blipFill>
        <p:spPr>
          <a:xfrm>
            <a:off x="1448460" y="1640977"/>
            <a:ext cx="5033186" cy="4169169"/>
          </a:xfrm>
          <a:prstGeom prst="rect">
            <a:avLst/>
          </a:prstGeom>
        </p:spPr>
      </p:pic>
      <p:pic>
        <p:nvPicPr>
          <p:cNvPr id="16" name="图片 15">
            <a:extLst>
              <a:ext uri="{FF2B5EF4-FFF2-40B4-BE49-F238E27FC236}">
                <a16:creationId xmlns:a16="http://schemas.microsoft.com/office/drawing/2014/main" id="{FB9068B1-8028-45B7-91BA-7549C7F32DD5}"/>
              </a:ext>
            </a:extLst>
          </p:cNvPr>
          <p:cNvPicPr>
            <a:picLocks noChangeAspect="1"/>
          </p:cNvPicPr>
          <p:nvPr/>
        </p:nvPicPr>
        <p:blipFill>
          <a:blip r:embed="rId5"/>
          <a:stretch>
            <a:fillRect/>
          </a:stretch>
        </p:blipFill>
        <p:spPr>
          <a:xfrm>
            <a:off x="6610593" y="1853514"/>
            <a:ext cx="5581407" cy="3808435"/>
          </a:xfrm>
          <a:prstGeom prst="rect">
            <a:avLst/>
          </a:prstGeom>
        </p:spPr>
      </p:pic>
      <p:sp>
        <p:nvSpPr>
          <p:cNvPr id="22" name="文本框 21">
            <a:extLst>
              <a:ext uri="{FF2B5EF4-FFF2-40B4-BE49-F238E27FC236}">
                <a16:creationId xmlns:a16="http://schemas.microsoft.com/office/drawing/2014/main" id="{24DF0889-6C1E-4AAB-8B2B-6989BDEB5CF2}"/>
              </a:ext>
            </a:extLst>
          </p:cNvPr>
          <p:cNvSpPr txBox="1"/>
          <p:nvPr/>
        </p:nvSpPr>
        <p:spPr>
          <a:xfrm>
            <a:off x="1964002" y="114305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从</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flash attention</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讲起</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—normal </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softmax</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Tree>
    <p:extLst>
      <p:ext uri="{BB962C8B-B14F-4D97-AF65-F5344CB8AC3E}">
        <p14:creationId xmlns:p14="http://schemas.microsoft.com/office/powerpoint/2010/main" val="420065813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4" name="文本框 13">
            <a:extLst>
              <a:ext uri="{FF2B5EF4-FFF2-40B4-BE49-F238E27FC236}">
                <a16:creationId xmlns:a16="http://schemas.microsoft.com/office/drawing/2014/main" id="{FD4318D2-6B4C-4951-8586-DE023DF8CAC1}"/>
              </a:ext>
            </a:extLst>
          </p:cNvPr>
          <p:cNvSpPr txBox="1"/>
          <p:nvPr/>
        </p:nvSpPr>
        <p:spPr>
          <a:xfrm>
            <a:off x="1964002" y="114305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从</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flash attention</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讲起</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—safe </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softmax</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8" name="图片 7">
            <a:extLst>
              <a:ext uri="{FF2B5EF4-FFF2-40B4-BE49-F238E27FC236}">
                <a16:creationId xmlns:a16="http://schemas.microsoft.com/office/drawing/2014/main" id="{36EAE258-90D9-4F1E-84A0-83F7593A858A}"/>
              </a:ext>
            </a:extLst>
          </p:cNvPr>
          <p:cNvPicPr>
            <a:picLocks noChangeAspect="1"/>
          </p:cNvPicPr>
          <p:nvPr/>
        </p:nvPicPr>
        <p:blipFill>
          <a:blip r:embed="rId4"/>
          <a:stretch>
            <a:fillRect/>
          </a:stretch>
        </p:blipFill>
        <p:spPr>
          <a:xfrm>
            <a:off x="1964002" y="1999998"/>
            <a:ext cx="2813748" cy="1395969"/>
          </a:xfrm>
          <a:prstGeom prst="rect">
            <a:avLst/>
          </a:prstGeom>
        </p:spPr>
      </p:pic>
      <p:pic>
        <p:nvPicPr>
          <p:cNvPr id="12" name="图片 11">
            <a:extLst>
              <a:ext uri="{FF2B5EF4-FFF2-40B4-BE49-F238E27FC236}">
                <a16:creationId xmlns:a16="http://schemas.microsoft.com/office/drawing/2014/main" id="{F0EC7339-54F7-4BFA-9F5A-90C11939846F}"/>
              </a:ext>
            </a:extLst>
          </p:cNvPr>
          <p:cNvPicPr>
            <a:picLocks noChangeAspect="1"/>
          </p:cNvPicPr>
          <p:nvPr/>
        </p:nvPicPr>
        <p:blipFill>
          <a:blip r:embed="rId5"/>
          <a:stretch>
            <a:fillRect/>
          </a:stretch>
        </p:blipFill>
        <p:spPr>
          <a:xfrm>
            <a:off x="6576560" y="1924460"/>
            <a:ext cx="3651438" cy="3384724"/>
          </a:xfrm>
          <a:prstGeom prst="rect">
            <a:avLst/>
          </a:prstGeom>
        </p:spPr>
      </p:pic>
    </p:spTree>
    <p:extLst>
      <p:ext uri="{BB962C8B-B14F-4D97-AF65-F5344CB8AC3E}">
        <p14:creationId xmlns:p14="http://schemas.microsoft.com/office/powerpoint/2010/main" val="352314629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4" name="文本框 13">
            <a:extLst>
              <a:ext uri="{FF2B5EF4-FFF2-40B4-BE49-F238E27FC236}">
                <a16:creationId xmlns:a16="http://schemas.microsoft.com/office/drawing/2014/main" id="{FD4318D2-6B4C-4951-8586-DE023DF8CAC1}"/>
              </a:ext>
            </a:extLst>
          </p:cNvPr>
          <p:cNvSpPr txBox="1"/>
          <p:nvPr/>
        </p:nvSpPr>
        <p:spPr>
          <a:xfrm>
            <a:off x="1964002" y="114305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从</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flash attention</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讲起</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—online </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softmax</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8" name="图片 7">
            <a:extLst>
              <a:ext uri="{FF2B5EF4-FFF2-40B4-BE49-F238E27FC236}">
                <a16:creationId xmlns:a16="http://schemas.microsoft.com/office/drawing/2014/main" id="{36EAE258-90D9-4F1E-84A0-83F7593A858A}"/>
              </a:ext>
            </a:extLst>
          </p:cNvPr>
          <p:cNvPicPr>
            <a:picLocks noChangeAspect="1"/>
          </p:cNvPicPr>
          <p:nvPr/>
        </p:nvPicPr>
        <p:blipFill>
          <a:blip r:embed="rId4"/>
          <a:stretch>
            <a:fillRect/>
          </a:stretch>
        </p:blipFill>
        <p:spPr>
          <a:xfrm>
            <a:off x="1964002" y="1999998"/>
            <a:ext cx="2813748" cy="1395969"/>
          </a:xfrm>
          <a:prstGeom prst="rect">
            <a:avLst/>
          </a:prstGeom>
        </p:spPr>
      </p:pic>
      <p:pic>
        <p:nvPicPr>
          <p:cNvPr id="5" name="图片 4">
            <a:extLst>
              <a:ext uri="{FF2B5EF4-FFF2-40B4-BE49-F238E27FC236}">
                <a16:creationId xmlns:a16="http://schemas.microsoft.com/office/drawing/2014/main" id="{ECB8EC17-1530-4202-850F-249A089DF37C}"/>
              </a:ext>
            </a:extLst>
          </p:cNvPr>
          <p:cNvPicPr>
            <a:picLocks noChangeAspect="1"/>
          </p:cNvPicPr>
          <p:nvPr/>
        </p:nvPicPr>
        <p:blipFill>
          <a:blip r:embed="rId5"/>
          <a:stretch>
            <a:fillRect/>
          </a:stretch>
        </p:blipFill>
        <p:spPr>
          <a:xfrm>
            <a:off x="1669163" y="3963837"/>
            <a:ext cx="4780949" cy="2254595"/>
          </a:xfrm>
          <a:prstGeom prst="rect">
            <a:avLst/>
          </a:prstGeom>
        </p:spPr>
      </p:pic>
      <p:pic>
        <p:nvPicPr>
          <p:cNvPr id="10" name="图片 9">
            <a:extLst>
              <a:ext uri="{FF2B5EF4-FFF2-40B4-BE49-F238E27FC236}">
                <a16:creationId xmlns:a16="http://schemas.microsoft.com/office/drawing/2014/main" id="{3A49A8DD-E33F-445C-8400-0B8B3D92C9DB}"/>
              </a:ext>
            </a:extLst>
          </p:cNvPr>
          <p:cNvPicPr>
            <a:picLocks noChangeAspect="1"/>
          </p:cNvPicPr>
          <p:nvPr/>
        </p:nvPicPr>
        <p:blipFill>
          <a:blip r:embed="rId6"/>
          <a:stretch>
            <a:fillRect/>
          </a:stretch>
        </p:blipFill>
        <p:spPr>
          <a:xfrm>
            <a:off x="6556968" y="2132986"/>
            <a:ext cx="5411905" cy="3963837"/>
          </a:xfrm>
          <a:prstGeom prst="rect">
            <a:avLst/>
          </a:prstGeom>
        </p:spPr>
      </p:pic>
    </p:spTree>
    <p:extLst>
      <p:ext uri="{BB962C8B-B14F-4D97-AF65-F5344CB8AC3E}">
        <p14:creationId xmlns:p14="http://schemas.microsoft.com/office/powerpoint/2010/main" val="175920697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4" name="文本框 13">
            <a:extLst>
              <a:ext uri="{FF2B5EF4-FFF2-40B4-BE49-F238E27FC236}">
                <a16:creationId xmlns:a16="http://schemas.microsoft.com/office/drawing/2014/main" id="{FD4318D2-6B4C-4951-8586-DE023DF8CAC1}"/>
              </a:ext>
            </a:extLst>
          </p:cNvPr>
          <p:cNvSpPr txBox="1"/>
          <p:nvPr/>
        </p:nvSpPr>
        <p:spPr>
          <a:xfrm>
            <a:off x="1964002" y="114305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从</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flash attention</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讲起</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—online </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softmax</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7" name="图片 6">
            <a:extLst>
              <a:ext uri="{FF2B5EF4-FFF2-40B4-BE49-F238E27FC236}">
                <a16:creationId xmlns:a16="http://schemas.microsoft.com/office/drawing/2014/main" id="{C09378D1-1E96-4BE9-ABC5-364BA45B895A}"/>
              </a:ext>
            </a:extLst>
          </p:cNvPr>
          <p:cNvPicPr>
            <a:picLocks noChangeAspect="1"/>
          </p:cNvPicPr>
          <p:nvPr/>
        </p:nvPicPr>
        <p:blipFill>
          <a:blip r:embed="rId4"/>
          <a:stretch>
            <a:fillRect/>
          </a:stretch>
        </p:blipFill>
        <p:spPr>
          <a:xfrm>
            <a:off x="3313436" y="1827847"/>
            <a:ext cx="6250694" cy="4814297"/>
          </a:xfrm>
          <a:prstGeom prst="rect">
            <a:avLst/>
          </a:prstGeom>
        </p:spPr>
      </p:pic>
    </p:spTree>
    <p:extLst>
      <p:ext uri="{BB962C8B-B14F-4D97-AF65-F5344CB8AC3E}">
        <p14:creationId xmlns:p14="http://schemas.microsoft.com/office/powerpoint/2010/main" val="181274497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4" name="文本框 13">
            <a:extLst>
              <a:ext uri="{FF2B5EF4-FFF2-40B4-BE49-F238E27FC236}">
                <a16:creationId xmlns:a16="http://schemas.microsoft.com/office/drawing/2014/main" id="{FD4318D2-6B4C-4951-8586-DE023DF8CAC1}"/>
              </a:ext>
            </a:extLst>
          </p:cNvPr>
          <p:cNvSpPr txBox="1"/>
          <p:nvPr/>
        </p:nvSpPr>
        <p:spPr>
          <a:xfrm>
            <a:off x="1964002" y="114305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从</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flash attention</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讲起</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—online </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softmax</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5" name="图片 4">
            <a:extLst>
              <a:ext uri="{FF2B5EF4-FFF2-40B4-BE49-F238E27FC236}">
                <a16:creationId xmlns:a16="http://schemas.microsoft.com/office/drawing/2014/main" id="{7E3E4AA8-00F3-46CA-B5CD-6A77FDEBB08E}"/>
              </a:ext>
            </a:extLst>
          </p:cNvPr>
          <p:cNvPicPr>
            <a:picLocks noChangeAspect="1"/>
          </p:cNvPicPr>
          <p:nvPr/>
        </p:nvPicPr>
        <p:blipFill>
          <a:blip r:embed="rId4"/>
          <a:stretch>
            <a:fillRect/>
          </a:stretch>
        </p:blipFill>
        <p:spPr>
          <a:xfrm>
            <a:off x="2803246" y="1600910"/>
            <a:ext cx="7413319" cy="5041234"/>
          </a:xfrm>
          <a:prstGeom prst="rect">
            <a:avLst/>
          </a:prstGeom>
        </p:spPr>
      </p:pic>
    </p:spTree>
    <p:extLst>
      <p:ext uri="{BB962C8B-B14F-4D97-AF65-F5344CB8AC3E}">
        <p14:creationId xmlns:p14="http://schemas.microsoft.com/office/powerpoint/2010/main" val="353878569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4" name="文本框 13">
            <a:extLst>
              <a:ext uri="{FF2B5EF4-FFF2-40B4-BE49-F238E27FC236}">
                <a16:creationId xmlns:a16="http://schemas.microsoft.com/office/drawing/2014/main" id="{FD4318D2-6B4C-4951-8586-DE023DF8CAC1}"/>
              </a:ext>
            </a:extLst>
          </p:cNvPr>
          <p:cNvSpPr txBox="1"/>
          <p:nvPr/>
        </p:nvSpPr>
        <p:spPr>
          <a:xfrm>
            <a:off x="1964002" y="114305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从</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flash attention</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讲起</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—online </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softmax</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7" name="图片 6">
            <a:extLst>
              <a:ext uri="{FF2B5EF4-FFF2-40B4-BE49-F238E27FC236}">
                <a16:creationId xmlns:a16="http://schemas.microsoft.com/office/drawing/2014/main" id="{DAFE9752-3E72-4B94-9700-1C1D65F25DB3}"/>
              </a:ext>
            </a:extLst>
          </p:cNvPr>
          <p:cNvPicPr>
            <a:picLocks noChangeAspect="1"/>
          </p:cNvPicPr>
          <p:nvPr/>
        </p:nvPicPr>
        <p:blipFill>
          <a:blip r:embed="rId4"/>
          <a:stretch>
            <a:fillRect/>
          </a:stretch>
        </p:blipFill>
        <p:spPr>
          <a:xfrm>
            <a:off x="3316554" y="1719310"/>
            <a:ext cx="7703414" cy="4861897"/>
          </a:xfrm>
          <a:prstGeom prst="rect">
            <a:avLst/>
          </a:prstGeom>
        </p:spPr>
      </p:pic>
    </p:spTree>
    <p:extLst>
      <p:ext uri="{BB962C8B-B14F-4D97-AF65-F5344CB8AC3E}">
        <p14:creationId xmlns:p14="http://schemas.microsoft.com/office/powerpoint/2010/main" val="82043977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2" name="文本框 11">
            <a:extLst>
              <a:ext uri="{FF2B5EF4-FFF2-40B4-BE49-F238E27FC236}">
                <a16:creationId xmlns:a16="http://schemas.microsoft.com/office/drawing/2014/main" id="{6C8608C3-4A08-4C5C-B3D1-6AA9EFFF71A3}"/>
              </a:ext>
            </a:extLst>
          </p:cNvPr>
          <p:cNvSpPr txBox="1"/>
          <p:nvPr/>
        </p:nvSpPr>
        <p:spPr>
          <a:xfrm>
            <a:off x="1729061" y="109042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Dncoder</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阶段数据流</a:t>
            </a:r>
          </a:p>
        </p:txBody>
      </p:sp>
      <p:pic>
        <p:nvPicPr>
          <p:cNvPr id="7" name="图片 6">
            <a:extLst>
              <a:ext uri="{FF2B5EF4-FFF2-40B4-BE49-F238E27FC236}">
                <a16:creationId xmlns:a16="http://schemas.microsoft.com/office/drawing/2014/main" id="{380AB38F-105C-4EF8-8976-29B92932F983}"/>
              </a:ext>
            </a:extLst>
          </p:cNvPr>
          <p:cNvPicPr>
            <a:picLocks noChangeAspect="1"/>
          </p:cNvPicPr>
          <p:nvPr/>
        </p:nvPicPr>
        <p:blipFill>
          <a:blip r:embed="rId4"/>
          <a:stretch>
            <a:fillRect/>
          </a:stretch>
        </p:blipFill>
        <p:spPr>
          <a:xfrm>
            <a:off x="3968891" y="1537181"/>
            <a:ext cx="5756960" cy="5157710"/>
          </a:xfrm>
          <a:prstGeom prst="rect">
            <a:avLst/>
          </a:prstGeom>
        </p:spPr>
      </p:pic>
    </p:spTree>
    <p:extLst>
      <p:ext uri="{BB962C8B-B14F-4D97-AF65-F5344CB8AC3E}">
        <p14:creationId xmlns:p14="http://schemas.microsoft.com/office/powerpoint/2010/main" val="239155152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2" name="文本框 11">
            <a:extLst>
              <a:ext uri="{FF2B5EF4-FFF2-40B4-BE49-F238E27FC236}">
                <a16:creationId xmlns:a16="http://schemas.microsoft.com/office/drawing/2014/main" id="{6C8608C3-4A08-4C5C-B3D1-6AA9EFFF71A3}"/>
              </a:ext>
            </a:extLst>
          </p:cNvPr>
          <p:cNvSpPr txBox="1"/>
          <p:nvPr/>
        </p:nvSpPr>
        <p:spPr>
          <a:xfrm>
            <a:off x="1729061" y="109042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Attention</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阶段的并行</a:t>
            </a:r>
          </a:p>
        </p:txBody>
      </p:sp>
      <p:pic>
        <p:nvPicPr>
          <p:cNvPr id="5" name="图片 4">
            <a:extLst>
              <a:ext uri="{FF2B5EF4-FFF2-40B4-BE49-F238E27FC236}">
                <a16:creationId xmlns:a16="http://schemas.microsoft.com/office/drawing/2014/main" id="{81913CB8-F3C4-4C02-ACC4-29D2F1FD4045}"/>
              </a:ext>
            </a:extLst>
          </p:cNvPr>
          <p:cNvPicPr>
            <a:picLocks noChangeAspect="1"/>
          </p:cNvPicPr>
          <p:nvPr/>
        </p:nvPicPr>
        <p:blipFill>
          <a:blip r:embed="rId4"/>
          <a:stretch>
            <a:fillRect/>
          </a:stretch>
        </p:blipFill>
        <p:spPr>
          <a:xfrm>
            <a:off x="1729061" y="1977577"/>
            <a:ext cx="4077020" cy="4248021"/>
          </a:xfrm>
          <a:prstGeom prst="rect">
            <a:avLst/>
          </a:prstGeom>
        </p:spPr>
      </p:pic>
      <p:pic>
        <p:nvPicPr>
          <p:cNvPr id="10" name="图片 9">
            <a:extLst>
              <a:ext uri="{FF2B5EF4-FFF2-40B4-BE49-F238E27FC236}">
                <a16:creationId xmlns:a16="http://schemas.microsoft.com/office/drawing/2014/main" id="{2CA14888-6AFF-4BBB-9C72-DBB91BA766E3}"/>
              </a:ext>
            </a:extLst>
          </p:cNvPr>
          <p:cNvPicPr>
            <a:picLocks noChangeAspect="1"/>
          </p:cNvPicPr>
          <p:nvPr/>
        </p:nvPicPr>
        <p:blipFill>
          <a:blip r:embed="rId5"/>
          <a:stretch>
            <a:fillRect/>
          </a:stretch>
        </p:blipFill>
        <p:spPr>
          <a:xfrm>
            <a:off x="5974730" y="1903437"/>
            <a:ext cx="5970308" cy="4554701"/>
          </a:xfrm>
          <a:prstGeom prst="rect">
            <a:avLst/>
          </a:prstGeom>
        </p:spPr>
      </p:pic>
    </p:spTree>
    <p:extLst>
      <p:ext uri="{BB962C8B-B14F-4D97-AF65-F5344CB8AC3E}">
        <p14:creationId xmlns:p14="http://schemas.microsoft.com/office/powerpoint/2010/main" val="372040338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2" name="文本框 11">
            <a:extLst>
              <a:ext uri="{FF2B5EF4-FFF2-40B4-BE49-F238E27FC236}">
                <a16:creationId xmlns:a16="http://schemas.microsoft.com/office/drawing/2014/main" id="{6C8608C3-4A08-4C5C-B3D1-6AA9EFFF71A3}"/>
              </a:ext>
            </a:extLst>
          </p:cNvPr>
          <p:cNvSpPr txBox="1"/>
          <p:nvPr/>
        </p:nvSpPr>
        <p:spPr>
          <a:xfrm>
            <a:off x="1729061" y="109042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阶段的并行</a:t>
            </a:r>
          </a:p>
        </p:txBody>
      </p:sp>
      <p:pic>
        <p:nvPicPr>
          <p:cNvPr id="7" name="图片 6">
            <a:extLst>
              <a:ext uri="{FF2B5EF4-FFF2-40B4-BE49-F238E27FC236}">
                <a16:creationId xmlns:a16="http://schemas.microsoft.com/office/drawing/2014/main" id="{A739BC16-583D-49F2-87ED-A4D939148421}"/>
              </a:ext>
            </a:extLst>
          </p:cNvPr>
          <p:cNvPicPr>
            <a:picLocks noChangeAspect="1"/>
          </p:cNvPicPr>
          <p:nvPr/>
        </p:nvPicPr>
        <p:blipFill>
          <a:blip r:embed="rId4"/>
          <a:stretch>
            <a:fillRect/>
          </a:stretch>
        </p:blipFill>
        <p:spPr>
          <a:xfrm>
            <a:off x="1764278" y="1490534"/>
            <a:ext cx="5382870" cy="5205510"/>
          </a:xfrm>
          <a:prstGeom prst="rect">
            <a:avLst/>
          </a:prstGeom>
        </p:spPr>
      </p:pic>
      <p:pic>
        <p:nvPicPr>
          <p:cNvPr id="11" name="图片 10">
            <a:extLst>
              <a:ext uri="{FF2B5EF4-FFF2-40B4-BE49-F238E27FC236}">
                <a16:creationId xmlns:a16="http://schemas.microsoft.com/office/drawing/2014/main" id="{5C5C467B-02A3-4676-ACBB-90618CF52DA5}"/>
              </a:ext>
            </a:extLst>
          </p:cNvPr>
          <p:cNvPicPr>
            <a:picLocks noChangeAspect="1"/>
          </p:cNvPicPr>
          <p:nvPr/>
        </p:nvPicPr>
        <p:blipFill>
          <a:blip r:embed="rId5"/>
          <a:stretch>
            <a:fillRect/>
          </a:stretch>
        </p:blipFill>
        <p:spPr>
          <a:xfrm>
            <a:off x="6224188" y="2075935"/>
            <a:ext cx="5591957" cy="3341740"/>
          </a:xfrm>
          <a:prstGeom prst="rect">
            <a:avLst/>
          </a:prstGeom>
        </p:spPr>
      </p:pic>
    </p:spTree>
    <p:extLst>
      <p:ext uri="{BB962C8B-B14F-4D97-AF65-F5344CB8AC3E}">
        <p14:creationId xmlns:p14="http://schemas.microsoft.com/office/powerpoint/2010/main" val="19546599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079D-CB1D-8E77-2883-63AE21BB90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25260B-D904-97C8-6C34-B0D6BBB6B0B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4764EA3-6768-9A86-61AA-27773CF52F1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8502AFBC-9954-AB95-6B24-45847532E00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D5317ED-2B4B-1AE9-11C7-0E2C0B6D324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F6E192C-B67A-7C00-04FF-EB3D17951654}"/>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8EA1C04E-A27D-5165-5E87-8A480D28EAC1}"/>
              </a:ext>
            </a:extLst>
          </p:cNvPr>
          <p:cNvSpPr txBox="1"/>
          <p:nvPr/>
        </p:nvSpPr>
        <p:spPr>
          <a:xfrm>
            <a:off x="1692229" y="215856"/>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Attention /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MoE</a:t>
            </a:r>
            <a:r>
              <a:rPr kumimoji="1" lang="zh-CN" altLang="en-US"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数据流</a:t>
            </a:r>
          </a:p>
        </p:txBody>
      </p:sp>
      <p:pic>
        <p:nvPicPr>
          <p:cNvPr id="3" name="图片 2">
            <a:extLst>
              <a:ext uri="{FF2B5EF4-FFF2-40B4-BE49-F238E27FC236}">
                <a16:creationId xmlns:a16="http://schemas.microsoft.com/office/drawing/2014/main" id="{8C19AFE7-F046-0528-D396-2E39EE0B6D6A}"/>
              </a:ext>
            </a:extLst>
          </p:cNvPr>
          <p:cNvPicPr>
            <a:picLocks noChangeAspect="1"/>
          </p:cNvPicPr>
          <p:nvPr/>
        </p:nvPicPr>
        <p:blipFill>
          <a:blip r:embed="rId3"/>
          <a:stretch>
            <a:fillRect/>
          </a:stretch>
        </p:blipFill>
        <p:spPr>
          <a:xfrm>
            <a:off x="300368" y="170733"/>
            <a:ext cx="847725" cy="876300"/>
          </a:xfrm>
          <a:prstGeom prst="rect">
            <a:avLst/>
          </a:prstGeom>
        </p:spPr>
      </p:pic>
      <p:sp>
        <p:nvSpPr>
          <p:cNvPr id="12" name="文本框 11">
            <a:extLst>
              <a:ext uri="{FF2B5EF4-FFF2-40B4-BE49-F238E27FC236}">
                <a16:creationId xmlns:a16="http://schemas.microsoft.com/office/drawing/2014/main" id="{6C8608C3-4A08-4C5C-B3D1-6AA9EFFF71A3}"/>
              </a:ext>
            </a:extLst>
          </p:cNvPr>
          <p:cNvSpPr txBox="1"/>
          <p:nvPr/>
        </p:nvSpPr>
        <p:spPr>
          <a:xfrm>
            <a:off x="1729061" y="1090424"/>
            <a:ext cx="65720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专家映射算法</a:t>
            </a:r>
          </a:p>
        </p:txBody>
      </p:sp>
      <p:pic>
        <p:nvPicPr>
          <p:cNvPr id="5" name="图片 4">
            <a:extLst>
              <a:ext uri="{FF2B5EF4-FFF2-40B4-BE49-F238E27FC236}">
                <a16:creationId xmlns:a16="http://schemas.microsoft.com/office/drawing/2014/main" id="{8F2DC3C6-1DFE-4EE6-AC44-1DB2C0F01F38}"/>
              </a:ext>
            </a:extLst>
          </p:cNvPr>
          <p:cNvPicPr>
            <a:picLocks noChangeAspect="1"/>
          </p:cNvPicPr>
          <p:nvPr/>
        </p:nvPicPr>
        <p:blipFill>
          <a:blip r:embed="rId4"/>
          <a:stretch>
            <a:fillRect/>
          </a:stretch>
        </p:blipFill>
        <p:spPr>
          <a:xfrm>
            <a:off x="1581645" y="2762038"/>
            <a:ext cx="4828710" cy="1898931"/>
          </a:xfrm>
          <a:prstGeom prst="rect">
            <a:avLst/>
          </a:prstGeom>
        </p:spPr>
      </p:pic>
      <p:pic>
        <p:nvPicPr>
          <p:cNvPr id="10" name="图片 9">
            <a:extLst>
              <a:ext uri="{FF2B5EF4-FFF2-40B4-BE49-F238E27FC236}">
                <a16:creationId xmlns:a16="http://schemas.microsoft.com/office/drawing/2014/main" id="{2BE67E1F-9CDE-4D21-A86D-57B49F8520A7}"/>
              </a:ext>
            </a:extLst>
          </p:cNvPr>
          <p:cNvPicPr>
            <a:picLocks noChangeAspect="1"/>
          </p:cNvPicPr>
          <p:nvPr/>
        </p:nvPicPr>
        <p:blipFill>
          <a:blip r:embed="rId5"/>
          <a:stretch>
            <a:fillRect/>
          </a:stretch>
        </p:blipFill>
        <p:spPr>
          <a:xfrm>
            <a:off x="6734628" y="2429259"/>
            <a:ext cx="5061422" cy="2811074"/>
          </a:xfrm>
          <a:prstGeom prst="rect">
            <a:avLst/>
          </a:prstGeom>
        </p:spPr>
      </p:pic>
    </p:spTree>
    <p:extLst>
      <p:ext uri="{BB962C8B-B14F-4D97-AF65-F5344CB8AC3E}">
        <p14:creationId xmlns:p14="http://schemas.microsoft.com/office/powerpoint/2010/main" val="158491261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258*36"/>
  <p:tag name="TABLE_ENDDRAG_RECT" val="573*376*258*36"/>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4418</TotalTime>
  <Words>2177</Words>
  <Application>Microsoft Office PowerPoint</Application>
  <PresentationFormat>宽屏</PresentationFormat>
  <Paragraphs>188</Paragraphs>
  <Slides>23</Slides>
  <Notes>23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-apple-system</vt:lpstr>
      <vt:lpstr>Inter</vt:lpstr>
      <vt:lpstr>Times New Roman Regular</vt:lpstr>
      <vt:lpstr>ui-sans-serif</vt:lpstr>
      <vt:lpstr>等线</vt:lpstr>
      <vt:lpstr>微软雅黑</vt:lpstr>
      <vt:lpstr>Arial</vt:lpstr>
      <vt:lpstr>Times New Roman Bold</vt:lpstr>
      <vt:lpstr>Times New Roman Bold Italic</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liao huang</dc:creator>
  <cp:lastModifiedBy>liao huang</cp:lastModifiedBy>
  <cp:revision>8</cp:revision>
  <dcterms:created xsi:type="dcterms:W3CDTF">2025-08-20T06:57:41Z</dcterms:created>
  <dcterms:modified xsi:type="dcterms:W3CDTF">2025-10-17T09:07:59Z</dcterms:modified>
</cp:coreProperties>
</file>