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38" r:id="rId3"/>
    <p:sldId id="334" r:id="rId4"/>
    <p:sldId id="335" r:id="rId5"/>
    <p:sldId id="336" r:id="rId6"/>
    <p:sldId id="337" r:id="rId7"/>
    <p:sldId id="313" r:id="rId8"/>
    <p:sldId id="333" r:id="rId9"/>
    <p:sldId id="33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0DD1131-E15C-442C-ADEB-F5A77FD726CB}">
          <p14:sldIdLst>
            <p14:sldId id="257"/>
          </p14:sldIdLst>
        </p14:section>
        <p14:section name="1" id="{3CE12ECF-0D44-4DDB-A890-C7DBAE28C2AA}">
          <p14:sldIdLst>
            <p14:sldId id="338"/>
            <p14:sldId id="334"/>
            <p14:sldId id="335"/>
            <p14:sldId id="336"/>
            <p14:sldId id="337"/>
            <p14:sldId id="313"/>
            <p14:sldId id="333"/>
            <p14:sldId id="3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C39F1-6E61-4B04-BA5E-FD9AD573E169}" v="33" dt="2025-10-09T05:44:56.573"/>
    <p1510:client id="{AC12F19B-E514-4570-8AFA-B0EFD247729C}" v="2" dt="2025-10-09T05:37:19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1" autoAdjust="0"/>
    <p:restoredTop sz="80133" autoAdjust="0"/>
  </p:normalViewPr>
  <p:slideViewPr>
    <p:cSldViewPr snapToGrid="0">
      <p:cViewPr varScale="1">
        <p:scale>
          <a:sx n="97" d="100"/>
          <a:sy n="97" d="100"/>
        </p:scale>
        <p:origin x="180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o huang" userId="ec82cc6f13daab8b" providerId="LiveId" clId="{E24E8AD7-CEE0-4A90-923C-3E20E97F8D52}"/>
    <pc:docChg chg="undo custSel addSld delSld modSld sldOrd addSection modSection">
      <pc:chgData name="liao huang" userId="ec82cc6f13daab8b" providerId="LiveId" clId="{E24E8AD7-CEE0-4A90-923C-3E20E97F8D52}" dt="2025-09-03T09:19:37.138" v="2832" actId="20577"/>
      <pc:docMkLst>
        <pc:docMk/>
      </pc:docMkLst>
      <pc:sldChg chg="modSp add mod">
        <pc:chgData name="liao huang" userId="ec82cc6f13daab8b" providerId="LiveId" clId="{E24E8AD7-CEE0-4A90-923C-3E20E97F8D52}" dt="2025-08-20T06:58:31.479" v="50" actId="20577"/>
        <pc:sldMkLst>
          <pc:docMk/>
          <pc:sldMk cId="0" sldId="257"/>
        </pc:sldMkLst>
      </pc:sldChg>
      <pc:sldChg chg="modSp add mod">
        <pc:chgData name="liao huang" userId="ec82cc6f13daab8b" providerId="LiveId" clId="{E24E8AD7-CEE0-4A90-923C-3E20E97F8D52}" dt="2025-08-21T05:10:23.264" v="1882"/>
        <pc:sldMkLst>
          <pc:docMk/>
          <pc:sldMk cId="0" sldId="272"/>
        </pc:sldMkLst>
      </pc:sldChg>
      <pc:sldChg chg="delSp modSp add mod">
        <pc:chgData name="liao huang" userId="ec82cc6f13daab8b" providerId="LiveId" clId="{E24E8AD7-CEE0-4A90-923C-3E20E97F8D52}" dt="2025-08-20T07:09:07.756" v="95" actId="114"/>
        <pc:sldMkLst>
          <pc:docMk/>
          <pc:sldMk cId="1682685868" sldId="313"/>
        </pc:sldMkLst>
      </pc:sldChg>
      <pc:sldChg chg="modSp add mod modNotesTx">
        <pc:chgData name="liao huang" userId="ec82cc6f13daab8b" providerId="LiveId" clId="{E24E8AD7-CEE0-4A90-923C-3E20E97F8D52}" dt="2025-08-20T09:55:14.973" v="347"/>
        <pc:sldMkLst>
          <pc:docMk/>
          <pc:sldMk cId="3027936104" sldId="333"/>
        </pc:sldMkLst>
      </pc:sldChg>
      <pc:sldChg chg="addSp delSp modSp add mod modNotesTx">
        <pc:chgData name="liao huang" userId="ec82cc6f13daab8b" providerId="LiveId" clId="{E24E8AD7-CEE0-4A90-923C-3E20E97F8D52}" dt="2025-08-20T10:00:23.973" v="348" actId="20577"/>
        <pc:sldMkLst>
          <pc:docMk/>
          <pc:sldMk cId="621122138" sldId="334"/>
        </pc:sldMkLst>
      </pc:sldChg>
      <pc:sldChg chg="addSp modSp add mod modNotesTx">
        <pc:chgData name="liao huang" userId="ec82cc6f13daab8b" providerId="LiveId" clId="{E24E8AD7-CEE0-4A90-923C-3E20E97F8D52}" dt="2025-08-20T10:05:37.132" v="373" actId="1076"/>
        <pc:sldMkLst>
          <pc:docMk/>
          <pc:sldMk cId="2504641328" sldId="335"/>
        </pc:sldMkLst>
      </pc:sldChg>
      <pc:sldChg chg="addSp delSp modSp add mod modNotesTx">
        <pc:chgData name="liao huang" userId="ec82cc6f13daab8b" providerId="LiveId" clId="{E24E8AD7-CEE0-4A90-923C-3E20E97F8D52}" dt="2025-08-20T10:45:57.248" v="1027" actId="22"/>
        <pc:sldMkLst>
          <pc:docMk/>
          <pc:sldMk cId="1848639983" sldId="336"/>
        </pc:sldMkLst>
      </pc:sldChg>
      <pc:sldChg chg="addSp delSp modSp add mod modNotesTx">
        <pc:chgData name="liao huang" userId="ec82cc6f13daab8b" providerId="LiveId" clId="{E24E8AD7-CEE0-4A90-923C-3E20E97F8D52}" dt="2025-08-21T03:44:50.700" v="1305" actId="22"/>
        <pc:sldMkLst>
          <pc:docMk/>
          <pc:sldMk cId="969987762" sldId="337"/>
        </pc:sldMkLst>
      </pc:sldChg>
      <pc:sldChg chg="addSp delSp modSp add mod modNotesTx">
        <pc:chgData name="liao huang" userId="ec82cc6f13daab8b" providerId="LiveId" clId="{E24E8AD7-CEE0-4A90-923C-3E20E97F8D52}" dt="2025-08-21T04:01:48.662" v="1868" actId="20577"/>
        <pc:sldMkLst>
          <pc:docMk/>
          <pc:sldMk cId="896632247" sldId="338"/>
        </pc:sldMkLst>
      </pc:sldChg>
      <pc:sldChg chg="modSp add mod">
        <pc:chgData name="liao huang" userId="ec82cc6f13daab8b" providerId="LiveId" clId="{E24E8AD7-CEE0-4A90-923C-3E20E97F8D52}" dt="2025-08-21T05:13:17.780" v="1886"/>
        <pc:sldMkLst>
          <pc:docMk/>
          <pc:sldMk cId="2177563654" sldId="339"/>
        </pc:sldMkLst>
      </pc:sldChg>
      <pc:sldChg chg="addSp delSp modSp add mod ord modNotesTx">
        <pc:chgData name="liao huang" userId="ec82cc6f13daab8b" providerId="LiveId" clId="{E24E8AD7-CEE0-4A90-923C-3E20E97F8D52}" dt="2025-08-21T07:11:07.551" v="1956" actId="22"/>
        <pc:sldMkLst>
          <pc:docMk/>
          <pc:sldMk cId="3400952436" sldId="340"/>
        </pc:sldMkLst>
      </pc:sldChg>
      <pc:sldChg chg="add modNotesTx">
        <pc:chgData name="liao huang" userId="ec82cc6f13daab8b" providerId="LiveId" clId="{E24E8AD7-CEE0-4A90-923C-3E20E97F8D52}" dt="2025-08-21T05:15:56.498" v="1917"/>
        <pc:sldMkLst>
          <pc:docMk/>
          <pc:sldMk cId="428877371" sldId="341"/>
        </pc:sldMkLst>
      </pc:sldChg>
      <pc:sldChg chg="addSp delSp modSp add mod modNotesTx">
        <pc:chgData name="liao huang" userId="ec82cc6f13daab8b" providerId="LiveId" clId="{E24E8AD7-CEE0-4A90-923C-3E20E97F8D52}" dt="2025-08-21T07:41:19.475" v="1973" actId="20577"/>
        <pc:sldMkLst>
          <pc:docMk/>
          <pc:sldMk cId="1389603188" sldId="342"/>
        </pc:sldMkLst>
      </pc:sldChg>
      <pc:sldChg chg="addSp delSp modSp add mod">
        <pc:chgData name="liao huang" userId="ec82cc6f13daab8b" providerId="LiveId" clId="{E24E8AD7-CEE0-4A90-923C-3E20E97F8D52}" dt="2025-08-27T08:45:14.998" v="1980" actId="1076"/>
        <pc:sldMkLst>
          <pc:docMk/>
          <pc:sldMk cId="3082033537" sldId="343"/>
        </pc:sldMkLst>
      </pc:sldChg>
      <pc:sldChg chg="new del">
        <pc:chgData name="liao huang" userId="ec82cc6f13daab8b" providerId="LiveId" clId="{E24E8AD7-CEE0-4A90-923C-3E20E97F8D52}" dt="2025-08-27T10:08:55.259" v="1983" actId="680"/>
        <pc:sldMkLst>
          <pc:docMk/>
          <pc:sldMk cId="284051779" sldId="344"/>
        </pc:sldMkLst>
      </pc:sldChg>
      <pc:sldChg chg="modSp add mod">
        <pc:chgData name="liao huang" userId="ec82cc6f13daab8b" providerId="LiveId" clId="{E24E8AD7-CEE0-4A90-923C-3E20E97F8D52}" dt="2025-09-01T05:40:00.929" v="2024" actId="20577"/>
        <pc:sldMkLst>
          <pc:docMk/>
          <pc:sldMk cId="3878932586" sldId="344"/>
        </pc:sldMkLst>
      </pc:sldChg>
      <pc:sldChg chg="modSp add mod">
        <pc:chgData name="liao huang" userId="ec82cc6f13daab8b" providerId="LiveId" clId="{E24E8AD7-CEE0-4A90-923C-3E20E97F8D52}" dt="2025-08-27T10:21:05.877" v="2015" actId="20577"/>
        <pc:sldMkLst>
          <pc:docMk/>
          <pc:sldMk cId="2379408487" sldId="345"/>
        </pc:sldMkLst>
      </pc:sldChg>
      <pc:sldChg chg="addSp delSp modSp add mod">
        <pc:chgData name="liao huang" userId="ec82cc6f13daab8b" providerId="LiveId" clId="{E24E8AD7-CEE0-4A90-923C-3E20E97F8D52}" dt="2025-09-03T08:11:40.628" v="2038" actId="478"/>
        <pc:sldMkLst>
          <pc:docMk/>
          <pc:sldMk cId="2386988284" sldId="346"/>
        </pc:sldMkLst>
      </pc:sldChg>
      <pc:sldChg chg="new del">
        <pc:chgData name="liao huang" userId="ec82cc6f13daab8b" providerId="LiveId" clId="{E24E8AD7-CEE0-4A90-923C-3E20E97F8D52}" dt="2025-09-03T08:10:59.792" v="2026" actId="680"/>
        <pc:sldMkLst>
          <pc:docMk/>
          <pc:sldMk cId="4173274157" sldId="346"/>
        </pc:sldMkLst>
      </pc:sldChg>
      <pc:sldChg chg="addSp delSp modSp add mod">
        <pc:chgData name="liao huang" userId="ec82cc6f13daab8b" providerId="LiveId" clId="{E24E8AD7-CEE0-4A90-923C-3E20E97F8D52}" dt="2025-09-03T08:58:20.426" v="2579" actId="1076"/>
        <pc:sldMkLst>
          <pc:docMk/>
          <pc:sldMk cId="2160905716" sldId="347"/>
        </pc:sldMkLst>
      </pc:sldChg>
      <pc:sldChg chg="addSp delSp modSp add mod">
        <pc:chgData name="liao huang" userId="ec82cc6f13daab8b" providerId="LiveId" clId="{E24E8AD7-CEE0-4A90-923C-3E20E97F8D52}" dt="2025-09-03T09:16:33.196" v="2741" actId="21"/>
        <pc:sldMkLst>
          <pc:docMk/>
          <pc:sldMk cId="3574788686" sldId="348"/>
        </pc:sldMkLst>
      </pc:sldChg>
      <pc:sldChg chg="modSp add mod">
        <pc:chgData name="liao huang" userId="ec82cc6f13daab8b" providerId="LiveId" clId="{E24E8AD7-CEE0-4A90-923C-3E20E97F8D52}" dt="2025-09-03T09:19:37.138" v="2832" actId="20577"/>
        <pc:sldMkLst>
          <pc:docMk/>
          <pc:sldMk cId="2799807660" sldId="349"/>
        </pc:sldMkLst>
      </pc:sldChg>
    </pc:docChg>
  </pc:docChgLst>
  <pc:docChgLst>
    <pc:chgData name="liao huang" userId="ec82cc6f13daab8b" providerId="LiveId" clId="{AA54D501-5D86-4123-B440-108FCE7D8FB7}"/>
    <pc:docChg chg="undo custSel addSld delSld modSld delSection modSection">
      <pc:chgData name="liao huang" userId="ec82cc6f13daab8b" providerId="LiveId" clId="{AA54D501-5D86-4123-B440-108FCE7D8FB7}" dt="2025-10-09T05:44:56.572" v="244"/>
      <pc:docMkLst>
        <pc:docMk/>
      </pc:docMkLst>
      <pc:sldChg chg="modSp mod">
        <pc:chgData name="liao huang" userId="ec82cc6f13daab8b" providerId="LiveId" clId="{AA54D501-5D86-4123-B440-108FCE7D8FB7}" dt="2025-10-09T05:43:24.277" v="148" actId="20577"/>
        <pc:sldMkLst>
          <pc:docMk/>
          <pc:sldMk cId="0" sldId="257"/>
        </pc:sldMkLst>
        <pc:spChg chg="mod">
          <ac:chgData name="liao huang" userId="ec82cc6f13daab8b" providerId="LiveId" clId="{AA54D501-5D86-4123-B440-108FCE7D8FB7}" dt="2025-10-09T05:43:18.566" v="142"/>
          <ac:spMkLst>
            <pc:docMk/>
            <pc:sldMk cId="0" sldId="257"/>
            <ac:spMk id="8" creationId="{00000000-0000-0000-0000-000000000000}"/>
          </ac:spMkLst>
        </pc:spChg>
        <pc:graphicFrameChg chg="modGraphic">
          <ac:chgData name="liao huang" userId="ec82cc6f13daab8b" providerId="LiveId" clId="{AA54D501-5D86-4123-B440-108FCE7D8FB7}" dt="2025-10-09T05:43:24.277" v="148" actId="20577"/>
          <ac:graphicFrameMkLst>
            <pc:docMk/>
            <pc:sldMk cId="0" sldId="257"/>
            <ac:graphicFrameMk id="23" creationId="{00000000-0000-0000-0000-000000000000}"/>
          </ac:graphicFrameMkLst>
        </pc:graphicFrameChg>
        <pc:graphicFrameChg chg="modGraphic">
          <ac:chgData name="liao huang" userId="ec82cc6f13daab8b" providerId="LiveId" clId="{AA54D501-5D86-4123-B440-108FCE7D8FB7}" dt="2025-10-09T05:37:24.215" v="126" actId="20577"/>
          <ac:graphicFrameMkLst>
            <pc:docMk/>
            <pc:sldMk cId="0" sldId="257"/>
            <ac:graphicFrameMk id="33" creationId="{00000000-0000-0000-0000-000000000000}"/>
          </ac:graphicFrameMkLst>
        </pc:graphicFrameChg>
      </pc:sldChg>
      <pc:sldChg chg="modSp mod">
        <pc:chgData name="liao huang" userId="ec82cc6f13daab8b" providerId="LiveId" clId="{AA54D501-5D86-4123-B440-108FCE7D8FB7}" dt="2025-10-09T05:44:03.816" v="190" actId="255"/>
        <pc:sldMkLst>
          <pc:docMk/>
          <pc:sldMk cId="0" sldId="272"/>
        </pc:sldMkLst>
        <pc:spChg chg="mod">
          <ac:chgData name="liao huang" userId="ec82cc6f13daab8b" providerId="LiveId" clId="{AA54D501-5D86-4123-B440-108FCE7D8FB7}" dt="2025-10-09T05:44:03.816" v="190" actId="255"/>
          <ac:spMkLst>
            <pc:docMk/>
            <pc:sldMk cId="0" sldId="272"/>
            <ac:spMk id="2" creationId="{64998951-640F-6C08-A8BC-65E1246B73D6}"/>
          </ac:spMkLst>
        </pc:spChg>
      </pc:sldChg>
      <pc:sldChg chg="modSp add del mod">
        <pc:chgData name="liao huang" userId="ec82cc6f13daab8b" providerId="LiveId" clId="{AA54D501-5D86-4123-B440-108FCE7D8FB7}" dt="2025-10-09T05:44:14.996" v="196"/>
        <pc:sldMkLst>
          <pc:docMk/>
          <pc:sldMk cId="1682685868" sldId="313"/>
        </pc:sldMkLst>
        <pc:spChg chg="mod">
          <ac:chgData name="liao huang" userId="ec82cc6f13daab8b" providerId="LiveId" clId="{AA54D501-5D86-4123-B440-108FCE7D8FB7}" dt="2025-10-09T05:44:14.996" v="196"/>
          <ac:spMkLst>
            <pc:docMk/>
            <pc:sldMk cId="1682685868" sldId="313"/>
            <ac:spMk id="6" creationId="{B14EE4E1-D5B5-A3D2-BE03-12C581BE1142}"/>
          </ac:spMkLst>
        </pc:spChg>
      </pc:sldChg>
      <pc:sldChg chg="modSp mod modNotesTx">
        <pc:chgData name="liao huang" userId="ec82cc6f13daab8b" providerId="LiveId" clId="{AA54D501-5D86-4123-B440-108FCE7D8FB7}" dt="2025-10-09T05:44:56.572" v="244"/>
        <pc:sldMkLst>
          <pc:docMk/>
          <pc:sldMk cId="3027936104" sldId="333"/>
        </pc:sldMkLst>
        <pc:spChg chg="mod">
          <ac:chgData name="liao huang" userId="ec82cc6f13daab8b" providerId="LiveId" clId="{AA54D501-5D86-4123-B440-108FCE7D8FB7}" dt="2025-10-09T05:44:56.572" v="244"/>
          <ac:spMkLst>
            <pc:docMk/>
            <pc:sldMk cId="3027936104" sldId="333"/>
            <ac:spMk id="7" creationId="{AB1A0C70-2EC6-48A1-9DE6-1865D03C0A3F}"/>
          </ac:spMkLst>
        </pc:spChg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621122138" sldId="334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2504641328" sldId="335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1848639983" sldId="336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969987762" sldId="337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896632247" sldId="338"/>
        </pc:sldMkLst>
      </pc:sldChg>
      <pc:sldChg chg="del">
        <pc:chgData name="liao huang" userId="ec82cc6f13daab8b" providerId="LiveId" clId="{AA54D501-5D86-4123-B440-108FCE7D8FB7}" dt="2025-10-09T05:37:54.127" v="132" actId="47"/>
        <pc:sldMkLst>
          <pc:docMk/>
          <pc:sldMk cId="2177563654" sldId="339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400952436" sldId="340"/>
        </pc:sldMkLst>
      </pc:sldChg>
      <pc:sldChg chg="del">
        <pc:chgData name="liao huang" userId="ec82cc6f13daab8b" providerId="LiveId" clId="{AA54D501-5D86-4123-B440-108FCE7D8FB7}" dt="2025-10-09T05:37:55.318" v="133" actId="47"/>
        <pc:sldMkLst>
          <pc:docMk/>
          <pc:sldMk cId="428877371" sldId="341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1389603188" sldId="342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082033537" sldId="343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878932586" sldId="344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379408487" sldId="345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386988284" sldId="346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160905716" sldId="347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574788686" sldId="348"/>
        </pc:sldMkLst>
      </pc:sldChg>
      <pc:sldChg chg="addSp delSp modSp del mod">
        <pc:chgData name="liao huang" userId="ec82cc6f13daab8b" providerId="LiveId" clId="{AA54D501-5D86-4123-B440-108FCE7D8FB7}" dt="2025-10-09T05:37:46.387" v="129" actId="2696"/>
        <pc:sldMkLst>
          <pc:docMk/>
          <pc:sldMk cId="2799807660" sldId="349"/>
        </pc:sldMkLst>
      </pc:sldChg>
      <pc:sldChg chg="delSp add del mod">
        <pc:chgData name="liao huang" userId="ec82cc6f13daab8b" providerId="LiveId" clId="{AA54D501-5D86-4123-B440-108FCE7D8FB7}" dt="2025-10-09T05:37:46.387" v="129" actId="2696"/>
        <pc:sldMkLst>
          <pc:docMk/>
          <pc:sldMk cId="1506959899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6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64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68A4-6C70-36EE-8BE2-F36C0C8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0BCC5-AE06-1DF5-5F41-59AB9C5B0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B7706-69C0-60C4-935D-2556FFE7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8CBD5-2A1D-D959-EE75-D56F1A4F1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296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68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667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038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194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68A4-6C70-36EE-8BE2-F36C0C8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0BCC5-AE06-1DF5-5F41-59AB9C5B0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B7706-69C0-60C4-935D-2556FFE7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8CBD5-2A1D-D959-EE75-D56F1A4F1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299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92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77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D02B8-8476-189C-1438-6FC513E50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3F6F6D-F8DD-AE7E-6C55-3E53AEDBE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16232-DD58-DB9D-18BB-2439B1B1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89B93-F3C9-2EE8-96E7-67D317FE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8DB78-BB4A-AA85-E4A0-EC342A51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48D38-E5ED-980C-C7BF-9910626F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D7898-17C3-8665-06E2-7F513653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B3437-3E06-C63C-DE90-E0818545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62AFD-BB3E-DE3D-3004-12E315A9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C4AB0-602A-3D15-9E95-081DAA65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4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17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4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D877A0-4804-4917-810F-DD3372FB1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10.17</a:t>
            </a:r>
            <a:endParaRPr kumimoji="1" lang="zh-CN" altLang="en-US" dirty="0"/>
          </a:p>
        </p:txBody>
      </p:sp>
      <p:graphicFrame>
        <p:nvGraphicFramePr>
          <p:cNvPr id="19" name="表格 18"/>
          <p:cNvGraphicFramePr/>
          <p:nvPr>
            <p:custDataLst>
              <p:tags r:id="rId2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考生姓名</a:t>
                      </a: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汇报人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53129017"/>
              </p:ext>
            </p:ext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李旭蕤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5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汇报时间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088556521"/>
              </p:ext>
            </p:ext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2025.10.17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63B-2353-FA90-5B2C-BD860E92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525901-2C19-64B6-0115-C29C7B064F88}"/>
              </a:ext>
            </a:extLst>
          </p:cNvPr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49082B-14B6-7CDC-E12A-73C38F068B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62AF432-531B-E32A-736F-BCB27B03E2C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0B6048-639C-010F-B7C6-1867337A5C4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891" y="3544"/>
              <a:ext cx="9612" cy="582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Moe</a:t>
              </a:r>
              <a:r>
                <a:rPr kumimoji="1" lang="zh-CN" altLang="en-US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的各种并行方式</a:t>
              </a:r>
              <a:endParaRPr kumimoji="1" lang="en-US" altLang="zh-CN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4736AB-06FB-5B61-5C4D-22E415653AF6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93E849-5609-7D84-1D4C-E7AFE76DBEF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DD8D6C-C2FD-204B-A89E-D09E09E157B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D4285A3-B04F-B20A-A2F4-8FDB6AF7C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4EE4E1-D5B5-A3D2-BE03-12C581BE1142}"/>
              </a:ext>
            </a:extLst>
          </p:cNvPr>
          <p:cNvSpPr txBox="1"/>
          <p:nvPr/>
        </p:nvSpPr>
        <p:spPr>
          <a:xfrm>
            <a:off x="563879" y="5932169"/>
            <a:ext cx="11064240" cy="35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 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41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9B2E559-B924-D154-3E1F-7A571F4C2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826" y="1214063"/>
            <a:ext cx="6182623" cy="39885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C94088B-F1E8-A24E-6DE5-9377E3F20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7347" y="5373626"/>
            <a:ext cx="8933333" cy="1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9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AA676BE-94E0-2D2F-F83B-7EBE2F01F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158" y="1329421"/>
            <a:ext cx="7021505" cy="43365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86BA421-33D1-D3CE-7EEB-ACA45F4F4F24}"/>
              </a:ext>
            </a:extLst>
          </p:cNvPr>
          <p:cNvSpPr txBox="1"/>
          <p:nvPr/>
        </p:nvSpPr>
        <p:spPr>
          <a:xfrm>
            <a:off x="4359166" y="6117021"/>
            <a:ext cx="346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数据并行</a:t>
            </a:r>
          </a:p>
        </p:txBody>
      </p:sp>
    </p:spTree>
    <p:extLst>
      <p:ext uri="{BB962C8B-B14F-4D97-AF65-F5344CB8AC3E}">
        <p14:creationId xmlns:p14="http://schemas.microsoft.com/office/powerpoint/2010/main" val="243439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86BA421-33D1-D3CE-7EEB-ACA45F4F4F24}"/>
              </a:ext>
            </a:extLst>
          </p:cNvPr>
          <p:cNvSpPr txBox="1"/>
          <p:nvPr/>
        </p:nvSpPr>
        <p:spPr>
          <a:xfrm>
            <a:off x="2518334" y="4260119"/>
            <a:ext cx="346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数据并行</a:t>
            </a:r>
            <a:r>
              <a:rPr lang="en-US" altLang="zh-CN" dirty="0"/>
              <a:t>+</a:t>
            </a:r>
            <a:r>
              <a:rPr lang="zh-CN" altLang="en-US" dirty="0"/>
              <a:t>专家并行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CC47C2B-7001-AB6D-BB23-9059001F1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879" y="999743"/>
            <a:ext cx="5212664" cy="354767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5D78138-506F-7DCE-F2F5-FDADFDFE3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794" y="3490471"/>
            <a:ext cx="5839206" cy="281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74CF68F-493D-304C-7A2E-AB7CAE8B7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164" y="959781"/>
            <a:ext cx="9283403" cy="498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0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63B-2353-FA90-5B2C-BD860E92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525901-2C19-64B6-0115-C29C7B064F88}"/>
              </a:ext>
            </a:extLst>
          </p:cNvPr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49082B-14B6-7CDC-E12A-73C38F068B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62AF432-531B-E32A-736F-BCB27B03E2C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0B6048-639C-010F-B7C6-1867337A5C4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891" y="3544"/>
              <a:ext cx="9612" cy="1454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b="1" i="1" dirty="0" err="1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</a:rPr>
                <a:t>MoE</a:t>
              </a:r>
              <a:r>
                <a:rPr kumimoji="1" lang="en-US" altLang="zh-CN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</a:rPr>
                <a:t>-Lightning: High-Throughput </a:t>
              </a:r>
              <a:r>
                <a:rPr kumimoji="1" lang="en-US" altLang="zh-CN" b="1" i="1" dirty="0" err="1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</a:rPr>
                <a:t>MoE</a:t>
              </a:r>
              <a:r>
                <a:rPr kumimoji="1" lang="en-US" altLang="zh-CN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</a:rPr>
                <a:t> Inference on Memory-constrained GPUs</a:t>
              </a:r>
            </a:p>
            <a:p>
              <a:pPr lvl="0" algn="l">
                <a:buClrTx/>
                <a:buSzTx/>
                <a:buFontTx/>
              </a:pPr>
              <a:r>
                <a:rPr kumimoji="1" lang="zh-CN" altLang="en-US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（</a:t>
              </a:r>
              <a:r>
                <a:rPr kumimoji="1" lang="en-US" altLang="zh-CN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Asplos25</a:t>
              </a:r>
              <a:r>
                <a:rPr kumimoji="1" lang="zh-CN" altLang="en-US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）</a:t>
              </a:r>
              <a:endParaRPr kumimoji="1" lang="en-US" altLang="zh-CN" b="1" i="1" dirty="0">
                <a:solidFill>
                  <a:schemeClr val="bg1"/>
                </a:solidFill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4736AB-06FB-5B61-5C4D-22E415653AF6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93E849-5609-7D84-1D4C-E7AFE76DBEF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2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DD8D6C-C2FD-204B-A89E-D09E09E157B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two</a:t>
                </a: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D4285A3-B04F-B20A-A2F4-8FDB6AF7C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4EE4E1-D5B5-A3D2-BE03-12C581BE1142}"/>
              </a:ext>
            </a:extLst>
          </p:cNvPr>
          <p:cNvSpPr txBox="1"/>
          <p:nvPr/>
        </p:nvSpPr>
        <p:spPr>
          <a:xfrm>
            <a:off x="563879" y="5932169"/>
            <a:ext cx="11064240" cy="35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 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68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AccelTran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: A Sparsity-Aware Accelerator for  Dynamic Inference With Transformers</a:t>
            </a: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3041A11-79B6-2578-EB05-729459F8B60F}"/>
              </a:ext>
            </a:extLst>
          </p:cNvPr>
          <p:cNvSpPr txBox="1"/>
          <p:nvPr/>
        </p:nvSpPr>
        <p:spPr>
          <a:xfrm>
            <a:off x="8446008" y="1329421"/>
            <a:ext cx="2874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思路：</a:t>
            </a:r>
            <a:endParaRPr lang="en-US" altLang="zh-CN" b="1" dirty="0"/>
          </a:p>
          <a:p>
            <a:r>
              <a:rPr lang="zh-CN" altLang="en-US" b="1" dirty="0"/>
              <a:t>让计算靠近数据，而不是让数据靠近计算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2122A22-0202-7FFB-25FC-9F969105B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091" y="2484542"/>
            <a:ext cx="3618288" cy="116006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DD5FD4A-1492-EBFF-8EDD-69EBF7CAFC8B}"/>
              </a:ext>
            </a:extLst>
          </p:cNvPr>
          <p:cNvSpPr txBox="1"/>
          <p:nvPr/>
        </p:nvSpPr>
        <p:spPr>
          <a:xfrm>
            <a:off x="1828800" y="1233141"/>
            <a:ext cx="61919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解决什么问题：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 在内存有限的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GPU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上进行</a:t>
            </a:r>
            <a:r>
              <a:rPr lang="en-US" altLang="zh-CN" b="0" i="0" dirty="0" err="1">
                <a:solidFill>
                  <a:srgbClr val="1A1C1E"/>
                </a:solidFill>
                <a:effectLst/>
                <a:latin typeface="Inter"/>
              </a:rPr>
              <a:t>MoE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模型推理时，需要频繁地在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CPU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和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GPU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之间传输模型权重和数据，导致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GPU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经常处于闲置等待状态，从而严重影响了系统整体的运行效率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E2AD8A-72B3-6BF4-A686-FAB0884347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061" y="2433470"/>
            <a:ext cx="6191906" cy="42374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BE1A3E4-AA5A-145E-657A-BD1482A37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9344" y="3780998"/>
            <a:ext cx="3676658" cy="288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3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AccelTran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: A Sparsity-Aware Accelerator for  Dynamic Inference With Transformers</a:t>
            </a: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CEB3AAA-9878-F3EA-7485-B1307208E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456" y="1252540"/>
            <a:ext cx="10559154" cy="447586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1A795B5-8FA5-4B6F-686F-73D5A4102A4A}"/>
              </a:ext>
            </a:extLst>
          </p:cNvPr>
          <p:cNvSpPr txBox="1"/>
          <p:nvPr/>
        </p:nvSpPr>
        <p:spPr>
          <a:xfrm>
            <a:off x="1739137" y="960089"/>
            <a:ext cx="2238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CPU-GPU-IO</a:t>
            </a:r>
            <a:r>
              <a:rPr lang="zh-CN" altLang="en-US" b="1" dirty="0"/>
              <a:t>流水</a:t>
            </a:r>
          </a:p>
        </p:txBody>
      </p:sp>
    </p:spTree>
    <p:extLst>
      <p:ext uri="{BB962C8B-B14F-4D97-AF65-F5344CB8AC3E}">
        <p14:creationId xmlns:p14="http://schemas.microsoft.com/office/powerpoint/2010/main" val="78457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4942</TotalTime>
  <Words>141</Words>
  <Application>Microsoft Office PowerPoint</Application>
  <PresentationFormat>宽屏</PresentationFormat>
  <Paragraphs>38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-apple-system</vt:lpstr>
      <vt:lpstr>Inter</vt:lpstr>
      <vt:lpstr>Times New Roman Regular</vt:lpstr>
      <vt:lpstr>等线</vt:lpstr>
      <vt:lpstr>微软雅黑</vt:lpstr>
      <vt:lpstr>Arial</vt:lpstr>
      <vt:lpstr>Times New Roman Bold</vt:lpstr>
      <vt:lpstr>Times New Roman Bold Italic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旭蕤 李</cp:lastModifiedBy>
  <cp:revision>9</cp:revision>
  <dcterms:created xsi:type="dcterms:W3CDTF">2025-08-20T06:57:41Z</dcterms:created>
  <dcterms:modified xsi:type="dcterms:W3CDTF">2025-10-17T08:14:51Z</dcterms:modified>
</cp:coreProperties>
</file>