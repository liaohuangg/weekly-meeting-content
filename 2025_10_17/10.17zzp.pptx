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7" r:id="rId4"/>
    <p:sldId id="31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</p14:sldIdLst>
        </p14:section>
        <p14:section name="1" id="{3CE12ECF-0D44-4DDB-A890-C7DBAE28C2AA}">
          <p14:sldIdLst>
            <p14:sldId id="31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01" autoAdjust="0"/>
    <p:restoredTop sz="80133" autoAdjust="0"/>
  </p:normalViewPr>
  <p:slideViewPr>
    <p:cSldViewPr snapToGrid="0">
      <p:cViewPr varScale="1">
        <p:scale>
          <a:sx n="127" d="100"/>
          <a:sy n="127" d="100"/>
        </p:scale>
        <p:origin x="20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展示了一个由</a:t>
            </a:r>
            <a:r>
              <a:rPr lang="en-US" altLang="zh-CN" dirty="0">
                <a:sym typeface="+mn-ea"/>
              </a:rPr>
              <a:t>64</a:t>
            </a:r>
            <a:r>
              <a:rPr lang="zh-CN" altLang="en-US" dirty="0">
                <a:sym typeface="+mn-ea"/>
              </a:rPr>
              <a:t>个节点组成的典型共享内存多处理器。每个节点包含一个处理器、私有的</a:t>
            </a:r>
            <a:r>
              <a:rPr lang="en-US" altLang="zh-CN" dirty="0">
                <a:sym typeface="+mn-ea"/>
              </a:rPr>
              <a:t>L1</a:t>
            </a:r>
            <a:r>
              <a:rPr lang="zh-CN" altLang="en-US" dirty="0">
                <a:sym typeface="+mn-ea"/>
              </a:rPr>
              <a:t>指令缓存和数据缓存，以及一个可以是私有或共享的</a:t>
            </a:r>
            <a:r>
              <a:rPr lang="en-US" altLang="zh-CN" dirty="0">
                <a:sym typeface="+mn-ea"/>
              </a:rPr>
              <a:t>L2</a:t>
            </a:r>
            <a:r>
              <a:rPr lang="zh-CN" altLang="en-US" dirty="0">
                <a:sym typeface="+mn-ea"/>
              </a:rPr>
              <a:t>缓存。在</a:t>
            </a:r>
            <a:r>
              <a:rPr lang="en-US" altLang="zh-CN" dirty="0">
                <a:sym typeface="+mn-ea"/>
              </a:rPr>
              <a:t>L2</a:t>
            </a:r>
            <a:r>
              <a:rPr lang="zh-CN" altLang="en-US" dirty="0">
                <a:sym typeface="+mn-ea"/>
              </a:rPr>
              <a:t>缓存之上，芯片上可能还集成了</a:t>
            </a:r>
            <a:r>
              <a:rPr lang="en-US" altLang="zh-CN" dirty="0">
                <a:sym typeface="+mn-ea"/>
              </a:rPr>
              <a:t>L3</a:t>
            </a:r>
            <a:r>
              <a:rPr lang="zh-CN" altLang="en-US" dirty="0">
                <a:sym typeface="+mn-ea"/>
              </a:rPr>
              <a:t>缓存，这第三级缓存通常由芯片上的所有处理器共享。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广播协议</a:t>
            </a:r>
            <a:endParaRPr lang="zh-CN" altLang="en-US" dirty="0"/>
          </a:p>
          <a:p>
            <a:r>
              <a:rPr lang="zh-CN" altLang="en-US" dirty="0"/>
              <a:t>在使用广播协议时，一致性请求被发送到芯片上的所有节点，这导致了高带宽需求。数据响应是点对点性质的，不需要任何排序；广播系统可以依赖两个物理网络：一个互连用于排序，另一个更高带宽、无需排序的互连用于数据传输。或者，可以使用多个虚拟通道来确保一致性流量的排序；请求和响应可以通过独立的虚拟通道流动</a:t>
            </a:r>
            <a:r>
              <a:rPr lang="en-US" altLang="zh-CN" dirty="0"/>
              <a:t>[166, 200]</a:t>
            </a:r>
            <a:r>
              <a:rPr lang="zh-CN" altLang="en-US" dirty="0"/>
              <a:t>。图</a:t>
            </a:r>
            <a:r>
              <a:rPr lang="en-US" altLang="zh-CN" dirty="0"/>
              <a:t>2.2a</a:t>
            </a:r>
            <a:r>
              <a:rPr lang="zh-CN" altLang="en-US" dirty="0"/>
              <a:t>显示了一个导致缓存未命中的读请求，该请求（</a:t>
            </a:r>
            <a:r>
              <a:rPr lang="en-US" altLang="zh-CN" dirty="0"/>
              <a:t>1</a:t>
            </a:r>
            <a:r>
              <a:rPr lang="zh-CN" altLang="en-US" dirty="0"/>
              <a:t>）被发送到一个排序点，（</a:t>
            </a:r>
            <a:r>
              <a:rPr lang="en-US" altLang="zh-CN" dirty="0"/>
              <a:t>2</a:t>
            </a:r>
            <a:r>
              <a:rPr lang="zh-CN" altLang="en-US" dirty="0"/>
              <a:t>）广播到所有核心，然后（</a:t>
            </a:r>
            <a:r>
              <a:rPr lang="en-US" altLang="zh-CN" dirty="0"/>
              <a:t>3</a:t>
            </a:r>
            <a:r>
              <a:rPr lang="zh-CN" altLang="en-US" dirty="0"/>
              <a:t>）接收数据。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目录协议</a:t>
            </a:r>
            <a:endParaRPr lang="zh-CN" altLang="en-US" dirty="0"/>
          </a:p>
          <a:p>
            <a:r>
              <a:rPr lang="zh-CN" altLang="en-US" dirty="0"/>
              <a:t>广播协议的一种替代方案是目录协议。目录协议不依赖任何隐式的网络排序，并且可以映射到任意的拓扑结构。目录协议依赖点对点消息而非广播；这种一致性消息的减少使得此类协议能够提供更好的可扩展性。目录中包含哪些核心拥有该缓存块的信息，因此无需广播到所有核心。在图</a:t>
            </a:r>
            <a:r>
              <a:rPr lang="en-US" altLang="zh-CN" dirty="0"/>
              <a:t>2.2b</a:t>
            </a:r>
            <a:r>
              <a:rPr lang="zh-CN" altLang="en-US" dirty="0"/>
              <a:t>中，单个核心从目录接收读请求，这导致了更低的带宽需求。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缓存一致的共享内存芯片多处理器通常需要两种消息尺寸</a:t>
            </a:r>
            <a:r>
              <a:rPr lang="en-US" altLang="zh-CN" dirty="0"/>
              <a:t>,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如果网络被大量请求淹没，而这些请求只有在网络接口发起应答时才能被使用，那么就会出现循环依赖。</a:t>
            </a:r>
            <a:endParaRPr lang="zh-CN" altLang="en-US" dirty="0"/>
          </a:p>
          <a:p>
            <a:r>
              <a:rPr lang="zh-CN" altLang="en-US" dirty="0"/>
              <a:t>在此示例中，如果两个处理器都产生大量请求，占满了网络资源，那么两个处理器都会在等待远程回复的过程中停滞，无法继续处理其他未完成的请求。如果回复使用与请求相同的网络资源，这些回复将无法取得进展，从而导致死锁。</a:t>
            </a:r>
            <a:endParaRPr lang="zh-CN" altLang="en-US" dirty="0"/>
          </a:p>
          <a:p>
            <a:r>
              <a:rPr lang="zh-CN" altLang="en-US" dirty="0"/>
              <a:t>点</a:t>
            </a:r>
            <a:r>
              <a:rPr lang="en-US" altLang="zh-CN" dirty="0"/>
              <a:t>A </a:t>
            </a:r>
            <a:r>
              <a:rPr lang="zh-CN" altLang="en-US" dirty="0"/>
              <a:t>想要消耗掉节点</a:t>
            </a:r>
            <a:r>
              <a:rPr lang="en-US" altLang="zh-CN" dirty="0"/>
              <a:t>B</a:t>
            </a:r>
            <a:r>
              <a:rPr lang="zh-CN" altLang="en-US" dirty="0"/>
              <a:t>的请求，就必须先给节点</a:t>
            </a:r>
            <a:r>
              <a:rPr lang="en-US" altLang="zh-CN" dirty="0"/>
              <a:t>B</a:t>
            </a:r>
            <a:r>
              <a:rPr lang="zh-CN" altLang="en-US" dirty="0"/>
              <a:t>发送一个回复。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节点</a:t>
            </a:r>
            <a:r>
              <a:rPr lang="en-US" altLang="zh-CN" dirty="0"/>
              <a:t>B </a:t>
            </a:r>
            <a:r>
              <a:rPr lang="zh-CN" altLang="en-US" dirty="0"/>
              <a:t>想要消耗掉节点</a:t>
            </a:r>
            <a:r>
              <a:rPr lang="en-US" altLang="zh-CN" dirty="0"/>
              <a:t>A</a:t>
            </a:r>
            <a:r>
              <a:rPr lang="zh-CN" altLang="en-US" dirty="0"/>
              <a:t>的请求，也必须先给节点</a:t>
            </a:r>
            <a:r>
              <a:rPr lang="en-US" altLang="zh-CN" dirty="0"/>
              <a:t>A</a:t>
            </a:r>
            <a:r>
              <a:rPr lang="zh-CN" altLang="en-US" dirty="0"/>
              <a:t>发送一个回复。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但是，它们用来发送回复的网络通道，和接收请求的网络通道，是同一个物理通道！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通过要求不同的消息类别使用不同的虚拟通道，请求和响应之间的循环依赖在网络中被打破。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虚拟通道</a:t>
            </a:r>
            <a:r>
              <a:rPr lang="en-US" altLang="zh-CN" dirty="0"/>
              <a:t>(Virtual Channel, VC)</a:t>
            </a:r>
            <a:r>
              <a:rPr lang="zh-CN" altLang="en-US" dirty="0"/>
              <a:t>基本上是路由器中的一个单独的队列；多个</a:t>
            </a:r>
            <a:r>
              <a:rPr lang="en-US" altLang="zh-CN" dirty="0"/>
              <a:t> VC </a:t>
            </a:r>
            <a:r>
              <a:rPr lang="zh-CN" altLang="en-US" dirty="0"/>
              <a:t>虚拟通道时分复用共享两个路由器之间的物理线路（物理链路）。</a:t>
            </a:r>
            <a:endParaRPr lang="zh-CN" altLang="en-US" dirty="0"/>
          </a:p>
          <a:p>
            <a:r>
              <a:rPr lang="zh-CN" altLang="en-US" dirty="0"/>
              <a:t>当持有虚拟通道的数据包被阻塞时，其他数据包仍然可以通过其他虚拟通道穿越物理链路。因此，</a:t>
            </a:r>
            <a:r>
              <a:rPr lang="en-US" altLang="zh-CN" dirty="0"/>
              <a:t>VC </a:t>
            </a:r>
            <a:r>
              <a:rPr lang="zh-CN" altLang="en-US" dirty="0"/>
              <a:t>提高了物理链路的利用率并扩展了整体网络吞吐量。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所有消息都通过</a:t>
            </a:r>
            <a:r>
              <a:rPr lang="en-US" altLang="zh-CN" dirty="0"/>
              <a:t> VC 0 </a:t>
            </a:r>
            <a:r>
              <a:rPr lang="zh-CN" altLang="en-US" dirty="0"/>
              <a:t>发送，直到跨越日期变更线。跨越日期变更线后，消息将被分配给</a:t>
            </a:r>
            <a:r>
              <a:rPr lang="en-US" altLang="zh-CN" dirty="0"/>
              <a:t> VC 1</a:t>
            </a:r>
            <a:r>
              <a:rPr lang="zh-CN" altLang="en-US" dirty="0"/>
              <a:t>，并且在其网络遍历的剩余时间内的任何时候都不能分配给</a:t>
            </a:r>
            <a:r>
              <a:rPr lang="en-US" altLang="zh-CN" dirty="0"/>
              <a:t> VC 0 </a:t>
            </a:r>
            <a:r>
              <a:rPr lang="zh-CN" altLang="en-US" dirty="0"/>
              <a:t>，这确保了通道依赖图（</a:t>
            </a:r>
            <a:r>
              <a:rPr lang="en-US" altLang="zh-CN" dirty="0"/>
              <a:t>CDG</a:t>
            </a:r>
            <a:r>
              <a:rPr lang="zh-CN" altLang="en-US" dirty="0"/>
              <a:t>）是非循环的。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说明了单个虚拟通道的无限制路由如何导致死锁</a:t>
            </a:r>
            <a:endParaRPr lang="zh-CN" altLang="en-US" dirty="0"/>
          </a:p>
          <a:p>
            <a:r>
              <a:rPr lang="zh-CN" altLang="en-US" dirty="0"/>
              <a:t>图</a:t>
            </a:r>
            <a:r>
              <a:rPr lang="en-US" altLang="zh-CN" dirty="0"/>
              <a:t> 5.8b </a:t>
            </a:r>
            <a:r>
              <a:rPr lang="zh-CN" altLang="en-US" dirty="0"/>
              <a:t>使用两个虚拟通道。</a:t>
            </a:r>
            <a:r>
              <a:rPr lang="en-US" altLang="zh-CN" dirty="0"/>
              <a:t>VC1</a:t>
            </a:r>
            <a:r>
              <a:rPr lang="zh-CN" altLang="en-US" dirty="0"/>
              <a:t>作为逃生虚拟通道。例如，数据包</a:t>
            </a:r>
            <a:r>
              <a:rPr lang="en-US" altLang="zh-CN" dirty="0"/>
              <a:t> A </a:t>
            </a:r>
            <a:r>
              <a:rPr lang="zh-CN" altLang="en-US" dirty="0"/>
              <a:t>可以被分配虚拟通道</a:t>
            </a:r>
            <a:r>
              <a:rPr lang="en-US" altLang="zh-CN" dirty="0"/>
              <a:t> 1</a:t>
            </a:r>
            <a:r>
              <a:rPr lang="zh-CN" altLang="en-US" dirty="0"/>
              <a:t>（因此维度顺序路由到其目的地），所有数据包都可以转发。数据包</a:t>
            </a:r>
            <a:r>
              <a:rPr lang="en-US" altLang="zh-CN" dirty="0"/>
              <a:t> A </a:t>
            </a:r>
            <a:r>
              <a:rPr lang="zh-CN" altLang="en-US" dirty="0"/>
              <a:t>的</a:t>
            </a:r>
            <a:r>
              <a:rPr lang="en-US" altLang="zh-CN" dirty="0"/>
              <a:t> flits </a:t>
            </a:r>
            <a:r>
              <a:rPr lang="zh-CN" altLang="en-US" dirty="0"/>
              <a:t>最终将从路由器</a:t>
            </a:r>
            <a:r>
              <a:rPr lang="en-US" altLang="zh-CN" dirty="0"/>
              <a:t> 1 </a:t>
            </a:r>
            <a:r>
              <a:rPr lang="zh-CN" altLang="en-US" dirty="0"/>
              <a:t>处的</a:t>
            </a:r>
            <a:r>
              <a:rPr lang="en-US" altLang="zh-CN" dirty="0"/>
              <a:t> VC 0 </a:t>
            </a:r>
            <a:r>
              <a:rPr lang="zh-CN" altLang="en-US" dirty="0"/>
              <a:t>排出，从而允许将数据包</a:t>
            </a:r>
            <a:r>
              <a:rPr lang="en-US" altLang="zh-CN" dirty="0"/>
              <a:t> B </a:t>
            </a:r>
            <a:r>
              <a:rPr lang="zh-CN" altLang="en-US" dirty="0"/>
              <a:t>分配到路由器</a:t>
            </a:r>
            <a:r>
              <a:rPr lang="en-US" altLang="zh-CN" dirty="0"/>
              <a:t> 1 </a:t>
            </a:r>
            <a:r>
              <a:rPr lang="zh-CN" altLang="en-US" dirty="0"/>
              <a:t>处的任一虚拟通道。一旦数据包</a:t>
            </a:r>
            <a:r>
              <a:rPr lang="en-US" altLang="zh-CN" dirty="0"/>
              <a:t> B </a:t>
            </a:r>
            <a:r>
              <a:rPr lang="zh-CN" altLang="en-US" dirty="0"/>
              <a:t>的</a:t>
            </a:r>
            <a:r>
              <a:rPr lang="en-US" altLang="zh-CN" dirty="0"/>
              <a:t> flits </a:t>
            </a:r>
            <a:r>
              <a:rPr lang="zh-CN" altLang="en-US" dirty="0"/>
              <a:t>耗尽，数据包</a:t>
            </a:r>
            <a:r>
              <a:rPr lang="en-US" altLang="zh-CN" dirty="0"/>
              <a:t> D </a:t>
            </a:r>
            <a:r>
              <a:rPr lang="zh-CN" altLang="en-US" dirty="0"/>
              <a:t>可以传输到路由器</a:t>
            </a:r>
            <a:r>
              <a:rPr lang="en-US" altLang="zh-CN" dirty="0"/>
              <a:t>0</a:t>
            </a:r>
            <a:r>
              <a:rPr lang="zh-CN" altLang="en-US" dirty="0"/>
              <a:t>的任意</a:t>
            </a:r>
            <a:r>
              <a:rPr lang="en-US" altLang="zh-CN" dirty="0"/>
              <a:t>VC</a:t>
            </a:r>
            <a:r>
              <a:rPr lang="zh-CN" altLang="en-US" dirty="0"/>
              <a:t>通道。对于数据包</a:t>
            </a:r>
            <a:r>
              <a:rPr lang="en-US" altLang="zh-CN" dirty="0"/>
              <a:t> C </a:t>
            </a:r>
            <a:r>
              <a:rPr lang="zh-CN" altLang="en-US" dirty="0"/>
              <a:t>的</a:t>
            </a:r>
            <a:r>
              <a:rPr lang="en-US" altLang="zh-CN" dirty="0"/>
              <a:t> flits </a:t>
            </a:r>
            <a:r>
              <a:rPr lang="zh-CN" altLang="en-US" dirty="0"/>
              <a:t>也是如此。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确保网络中始终存在至少一个空的数据包大小的缓冲区（即</a:t>
            </a:r>
            <a:r>
              <a:rPr lang="en-US" altLang="zh-CN" dirty="0"/>
              <a:t>“</a:t>
            </a:r>
            <a:r>
              <a:rPr lang="zh-CN" altLang="en-US" dirty="0"/>
              <a:t>气泡</a:t>
            </a:r>
            <a:r>
              <a:rPr lang="en-US" altLang="zh-CN" dirty="0"/>
              <a:t>”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只有当环中（或该维度的环上）存在至少两个连续的空数据包缓冲区（即两个</a:t>
            </a:r>
            <a:r>
              <a:rPr lang="en-US" altLang="zh-CN" dirty="0"/>
              <a:t>“</a:t>
            </a:r>
            <a:r>
              <a:rPr lang="zh-CN" altLang="en-US" dirty="0"/>
              <a:t>气泡</a:t>
            </a:r>
            <a:r>
              <a:rPr lang="en-US" altLang="zh-CN" dirty="0"/>
              <a:t>”</a:t>
            </a:r>
            <a:r>
              <a:rPr lang="zh-CN" altLang="en-US" dirty="0"/>
              <a:t>）时，才允许向该环中注入新的数据包。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在不容忍数据包丢失的片上网络中，反压机制的核心是：确保接收方有足够的资源（缓冲区）之前，发送方不会传输数据，从而防止数据溢出和丢失。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redit</a:t>
            </a:r>
            <a:r>
              <a:rPr lang="zh-CN" altLang="en-US" dirty="0"/>
              <a:t>计数器记录的是下一跳路由器缓冲区空闲空间还能存储多少个</a:t>
            </a:r>
            <a:r>
              <a:rPr lang="en-US" altLang="zh-CN" dirty="0"/>
              <a:t>flit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2994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死锁</a:t>
            </a:r>
            <a:endParaRPr kumimoji="1" 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考生姓名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4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汇报人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钟智鹏</a:t>
                      </a:r>
                      <a:endParaRPr kumimoji="1" lang="zh-CN" altLang="en-US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6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汇报时间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7"/>
            </p:custData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2025.10.17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/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/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891" y="3731"/>
              <a:ext cx="9612" cy="72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zh-CN" altLang="en-US" sz="2400" b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协议级死锁</a:t>
              </a:r>
              <a:endParaRPr kumimoji="1" lang="zh-CN" altLang="en-US" sz="2400" b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1.1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共享内存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2705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共享内存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8755" y="1713865"/>
            <a:ext cx="5238750" cy="2182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全局共享地址空间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所有处理器都访问同一个共享内存，使得每个处理器都能看到最新的数据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endParaRPr lang="zh-CN" altLang="en-US" sz="2000" b="0" i="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使用缓存来提高共享内存系统的性能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4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820" y="1988820"/>
            <a:ext cx="4840605" cy="2495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1.2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缓存一致性及要求</a:t>
            </a:r>
            <a:endParaRPr kumimoji="1" lang="zh-CN" altLang="en-US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缓存一致性及要求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8755" y="1415415"/>
            <a:ext cx="7798435" cy="4961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一致性协议：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b="0" i="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</a:rPr>
              <a:t>广播协议（</a:t>
            </a:r>
            <a:r>
              <a:rPr lang="en-US" altLang="zh-CN" sz="2000" b="0" i="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</a:rPr>
              <a:t> Broadcast Protocol</a:t>
            </a:r>
            <a:r>
              <a:rPr lang="zh-CN" altLang="en-US" sz="2000" b="0" i="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</a:rPr>
              <a:t>）</a:t>
            </a:r>
            <a:endParaRPr lang="zh-CN" altLang="en-US" sz="2000" b="0" i="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1200150" lvl="2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b="0" i="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</a:rPr>
              <a:t>目录协议（</a:t>
            </a:r>
            <a:r>
              <a:rPr lang="en-US" altLang="zh-CN" sz="2000" b="0" i="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</a:rPr>
              <a:t> Directory Protocol</a:t>
            </a:r>
            <a:r>
              <a:rPr lang="zh-CN" altLang="en-US" sz="2000" b="0" i="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</a:rPr>
              <a:t>）</a:t>
            </a:r>
            <a:endParaRPr lang="zh-CN" altLang="en-US" sz="2000" b="0" i="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广播协议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发送至所有节点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目录协议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发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送至有待修改数据的节点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一致性协议需要多种消息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单播，从单个源发送到单个目的地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多播，从单个源发送到多个目的地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广播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，从单个源发送到所有目的地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两种消息尺寸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3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没有数据的一致性请求与响应，尺寸较小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3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数据消息（缓冲块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+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内存地址）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595" y="2113915"/>
            <a:ext cx="5010785" cy="2433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1.3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协</a:t>
            </a:r>
            <a:r>
              <a:rPr kumimoji="1" lang="zh-CN" altLang="en-US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议级死锁</a:t>
            </a:r>
            <a:endParaRPr kumimoji="1" lang="zh-CN" altLang="en-US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协议级死锁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970" y="1619250"/>
            <a:ext cx="1065403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循环依赖关系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不同的消息类别，个类别中的请求消息不会导致生成同一类别中的另一个请求消息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请求（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request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），包括加载、存储、升级和写回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干预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Interventions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，从目录发送的，请求将已修改的数据传输到新节点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响应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response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，包括无效确认、否定确认（指示请求失败）和数据消息等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使用多个虚拟通道（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virtual channels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）防止协议性死锁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发送至有待修改数据的节点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970" y="4323715"/>
            <a:ext cx="7259955" cy="2226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1.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1" lang="zh-CN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虚拟通道</a:t>
            </a:r>
            <a:endParaRPr kumimoji="1" lang="zh-CN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1.4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虚拟通道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970" y="1619250"/>
            <a:ext cx="1065403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时分复用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如果没有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VC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在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被阻塞时，同样被阻塞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2985770" y="2485390"/>
            <a:ext cx="4803140" cy="411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1.5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无死锁流控制</a:t>
            </a:r>
            <a:endParaRPr kumimoji="1" lang="zh-CN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1.5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无死锁流控制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970" y="1619250"/>
            <a:ext cx="1065403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日期变更线（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Dateline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）与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VC 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分区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所有消息都通过 VC 0 发送，直到跨越日期变更线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跨越日期变更线后，消息将被分配给 VC 1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225" y="3074670"/>
            <a:ext cx="6167120" cy="3354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1.5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zh-CN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无死锁流控制</a:t>
            </a:r>
            <a:endParaRPr kumimoji="1" lang="zh-CN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1.5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无死锁流控制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970" y="1619250"/>
            <a:ext cx="1065403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逃逸通道（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Escape VCs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逃生虚拟通道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75" y="3119755"/>
            <a:ext cx="5708650" cy="2800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1.5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zh-CN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无死锁流控制</a:t>
            </a:r>
            <a:endParaRPr kumimoji="1" lang="zh-CN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1.5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无死锁流控制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970" y="1619250"/>
            <a:ext cx="1065403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气泡流量控制（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Bubble Flow Control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两个空位才可注入数据包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保留一个空包确保向前推进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3036570"/>
            <a:ext cx="7677785" cy="2104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31784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1.6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zh-CN" sz="24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缓冲区反压</a:t>
            </a:r>
            <a:endParaRPr kumimoji="1" lang="zh-CN" sz="24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54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1.6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缓冲区反压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7970" y="1619250"/>
            <a:ext cx="1065403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确保接收方有足够的资源（缓冲区）之前，发送方不会传输数据，从而防止数据溢出和丢失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基于credit的缓冲区反压机制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根据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credit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计数决定继续或暂停传输数据包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若当前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credit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减为零则表示下一跳没有空闲缓冲区，需停止传输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基于开启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/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关闭信号的缓冲区反压机制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低于某一阈值时就直接关闭，高于就打开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WPS 演示</Application>
  <PresentationFormat>宽屏</PresentationFormat>
  <Paragraphs>144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Times New Roman Regular</vt:lpstr>
      <vt:lpstr>Times New Roman</vt:lpstr>
      <vt:lpstr>Times New Roman Bold</vt:lpstr>
      <vt:lpstr>Times New Roman Bold Italic</vt:lpstr>
      <vt:lpstr>-apple-system</vt:lpstr>
      <vt:lpstr>Wingdings</vt:lpstr>
      <vt:lpstr>等线</vt:lpstr>
      <vt:lpstr>Arial Unicode MS</vt:lpstr>
      <vt:lpstr>等线 Light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钟智鹏</cp:lastModifiedBy>
  <cp:revision>8</cp:revision>
  <dcterms:created xsi:type="dcterms:W3CDTF">2025-08-20T06:57:00Z</dcterms:created>
  <dcterms:modified xsi:type="dcterms:W3CDTF">2025-10-17T07:30:50Z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3B4C9A9A565943D79FDBA1412F16E552_13</vt:lpwstr>
  </property>
  <property fmtid="{D5CDD505-2E9C-101B-9397-08002B2CF9AE}" pid="3" name="KSOProductBuildVer">
    <vt:lpwstr>2052-12.1.0.23125</vt:lpwstr>
  </property>
</Properties>
</file>