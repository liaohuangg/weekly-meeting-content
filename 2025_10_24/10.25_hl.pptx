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72" r:id="rId3"/>
    <p:sldId id="336" r:id="rId4"/>
    <p:sldId id="338" r:id="rId5"/>
    <p:sldId id="337" r:id="rId6"/>
    <p:sldId id="313" r:id="rId7"/>
    <p:sldId id="340" r:id="rId8"/>
    <p:sldId id="341" r:id="rId9"/>
    <p:sldId id="342" r:id="rId10"/>
    <p:sldId id="343" r:id="rId11"/>
    <p:sldId id="344" r:id="rId12"/>
    <p:sldId id="339" r:id="rId13"/>
    <p:sldId id="334" r:id="rId14"/>
    <p:sldId id="333" r:id="rId15"/>
    <p:sldId id="345" r:id="rId16"/>
    <p:sldId id="34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0DD1131-E15C-442C-ADEB-F5A77FD726CB}">
          <p14:sldIdLst>
            <p14:sldId id="257"/>
            <p14:sldId id="272"/>
          </p14:sldIdLst>
        </p14:section>
        <p14:section name="1" id="{3CE12ECF-0D44-4DDB-A890-C7DBAE28C2AA}">
          <p14:sldIdLst>
            <p14:sldId id="336"/>
            <p14:sldId id="338"/>
            <p14:sldId id="337"/>
            <p14:sldId id="313"/>
            <p14:sldId id="340"/>
            <p14:sldId id="341"/>
            <p14:sldId id="342"/>
            <p14:sldId id="343"/>
            <p14:sldId id="344"/>
            <p14:sldId id="339"/>
            <p14:sldId id="334"/>
            <p14:sldId id="333"/>
            <p14:sldId id="345"/>
            <p14:sldId id="3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ABA7D4-90E0-4FCB-B61E-63DA9A21048F}" v="112" dt="2025-10-24T10:28:51.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01" autoAdjust="0"/>
    <p:restoredTop sz="95664" autoAdjust="0"/>
  </p:normalViewPr>
  <p:slideViewPr>
    <p:cSldViewPr snapToGrid="0">
      <p:cViewPr varScale="1">
        <p:scale>
          <a:sx n="96" d="100"/>
          <a:sy n="96" d="100"/>
        </p:scale>
        <p:origin x="90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o huang" userId="ec82cc6f13daab8b" providerId="LiveId" clId="{AA54D501-5D86-4123-B440-108FCE7D8FB7}"/>
    <pc:docChg chg="undo custSel addSld delSld modSld sldOrd delSection modSection">
      <pc:chgData name="liao huang" userId="ec82cc6f13daab8b" providerId="LiveId" clId="{AA54D501-5D86-4123-B440-108FCE7D8FB7}" dt="2025-10-24T10:56:24.229" v="726" actId="1076"/>
      <pc:docMkLst>
        <pc:docMk/>
      </pc:docMkLst>
      <pc:sldChg chg="modSp mod">
        <pc:chgData name="liao huang" userId="ec82cc6f13daab8b" providerId="LiveId" clId="{AA54D501-5D86-4123-B440-108FCE7D8FB7}" dt="2025-10-24T05:55:15.539" v="277"/>
        <pc:sldMkLst>
          <pc:docMk/>
          <pc:sldMk cId="0" sldId="257"/>
        </pc:sldMkLst>
        <pc:spChg chg="mod">
          <ac:chgData name="liao huang" userId="ec82cc6f13daab8b" providerId="LiveId" clId="{AA54D501-5D86-4123-B440-108FCE7D8FB7}" dt="2025-10-24T05:55:15.539" v="277"/>
          <ac:spMkLst>
            <pc:docMk/>
            <pc:sldMk cId="0" sldId="257"/>
            <ac:spMk id="8" creationId="{00000000-0000-0000-0000-000000000000}"/>
          </ac:spMkLst>
        </pc:spChg>
        <pc:graphicFrameChg chg="mod modGraphic">
          <ac:chgData name="liao huang" userId="ec82cc6f13daab8b" providerId="LiveId" clId="{AA54D501-5D86-4123-B440-108FCE7D8FB7}" dt="2025-10-24T05:50:41.572" v="263"/>
          <ac:graphicFrameMkLst>
            <pc:docMk/>
            <pc:sldMk cId="0" sldId="257"/>
            <ac:graphicFrameMk id="23" creationId="{00000000-0000-0000-0000-000000000000}"/>
          </ac:graphicFrameMkLst>
        </pc:graphicFrameChg>
        <pc:graphicFrameChg chg="modGraphic">
          <ac:chgData name="liao huang" userId="ec82cc6f13daab8b" providerId="LiveId" clId="{AA54D501-5D86-4123-B440-108FCE7D8FB7}" dt="2025-10-24T05:50:44.667" v="264" actId="20577"/>
          <ac:graphicFrameMkLst>
            <pc:docMk/>
            <pc:sldMk cId="0" sldId="257"/>
            <ac:graphicFrameMk id="33" creationId="{00000000-0000-0000-0000-000000000000}"/>
          </ac:graphicFrameMkLst>
        </pc:graphicFrameChg>
      </pc:sldChg>
      <pc:sldChg chg="modSp mod">
        <pc:chgData name="liao huang" userId="ec82cc6f13daab8b" providerId="LiveId" clId="{AA54D501-5D86-4123-B440-108FCE7D8FB7}" dt="2025-10-24T10:28:51.154" v="708"/>
        <pc:sldMkLst>
          <pc:docMk/>
          <pc:sldMk cId="0" sldId="272"/>
        </pc:sldMkLst>
        <pc:spChg chg="mod">
          <ac:chgData name="liao huang" userId="ec82cc6f13daab8b" providerId="LiveId" clId="{AA54D501-5D86-4123-B440-108FCE7D8FB7}" dt="2025-10-24T10:28:51.154" v="708"/>
          <ac:spMkLst>
            <pc:docMk/>
            <pc:sldMk cId="0" sldId="272"/>
            <ac:spMk id="2" creationId="{64998951-640F-6C08-A8BC-65E1246B73D6}"/>
          </ac:spMkLst>
        </pc:spChg>
        <pc:spChg chg="mod">
          <ac:chgData name="liao huang" userId="ec82cc6f13daab8b" providerId="LiveId" clId="{AA54D501-5D86-4123-B440-108FCE7D8FB7}" dt="2025-10-24T05:55:49.563" v="299" actId="1076"/>
          <ac:spMkLst>
            <pc:docMk/>
            <pc:sldMk cId="0" sldId="272"/>
            <ac:spMk id="8" creationId="{00000000-0000-0000-0000-000000000000}"/>
          </ac:spMkLst>
        </pc:spChg>
        <pc:spChg chg="mod">
          <ac:chgData name="liao huang" userId="ec82cc6f13daab8b" providerId="LiveId" clId="{AA54D501-5D86-4123-B440-108FCE7D8FB7}" dt="2025-10-24T05:55:22.345" v="278"/>
          <ac:spMkLst>
            <pc:docMk/>
            <pc:sldMk cId="0" sldId="272"/>
            <ac:spMk id="33" creationId="{00000000-0000-0000-0000-000000000000}"/>
          </ac:spMkLst>
        </pc:spChg>
        <pc:grpChg chg="mod">
          <ac:chgData name="liao huang" userId="ec82cc6f13daab8b" providerId="LiveId" clId="{AA54D501-5D86-4123-B440-108FCE7D8FB7}" dt="2025-10-24T10:27:22.181" v="702" actId="1076"/>
          <ac:grpSpMkLst>
            <pc:docMk/>
            <pc:sldMk cId="0" sldId="272"/>
            <ac:grpSpMk id="9" creationId="{44F142AE-D5C7-E772-E6A0-876037A4F2A7}"/>
          </ac:grpSpMkLst>
        </pc:grpChg>
        <pc:grpChg chg="mod">
          <ac:chgData name="liao huang" userId="ec82cc6f13daab8b" providerId="LiveId" clId="{AA54D501-5D86-4123-B440-108FCE7D8FB7}" dt="2025-10-24T10:27:22.181" v="702" actId="1076"/>
          <ac:grpSpMkLst>
            <pc:docMk/>
            <pc:sldMk cId="0" sldId="272"/>
            <ac:grpSpMk id="11" creationId="{8F7C0971-7369-E9FF-7DCF-2CA105016570}"/>
          </ac:grpSpMkLst>
        </pc:grpChg>
        <pc:grpChg chg="mod">
          <ac:chgData name="liao huang" userId="ec82cc6f13daab8b" providerId="LiveId" clId="{AA54D501-5D86-4123-B440-108FCE7D8FB7}" dt="2025-10-24T10:27:22.181" v="702" actId="1076"/>
          <ac:grpSpMkLst>
            <pc:docMk/>
            <pc:sldMk cId="0" sldId="272"/>
            <ac:grpSpMk id="12" creationId="{43A62D04-2BDD-44CE-8088-257A1C04A4F5}"/>
          </ac:grpSpMkLst>
        </pc:grpChg>
      </pc:sldChg>
      <pc:sldChg chg="modSp add del mod">
        <pc:chgData name="liao huang" userId="ec82cc6f13daab8b" providerId="LiveId" clId="{AA54D501-5D86-4123-B440-108FCE7D8FB7}" dt="2025-10-09T05:44:14.996" v="196"/>
        <pc:sldMkLst>
          <pc:docMk/>
          <pc:sldMk cId="1682685868" sldId="313"/>
        </pc:sldMkLst>
        <pc:spChg chg="mod">
          <ac:chgData name="liao huang" userId="ec82cc6f13daab8b" providerId="LiveId" clId="{AA54D501-5D86-4123-B440-108FCE7D8FB7}" dt="2025-10-09T05:44:14.996" v="196"/>
          <ac:spMkLst>
            <pc:docMk/>
            <pc:sldMk cId="1682685868" sldId="313"/>
            <ac:spMk id="6" creationId="{B14EE4E1-D5B5-A3D2-BE03-12C581BE1142}"/>
          </ac:spMkLst>
        </pc:spChg>
      </pc:sldChg>
      <pc:sldChg chg="modSp mod modNotesTx">
        <pc:chgData name="liao huang" userId="ec82cc6f13daab8b" providerId="LiveId" clId="{AA54D501-5D86-4123-B440-108FCE7D8FB7}" dt="2025-10-24T10:56:00.926" v="723" actId="1076"/>
        <pc:sldMkLst>
          <pc:docMk/>
          <pc:sldMk cId="3027936104" sldId="333"/>
        </pc:sldMkLst>
        <pc:spChg chg="mod">
          <ac:chgData name="liao huang" userId="ec82cc6f13daab8b" providerId="LiveId" clId="{AA54D501-5D86-4123-B440-108FCE7D8FB7}" dt="2025-10-09T05:44:56.572" v="244"/>
          <ac:spMkLst>
            <pc:docMk/>
            <pc:sldMk cId="3027936104" sldId="333"/>
            <ac:spMk id="7" creationId="{AB1A0C70-2EC6-48A1-9DE6-1865D03C0A3F}"/>
          </ac:spMkLst>
        </pc:spChg>
        <pc:picChg chg="mod">
          <ac:chgData name="liao huang" userId="ec82cc6f13daab8b" providerId="LiveId" clId="{AA54D501-5D86-4123-B440-108FCE7D8FB7}" dt="2025-10-24T06:14:16.595" v="484" actId="1076"/>
          <ac:picMkLst>
            <pc:docMk/>
            <pc:sldMk cId="3027936104" sldId="333"/>
            <ac:picMk id="5" creationId="{824F6D40-ED64-467C-A4D9-028367F8D18B}"/>
          </ac:picMkLst>
        </pc:picChg>
        <pc:picChg chg="mod">
          <ac:chgData name="liao huang" userId="ec82cc6f13daab8b" providerId="LiveId" clId="{AA54D501-5D86-4123-B440-108FCE7D8FB7}" dt="2025-10-24T10:56:00.926" v="723" actId="1076"/>
          <ac:picMkLst>
            <pc:docMk/>
            <pc:sldMk cId="3027936104" sldId="333"/>
            <ac:picMk id="8" creationId="{F2134462-62F9-4A4C-8591-528B72B954C4}"/>
          </ac:picMkLst>
        </pc:picChg>
      </pc:sldChg>
      <pc:sldChg chg="del">
        <pc:chgData name="liao huang" userId="ec82cc6f13daab8b" providerId="LiveId" clId="{AA54D501-5D86-4123-B440-108FCE7D8FB7}" dt="2025-10-09T05:37:32.807" v="127" actId="47"/>
        <pc:sldMkLst>
          <pc:docMk/>
          <pc:sldMk cId="621122138" sldId="334"/>
        </pc:sldMkLst>
      </pc:sldChg>
      <pc:sldChg chg="del">
        <pc:chgData name="liao huang" userId="ec82cc6f13daab8b" providerId="LiveId" clId="{AA54D501-5D86-4123-B440-108FCE7D8FB7}" dt="2025-10-09T05:37:32.807" v="127" actId="47"/>
        <pc:sldMkLst>
          <pc:docMk/>
          <pc:sldMk cId="2504641328" sldId="335"/>
        </pc:sldMkLst>
      </pc:sldChg>
      <pc:sldChg chg="del">
        <pc:chgData name="liao huang" userId="ec82cc6f13daab8b" providerId="LiveId" clId="{AA54D501-5D86-4123-B440-108FCE7D8FB7}" dt="2025-10-09T05:37:32.807" v="127" actId="47"/>
        <pc:sldMkLst>
          <pc:docMk/>
          <pc:sldMk cId="1848639983" sldId="336"/>
        </pc:sldMkLst>
      </pc:sldChg>
      <pc:sldChg chg="delSp modSp add mod">
        <pc:chgData name="liao huang" userId="ec82cc6f13daab8b" providerId="LiveId" clId="{AA54D501-5D86-4123-B440-108FCE7D8FB7}" dt="2025-10-24T05:56:23.547" v="306" actId="478"/>
        <pc:sldMkLst>
          <pc:docMk/>
          <pc:sldMk cId="4152219943" sldId="336"/>
        </pc:sldMkLst>
        <pc:spChg chg="mod">
          <ac:chgData name="liao huang" userId="ec82cc6f13daab8b" providerId="LiveId" clId="{AA54D501-5D86-4123-B440-108FCE7D8FB7}" dt="2025-10-24T05:56:13.664" v="302"/>
          <ac:spMkLst>
            <pc:docMk/>
            <pc:sldMk cId="4152219943" sldId="336"/>
            <ac:spMk id="2" creationId="{90D804DA-27AA-9D1E-6829-A9C6612FE6C8}"/>
          </ac:spMkLst>
        </pc:spChg>
        <pc:spChg chg="mod">
          <ac:chgData name="liao huang" userId="ec82cc6f13daab8b" providerId="LiveId" clId="{AA54D501-5D86-4123-B440-108FCE7D8FB7}" dt="2025-10-24T05:56:13.664" v="302"/>
          <ac:spMkLst>
            <pc:docMk/>
            <pc:sldMk cId="4152219943" sldId="336"/>
            <ac:spMk id="4" creationId="{CA06908B-F51A-57C0-4FB8-0EA01A94F3ED}"/>
          </ac:spMkLst>
        </pc:spChg>
        <pc:spChg chg="mod">
          <ac:chgData name="liao huang" userId="ec82cc6f13daab8b" providerId="LiveId" clId="{AA54D501-5D86-4123-B440-108FCE7D8FB7}" dt="2025-10-24T05:56:13.664" v="302"/>
          <ac:spMkLst>
            <pc:docMk/>
            <pc:sldMk cId="4152219943" sldId="336"/>
            <ac:spMk id="5" creationId="{96BF9D33-A27D-5D23-FE42-D3D456FEEC27}"/>
          </ac:spMkLst>
        </pc:spChg>
        <pc:spChg chg="del">
          <ac:chgData name="liao huang" userId="ec82cc6f13daab8b" providerId="LiveId" clId="{AA54D501-5D86-4123-B440-108FCE7D8FB7}" dt="2025-10-24T05:56:23.547" v="306" actId="478"/>
          <ac:spMkLst>
            <pc:docMk/>
            <pc:sldMk cId="4152219943" sldId="336"/>
            <ac:spMk id="6" creationId="{345A1AFE-E81F-AFB4-1C47-B19D051A06CE}"/>
          </ac:spMkLst>
        </pc:spChg>
        <pc:spChg chg="mod">
          <ac:chgData name="liao huang" userId="ec82cc6f13daab8b" providerId="LiveId" clId="{AA54D501-5D86-4123-B440-108FCE7D8FB7}" dt="2025-10-24T05:56:18.401" v="305" actId="1076"/>
          <ac:spMkLst>
            <pc:docMk/>
            <pc:sldMk cId="4152219943" sldId="336"/>
            <ac:spMk id="10" creationId="{66A0E370-C176-39F9-21BB-D39BEB803CA0}"/>
          </ac:spMkLst>
        </pc:spChg>
        <pc:grpChg chg="mod">
          <ac:chgData name="liao huang" userId="ec82cc6f13daab8b" providerId="LiveId" clId="{AA54D501-5D86-4123-B440-108FCE7D8FB7}" dt="2025-10-24T05:56:13.664" v="302"/>
          <ac:grpSpMkLst>
            <pc:docMk/>
            <pc:sldMk cId="4152219943" sldId="336"/>
            <ac:grpSpMk id="11" creationId="{61B2B93E-D8B1-C588-5760-86C13CAB5B4E}"/>
          </ac:grpSpMkLst>
        </pc:grpChg>
        <pc:grpChg chg="mod">
          <ac:chgData name="liao huang" userId="ec82cc6f13daab8b" providerId="LiveId" clId="{AA54D501-5D86-4123-B440-108FCE7D8FB7}" dt="2025-10-24T05:56:13.664" v="302"/>
          <ac:grpSpMkLst>
            <pc:docMk/>
            <pc:sldMk cId="4152219943" sldId="336"/>
            <ac:grpSpMk id="12" creationId="{9147218F-0B44-3804-236D-35AC69D4F1FD}"/>
          </ac:grpSpMkLst>
        </pc:grpChg>
        <pc:cxnChg chg="mod">
          <ac:chgData name="liao huang" userId="ec82cc6f13daab8b" providerId="LiveId" clId="{AA54D501-5D86-4123-B440-108FCE7D8FB7}" dt="2025-10-24T05:56:13.664" v="302"/>
          <ac:cxnSpMkLst>
            <pc:docMk/>
            <pc:sldMk cId="4152219943" sldId="336"/>
            <ac:cxnSpMk id="24" creationId="{5690E9EF-D1DB-9B9B-72FD-C6898EED73BB}"/>
          </ac:cxnSpMkLst>
        </pc:cxnChg>
      </pc:sldChg>
      <pc:sldChg chg="addSp delSp modSp add mod modNotesTx">
        <pc:chgData name="liao huang" userId="ec82cc6f13daab8b" providerId="LiveId" clId="{AA54D501-5D86-4123-B440-108FCE7D8FB7}" dt="2025-10-24T06:25:20.418" v="699"/>
        <pc:sldMkLst>
          <pc:docMk/>
          <pc:sldMk cId="41672033" sldId="337"/>
        </pc:sldMkLst>
        <pc:spChg chg="add del">
          <ac:chgData name="liao huang" userId="ec82cc6f13daab8b" providerId="LiveId" clId="{AA54D501-5D86-4123-B440-108FCE7D8FB7}" dt="2025-10-24T05:56:50.671" v="312" actId="478"/>
          <ac:spMkLst>
            <pc:docMk/>
            <pc:sldMk cId="41672033" sldId="337"/>
            <ac:spMk id="7" creationId="{2456C151-A728-07FA-982C-8C521A1A3109}"/>
          </ac:spMkLst>
        </pc:spChg>
        <pc:spChg chg="add mod">
          <ac:chgData name="liao huang" userId="ec82cc6f13daab8b" providerId="LiveId" clId="{AA54D501-5D86-4123-B440-108FCE7D8FB7}" dt="2025-10-24T06:15:08.447" v="511" actId="1076"/>
          <ac:spMkLst>
            <pc:docMk/>
            <pc:sldMk cId="41672033" sldId="337"/>
            <ac:spMk id="12" creationId="{C11D2D2F-CAD6-32DA-1438-4C1CBABF9941}"/>
          </ac:spMkLst>
        </pc:spChg>
        <pc:spChg chg="add del">
          <ac:chgData name="liao huang" userId="ec82cc6f13daab8b" providerId="LiveId" clId="{AA54D501-5D86-4123-B440-108FCE7D8FB7}" dt="2025-10-24T06:06:21.601" v="361" actId="22"/>
          <ac:spMkLst>
            <pc:docMk/>
            <pc:sldMk cId="41672033" sldId="337"/>
            <ac:spMk id="15" creationId="{A2C7E9B5-C3F3-0B97-B773-BA7E193FF76C}"/>
          </ac:spMkLst>
        </pc:spChg>
        <pc:spChg chg="add mod">
          <ac:chgData name="liao huang" userId="ec82cc6f13daab8b" providerId="LiveId" clId="{AA54D501-5D86-4123-B440-108FCE7D8FB7}" dt="2025-10-24T06:15:08.447" v="511" actId="1076"/>
          <ac:spMkLst>
            <pc:docMk/>
            <pc:sldMk cId="41672033" sldId="337"/>
            <ac:spMk id="16" creationId="{96086DBD-16E9-105E-D939-67A7D891D617}"/>
          </ac:spMkLst>
        </pc:spChg>
        <pc:spChg chg="add mod">
          <ac:chgData name="liao huang" userId="ec82cc6f13daab8b" providerId="LiveId" clId="{AA54D501-5D86-4123-B440-108FCE7D8FB7}" dt="2025-10-24T06:15:08.447" v="511" actId="1076"/>
          <ac:spMkLst>
            <pc:docMk/>
            <pc:sldMk cId="41672033" sldId="337"/>
            <ac:spMk id="17" creationId="{684BF7AB-3F80-B0CD-966D-7A096CD6F1CF}"/>
          </ac:spMkLst>
        </pc:spChg>
        <pc:spChg chg="add mod">
          <ac:chgData name="liao huang" userId="ec82cc6f13daab8b" providerId="LiveId" clId="{AA54D501-5D86-4123-B440-108FCE7D8FB7}" dt="2025-10-24T06:15:08.447" v="511" actId="1076"/>
          <ac:spMkLst>
            <pc:docMk/>
            <pc:sldMk cId="41672033" sldId="337"/>
            <ac:spMk id="18" creationId="{26758DD3-8169-C358-181C-D4DD750D8972}"/>
          </ac:spMkLst>
        </pc:spChg>
        <pc:spChg chg="add mod">
          <ac:chgData name="liao huang" userId="ec82cc6f13daab8b" providerId="LiveId" clId="{AA54D501-5D86-4123-B440-108FCE7D8FB7}" dt="2025-10-24T06:15:08.447" v="511" actId="1076"/>
          <ac:spMkLst>
            <pc:docMk/>
            <pc:sldMk cId="41672033" sldId="337"/>
            <ac:spMk id="19" creationId="{6937C08C-D014-4094-FEDE-2C7DB51A481D}"/>
          </ac:spMkLst>
        </pc:spChg>
        <pc:spChg chg="mod">
          <ac:chgData name="liao huang" userId="ec82cc6f13daab8b" providerId="LiveId" clId="{AA54D501-5D86-4123-B440-108FCE7D8FB7}" dt="2025-10-24T05:57:18.972" v="325" actId="1076"/>
          <ac:spMkLst>
            <pc:docMk/>
            <pc:sldMk cId="41672033" sldId="337"/>
            <ac:spMk id="21" creationId="{6E313004-7CC9-61F0-DF23-345348CF4B9C}"/>
          </ac:spMkLst>
        </pc:spChg>
        <pc:spChg chg="add mod">
          <ac:chgData name="liao huang" userId="ec82cc6f13daab8b" providerId="LiveId" clId="{AA54D501-5D86-4123-B440-108FCE7D8FB7}" dt="2025-10-24T06:15:08.447" v="511" actId="1076"/>
          <ac:spMkLst>
            <pc:docMk/>
            <pc:sldMk cId="41672033" sldId="337"/>
            <ac:spMk id="22" creationId="{1D1350B5-F232-C53D-03B0-ED46F860A7AD}"/>
          </ac:spMkLst>
        </pc:spChg>
        <pc:spChg chg="add mod">
          <ac:chgData name="liao huang" userId="ec82cc6f13daab8b" providerId="LiveId" clId="{AA54D501-5D86-4123-B440-108FCE7D8FB7}" dt="2025-10-24T06:15:08.447" v="511" actId="1076"/>
          <ac:spMkLst>
            <pc:docMk/>
            <pc:sldMk cId="41672033" sldId="337"/>
            <ac:spMk id="23" creationId="{98767FFB-F276-E88C-63F2-8D3362BA6392}"/>
          </ac:spMkLst>
        </pc:spChg>
        <pc:spChg chg="add mod">
          <ac:chgData name="liao huang" userId="ec82cc6f13daab8b" providerId="LiveId" clId="{AA54D501-5D86-4123-B440-108FCE7D8FB7}" dt="2025-10-24T06:15:08.447" v="511" actId="1076"/>
          <ac:spMkLst>
            <pc:docMk/>
            <pc:sldMk cId="41672033" sldId="337"/>
            <ac:spMk id="24" creationId="{88675F18-EED0-C86E-D086-EB2EFF3C199A}"/>
          </ac:spMkLst>
        </pc:spChg>
        <pc:spChg chg="add mod">
          <ac:chgData name="liao huang" userId="ec82cc6f13daab8b" providerId="LiveId" clId="{AA54D501-5D86-4123-B440-108FCE7D8FB7}" dt="2025-10-24T06:11:31.965" v="436" actId="20577"/>
          <ac:spMkLst>
            <pc:docMk/>
            <pc:sldMk cId="41672033" sldId="337"/>
            <ac:spMk id="25" creationId="{D6135F7E-282C-58CD-9337-A5AAC2818643}"/>
          </ac:spMkLst>
        </pc:spChg>
        <pc:spChg chg="add mod">
          <ac:chgData name="liao huang" userId="ec82cc6f13daab8b" providerId="LiveId" clId="{AA54D501-5D86-4123-B440-108FCE7D8FB7}" dt="2025-10-24T06:11:33.305" v="437" actId="20577"/>
          <ac:spMkLst>
            <pc:docMk/>
            <pc:sldMk cId="41672033" sldId="337"/>
            <ac:spMk id="26" creationId="{C142F31B-7F8D-38F2-0EE2-5F71F6DC297A}"/>
          </ac:spMkLst>
        </pc:spChg>
        <pc:spChg chg="add mod">
          <ac:chgData name="liao huang" userId="ec82cc6f13daab8b" providerId="LiveId" clId="{AA54D501-5D86-4123-B440-108FCE7D8FB7}" dt="2025-10-24T06:11:37.234" v="439" actId="20577"/>
          <ac:spMkLst>
            <pc:docMk/>
            <pc:sldMk cId="41672033" sldId="337"/>
            <ac:spMk id="27" creationId="{5866E9CE-0EE5-D8EE-6359-0229493E5D62}"/>
          </ac:spMkLst>
        </pc:spChg>
        <pc:spChg chg="add mod">
          <ac:chgData name="liao huang" userId="ec82cc6f13daab8b" providerId="LiveId" clId="{AA54D501-5D86-4123-B440-108FCE7D8FB7}" dt="2025-10-24T06:11:35.672" v="438" actId="20577"/>
          <ac:spMkLst>
            <pc:docMk/>
            <pc:sldMk cId="41672033" sldId="337"/>
            <ac:spMk id="28" creationId="{068BCECF-A86C-F578-9E30-A9F8B51EB7F0}"/>
          </ac:spMkLst>
        </pc:spChg>
        <pc:spChg chg="add mod">
          <ac:chgData name="liao huang" userId="ec82cc6f13daab8b" providerId="LiveId" clId="{AA54D501-5D86-4123-B440-108FCE7D8FB7}" dt="2025-10-24T06:11:56.524" v="449" actId="207"/>
          <ac:spMkLst>
            <pc:docMk/>
            <pc:sldMk cId="41672033" sldId="337"/>
            <ac:spMk id="29" creationId="{2949BF91-7302-7209-BC6B-38FFA125F863}"/>
          </ac:spMkLst>
        </pc:spChg>
        <pc:spChg chg="add mod">
          <ac:chgData name="liao huang" userId="ec82cc6f13daab8b" providerId="LiveId" clId="{AA54D501-5D86-4123-B440-108FCE7D8FB7}" dt="2025-10-24T06:12:13.761" v="453" actId="207"/>
          <ac:spMkLst>
            <pc:docMk/>
            <pc:sldMk cId="41672033" sldId="337"/>
            <ac:spMk id="30" creationId="{EF5F94FF-40D8-F246-9FA3-79EDCE13EF8D}"/>
          </ac:spMkLst>
        </pc:spChg>
        <pc:spChg chg="add mod">
          <ac:chgData name="liao huang" userId="ec82cc6f13daab8b" providerId="LiveId" clId="{AA54D501-5D86-4123-B440-108FCE7D8FB7}" dt="2025-10-24T06:12:13.761" v="453" actId="207"/>
          <ac:spMkLst>
            <pc:docMk/>
            <pc:sldMk cId="41672033" sldId="337"/>
            <ac:spMk id="31" creationId="{A78C6606-221C-C80D-4C41-F18FB99CF1D8}"/>
          </ac:spMkLst>
        </pc:spChg>
        <pc:spChg chg="mod">
          <ac:chgData name="liao huang" userId="ec82cc6f13daab8b" providerId="LiveId" clId="{AA54D501-5D86-4123-B440-108FCE7D8FB7}" dt="2025-10-24T06:14:42.066" v="505" actId="20577"/>
          <ac:spMkLst>
            <pc:docMk/>
            <pc:sldMk cId="41672033" sldId="337"/>
            <ac:spMk id="32" creationId="{B97690F7-2369-9E61-75CF-EFF133AB1F07}"/>
          </ac:spMkLst>
        </pc:spChg>
        <pc:spChg chg="add mod">
          <ac:chgData name="liao huang" userId="ec82cc6f13daab8b" providerId="LiveId" clId="{AA54D501-5D86-4123-B440-108FCE7D8FB7}" dt="2025-10-24T06:12:13.761" v="453" actId="207"/>
          <ac:spMkLst>
            <pc:docMk/>
            <pc:sldMk cId="41672033" sldId="337"/>
            <ac:spMk id="33" creationId="{6F9DF51B-8C67-1524-CB10-A9099B9458B8}"/>
          </ac:spMkLst>
        </pc:spChg>
        <pc:spChg chg="add mod">
          <ac:chgData name="liao huang" userId="ec82cc6f13daab8b" providerId="LiveId" clId="{AA54D501-5D86-4123-B440-108FCE7D8FB7}" dt="2025-10-24T06:14:52.824" v="508" actId="1076"/>
          <ac:spMkLst>
            <pc:docMk/>
            <pc:sldMk cId="41672033" sldId="337"/>
            <ac:spMk id="82" creationId="{F5A4C834-11A4-D412-EAC1-C4B37D84AC3F}"/>
          </ac:spMkLst>
        </pc:spChg>
        <pc:spChg chg="add mod">
          <ac:chgData name="liao huang" userId="ec82cc6f13daab8b" providerId="LiveId" clId="{AA54D501-5D86-4123-B440-108FCE7D8FB7}" dt="2025-10-24T06:14:52.824" v="508" actId="1076"/>
          <ac:spMkLst>
            <pc:docMk/>
            <pc:sldMk cId="41672033" sldId="337"/>
            <ac:spMk id="83" creationId="{F5C415BB-4043-87FC-A9E7-F1C001EF5825}"/>
          </ac:spMkLst>
        </pc:spChg>
        <pc:spChg chg="add mod">
          <ac:chgData name="liao huang" userId="ec82cc6f13daab8b" providerId="LiveId" clId="{AA54D501-5D86-4123-B440-108FCE7D8FB7}" dt="2025-10-24T06:14:52.824" v="508" actId="1076"/>
          <ac:spMkLst>
            <pc:docMk/>
            <pc:sldMk cId="41672033" sldId="337"/>
            <ac:spMk id="84" creationId="{D6EA03C1-585C-E593-9403-32F638C678D5}"/>
          </ac:spMkLst>
        </pc:spChg>
        <pc:spChg chg="add mod">
          <ac:chgData name="liao huang" userId="ec82cc6f13daab8b" providerId="LiveId" clId="{AA54D501-5D86-4123-B440-108FCE7D8FB7}" dt="2025-10-24T06:14:52.824" v="508" actId="1076"/>
          <ac:spMkLst>
            <pc:docMk/>
            <pc:sldMk cId="41672033" sldId="337"/>
            <ac:spMk id="85" creationId="{D827D4C1-E4AF-A9EB-3F78-08D16BBA074F}"/>
          </ac:spMkLst>
        </pc:spChg>
        <pc:spChg chg="add mod">
          <ac:chgData name="liao huang" userId="ec82cc6f13daab8b" providerId="LiveId" clId="{AA54D501-5D86-4123-B440-108FCE7D8FB7}" dt="2025-10-24T06:14:52.824" v="508" actId="1076"/>
          <ac:spMkLst>
            <pc:docMk/>
            <pc:sldMk cId="41672033" sldId="337"/>
            <ac:spMk id="86" creationId="{22453799-2467-46B1-8E03-9098AAE5029E}"/>
          </ac:spMkLst>
        </pc:spChg>
        <pc:spChg chg="add mod">
          <ac:chgData name="liao huang" userId="ec82cc6f13daab8b" providerId="LiveId" clId="{AA54D501-5D86-4123-B440-108FCE7D8FB7}" dt="2025-10-24T06:14:52.824" v="508" actId="1076"/>
          <ac:spMkLst>
            <pc:docMk/>
            <pc:sldMk cId="41672033" sldId="337"/>
            <ac:spMk id="87" creationId="{E6976CE7-011C-1620-CF8B-BDB120729CEF}"/>
          </ac:spMkLst>
        </pc:spChg>
        <pc:spChg chg="add mod">
          <ac:chgData name="liao huang" userId="ec82cc6f13daab8b" providerId="LiveId" clId="{AA54D501-5D86-4123-B440-108FCE7D8FB7}" dt="2025-10-24T06:14:52.824" v="508" actId="1076"/>
          <ac:spMkLst>
            <pc:docMk/>
            <pc:sldMk cId="41672033" sldId="337"/>
            <ac:spMk id="88" creationId="{0420AFD8-44EC-9EF4-DBEC-E9C6F49BB7F3}"/>
          </ac:spMkLst>
        </pc:spChg>
        <pc:spChg chg="add mod">
          <ac:chgData name="liao huang" userId="ec82cc6f13daab8b" providerId="LiveId" clId="{AA54D501-5D86-4123-B440-108FCE7D8FB7}" dt="2025-10-24T06:14:52.824" v="508" actId="1076"/>
          <ac:spMkLst>
            <pc:docMk/>
            <pc:sldMk cId="41672033" sldId="337"/>
            <ac:spMk id="89" creationId="{3937B9BD-9322-F371-AA60-AD2A3B136CB2}"/>
          </ac:spMkLst>
        </pc:spChg>
        <pc:spChg chg="add mod">
          <ac:chgData name="liao huang" userId="ec82cc6f13daab8b" providerId="LiveId" clId="{AA54D501-5D86-4123-B440-108FCE7D8FB7}" dt="2025-10-24T06:25:20.418" v="699"/>
          <ac:spMkLst>
            <pc:docMk/>
            <pc:sldMk cId="41672033" sldId="337"/>
            <ac:spMk id="104" creationId="{DEBF47B2-EEAD-6D29-1875-824CDB883F48}"/>
          </ac:spMkLst>
        </pc:spChg>
        <pc:spChg chg="add mod">
          <ac:chgData name="liao huang" userId="ec82cc6f13daab8b" providerId="LiveId" clId="{AA54D501-5D86-4123-B440-108FCE7D8FB7}" dt="2025-10-24T06:14:57.976" v="509" actId="1076"/>
          <ac:spMkLst>
            <pc:docMk/>
            <pc:sldMk cId="41672033" sldId="337"/>
            <ac:spMk id="105" creationId="{8076CB33-0994-7947-8F2E-EFEE8F8E0847}"/>
          </ac:spMkLst>
        </pc:spChg>
        <pc:spChg chg="add mod">
          <ac:chgData name="liao huang" userId="ec82cc6f13daab8b" providerId="LiveId" clId="{AA54D501-5D86-4123-B440-108FCE7D8FB7}" dt="2025-10-24T06:14:57.976" v="509" actId="1076"/>
          <ac:spMkLst>
            <pc:docMk/>
            <pc:sldMk cId="41672033" sldId="337"/>
            <ac:spMk id="106" creationId="{94F31E3F-BAA6-898F-0FEF-9E0600E2C5C8}"/>
          </ac:spMkLst>
        </pc:spChg>
        <pc:spChg chg="add mod">
          <ac:chgData name="liao huang" userId="ec82cc6f13daab8b" providerId="LiveId" clId="{AA54D501-5D86-4123-B440-108FCE7D8FB7}" dt="2025-10-24T06:14:57.976" v="509" actId="1076"/>
          <ac:spMkLst>
            <pc:docMk/>
            <pc:sldMk cId="41672033" sldId="337"/>
            <ac:spMk id="107" creationId="{A7182F13-6E4D-9205-75EA-9A6A72FA493D}"/>
          </ac:spMkLst>
        </pc:spChg>
        <pc:spChg chg="add mod">
          <ac:chgData name="liao huang" userId="ec82cc6f13daab8b" providerId="LiveId" clId="{AA54D501-5D86-4123-B440-108FCE7D8FB7}" dt="2025-10-24T06:14:57.976" v="509" actId="1076"/>
          <ac:spMkLst>
            <pc:docMk/>
            <pc:sldMk cId="41672033" sldId="337"/>
            <ac:spMk id="108" creationId="{542F4C14-C9EE-7479-993A-129B8A04CB8E}"/>
          </ac:spMkLst>
        </pc:spChg>
        <pc:spChg chg="add mod">
          <ac:chgData name="liao huang" userId="ec82cc6f13daab8b" providerId="LiveId" clId="{AA54D501-5D86-4123-B440-108FCE7D8FB7}" dt="2025-10-24T06:14:57.976" v="509" actId="1076"/>
          <ac:spMkLst>
            <pc:docMk/>
            <pc:sldMk cId="41672033" sldId="337"/>
            <ac:spMk id="109" creationId="{434CBCE3-A03D-9227-9C6B-7FA0718B6434}"/>
          </ac:spMkLst>
        </pc:spChg>
        <pc:spChg chg="add mod">
          <ac:chgData name="liao huang" userId="ec82cc6f13daab8b" providerId="LiveId" clId="{AA54D501-5D86-4123-B440-108FCE7D8FB7}" dt="2025-10-24T06:14:57.976" v="509" actId="1076"/>
          <ac:spMkLst>
            <pc:docMk/>
            <pc:sldMk cId="41672033" sldId="337"/>
            <ac:spMk id="110" creationId="{BEA466C8-53E1-6197-771F-015828381950}"/>
          </ac:spMkLst>
        </pc:spChg>
        <pc:spChg chg="add mod">
          <ac:chgData name="liao huang" userId="ec82cc6f13daab8b" providerId="LiveId" clId="{AA54D501-5D86-4123-B440-108FCE7D8FB7}" dt="2025-10-24T06:14:57.976" v="509" actId="1076"/>
          <ac:spMkLst>
            <pc:docMk/>
            <pc:sldMk cId="41672033" sldId="337"/>
            <ac:spMk id="111" creationId="{A7583F75-1E14-5043-136A-2FFAC4F63F36}"/>
          </ac:spMkLst>
        </pc:spChg>
        <pc:spChg chg="add mod">
          <ac:chgData name="liao huang" userId="ec82cc6f13daab8b" providerId="LiveId" clId="{AA54D501-5D86-4123-B440-108FCE7D8FB7}" dt="2025-10-24T06:14:57.976" v="509" actId="1076"/>
          <ac:spMkLst>
            <pc:docMk/>
            <pc:sldMk cId="41672033" sldId="337"/>
            <ac:spMk id="112" creationId="{864AA84F-F05C-1E11-A4A2-94056132D403}"/>
          </ac:spMkLst>
        </pc:spChg>
        <pc:picChg chg="add del">
          <ac:chgData name="liao huang" userId="ec82cc6f13daab8b" providerId="LiveId" clId="{AA54D501-5D86-4123-B440-108FCE7D8FB7}" dt="2025-10-24T05:56:49.322" v="311" actId="478"/>
          <ac:picMkLst>
            <pc:docMk/>
            <pc:sldMk cId="41672033" sldId="337"/>
            <ac:picMk id="5" creationId="{569D8BD2-1A2B-456D-24C7-BBD90CD4AEF8}"/>
          </ac:picMkLst>
        </pc:picChg>
        <pc:picChg chg="add del mod">
          <ac:chgData name="liao huang" userId="ec82cc6f13daab8b" providerId="LiveId" clId="{AA54D501-5D86-4123-B440-108FCE7D8FB7}" dt="2025-10-24T05:57:01.397" v="316" actId="478"/>
          <ac:picMkLst>
            <pc:docMk/>
            <pc:sldMk cId="41672033" sldId="337"/>
            <ac:picMk id="8" creationId="{D2F2BF34-698E-D555-CA02-115492B72277}"/>
          </ac:picMkLst>
        </pc:picChg>
        <pc:picChg chg="add del mod">
          <ac:chgData name="liao huang" userId="ec82cc6f13daab8b" providerId="LiveId" clId="{AA54D501-5D86-4123-B440-108FCE7D8FB7}" dt="2025-10-24T06:06:07.458" v="357" actId="478"/>
          <ac:picMkLst>
            <pc:docMk/>
            <pc:sldMk cId="41672033" sldId="337"/>
            <ac:picMk id="11" creationId="{39DB0047-90A2-CA88-C046-EE127D563BFB}"/>
          </ac:picMkLst>
        </pc:picChg>
        <pc:cxnChg chg="add mod">
          <ac:chgData name="liao huang" userId="ec82cc6f13daab8b" providerId="LiveId" clId="{AA54D501-5D86-4123-B440-108FCE7D8FB7}" dt="2025-10-24T06:21:53.111" v="671" actId="208"/>
          <ac:cxnSpMkLst>
            <pc:docMk/>
            <pc:sldMk cId="41672033" sldId="337"/>
            <ac:cxnSpMk id="35" creationId="{3FB42564-54EA-AE6E-FF77-D9374F395C52}"/>
          </ac:cxnSpMkLst>
        </pc:cxnChg>
        <pc:cxnChg chg="add mod">
          <ac:chgData name="liao huang" userId="ec82cc6f13daab8b" providerId="LiveId" clId="{AA54D501-5D86-4123-B440-108FCE7D8FB7}" dt="2025-10-24T06:22:37.975" v="678" actId="14100"/>
          <ac:cxnSpMkLst>
            <pc:docMk/>
            <pc:sldMk cId="41672033" sldId="337"/>
            <ac:cxnSpMk id="38" creationId="{00717466-9228-CC66-6B1E-80274DCFB797}"/>
          </ac:cxnSpMkLst>
        </pc:cxnChg>
        <pc:cxnChg chg="add mod">
          <ac:chgData name="liao huang" userId="ec82cc6f13daab8b" providerId="LiveId" clId="{AA54D501-5D86-4123-B440-108FCE7D8FB7}" dt="2025-10-24T06:21:53.111" v="671" actId="208"/>
          <ac:cxnSpMkLst>
            <pc:docMk/>
            <pc:sldMk cId="41672033" sldId="337"/>
            <ac:cxnSpMk id="39" creationId="{BA06D9DA-D602-DD42-3BE5-3479920BE2FC}"/>
          </ac:cxnSpMkLst>
        </pc:cxnChg>
        <pc:cxnChg chg="add mod">
          <ac:chgData name="liao huang" userId="ec82cc6f13daab8b" providerId="LiveId" clId="{AA54D501-5D86-4123-B440-108FCE7D8FB7}" dt="2025-10-24T06:21:59.123" v="673" actId="14100"/>
          <ac:cxnSpMkLst>
            <pc:docMk/>
            <pc:sldMk cId="41672033" sldId="337"/>
            <ac:cxnSpMk id="40" creationId="{CAB99711-3BAE-7B86-8ECF-98A971D21399}"/>
          </ac:cxnSpMkLst>
        </pc:cxnChg>
        <pc:cxnChg chg="add mod">
          <ac:chgData name="liao huang" userId="ec82cc6f13daab8b" providerId="LiveId" clId="{AA54D501-5D86-4123-B440-108FCE7D8FB7}" dt="2025-10-24T06:08:51.002" v="407" actId="1582"/>
          <ac:cxnSpMkLst>
            <pc:docMk/>
            <pc:sldMk cId="41672033" sldId="337"/>
            <ac:cxnSpMk id="41" creationId="{A52ED1B8-F405-EB75-145B-633CCFF4F54C}"/>
          </ac:cxnSpMkLst>
        </pc:cxnChg>
        <pc:cxnChg chg="add mod">
          <ac:chgData name="liao huang" userId="ec82cc6f13daab8b" providerId="LiveId" clId="{AA54D501-5D86-4123-B440-108FCE7D8FB7}" dt="2025-10-24T06:19:32.747" v="659" actId="14100"/>
          <ac:cxnSpMkLst>
            <pc:docMk/>
            <pc:sldMk cId="41672033" sldId="337"/>
            <ac:cxnSpMk id="44" creationId="{3A00A8B0-DB3C-36D3-BA8F-8B60E9210075}"/>
          </ac:cxnSpMkLst>
        </pc:cxnChg>
        <pc:cxnChg chg="add mod">
          <ac:chgData name="liao huang" userId="ec82cc6f13daab8b" providerId="LiveId" clId="{AA54D501-5D86-4123-B440-108FCE7D8FB7}" dt="2025-10-24T06:08:51.002" v="407" actId="1582"/>
          <ac:cxnSpMkLst>
            <pc:docMk/>
            <pc:sldMk cId="41672033" sldId="337"/>
            <ac:cxnSpMk id="45" creationId="{70B72D3C-949E-81B0-74DE-1621B9465CA6}"/>
          </ac:cxnSpMkLst>
        </pc:cxnChg>
        <pc:cxnChg chg="add mod">
          <ac:chgData name="liao huang" userId="ec82cc6f13daab8b" providerId="LiveId" clId="{AA54D501-5D86-4123-B440-108FCE7D8FB7}" dt="2025-10-24T06:19:38.420" v="661" actId="14100"/>
          <ac:cxnSpMkLst>
            <pc:docMk/>
            <pc:sldMk cId="41672033" sldId="337"/>
            <ac:cxnSpMk id="46" creationId="{FCDE8709-CC4B-B31F-3448-423488392F7A}"/>
          </ac:cxnSpMkLst>
        </pc:cxnChg>
        <pc:cxnChg chg="add mod">
          <ac:chgData name="liao huang" userId="ec82cc6f13daab8b" providerId="LiveId" clId="{AA54D501-5D86-4123-B440-108FCE7D8FB7}" dt="2025-10-24T06:08:51.002" v="407" actId="1582"/>
          <ac:cxnSpMkLst>
            <pc:docMk/>
            <pc:sldMk cId="41672033" sldId="337"/>
            <ac:cxnSpMk id="47" creationId="{BF8267A3-4AD5-2053-B321-591760984D1A}"/>
          </ac:cxnSpMkLst>
        </pc:cxnChg>
        <pc:cxnChg chg="add mod">
          <ac:chgData name="liao huang" userId="ec82cc6f13daab8b" providerId="LiveId" clId="{AA54D501-5D86-4123-B440-108FCE7D8FB7}" dt="2025-10-24T06:08:51.002" v="407" actId="1582"/>
          <ac:cxnSpMkLst>
            <pc:docMk/>
            <pc:sldMk cId="41672033" sldId="337"/>
            <ac:cxnSpMk id="50" creationId="{1B12EB69-14A7-1C95-8C14-1FA467E743A1}"/>
          </ac:cxnSpMkLst>
        </pc:cxnChg>
        <pc:cxnChg chg="add mod">
          <ac:chgData name="liao huang" userId="ec82cc6f13daab8b" providerId="LiveId" clId="{AA54D501-5D86-4123-B440-108FCE7D8FB7}" dt="2025-10-24T06:08:19.381" v="405" actId="208"/>
          <ac:cxnSpMkLst>
            <pc:docMk/>
            <pc:sldMk cId="41672033" sldId="337"/>
            <ac:cxnSpMk id="53" creationId="{EC0B7D12-72EE-9C11-EA9B-62D3955AD91C}"/>
          </ac:cxnSpMkLst>
        </pc:cxnChg>
        <pc:cxnChg chg="add mod">
          <ac:chgData name="liao huang" userId="ec82cc6f13daab8b" providerId="LiveId" clId="{AA54D501-5D86-4123-B440-108FCE7D8FB7}" dt="2025-10-24T06:08:51.002" v="407" actId="1582"/>
          <ac:cxnSpMkLst>
            <pc:docMk/>
            <pc:sldMk cId="41672033" sldId="337"/>
            <ac:cxnSpMk id="54" creationId="{4AFB1C7F-D114-50E9-289F-0927FA89C057}"/>
          </ac:cxnSpMkLst>
        </pc:cxnChg>
        <pc:cxnChg chg="add mod">
          <ac:chgData name="liao huang" userId="ec82cc6f13daab8b" providerId="LiveId" clId="{AA54D501-5D86-4123-B440-108FCE7D8FB7}" dt="2025-10-24T06:09:08.107" v="411" actId="14100"/>
          <ac:cxnSpMkLst>
            <pc:docMk/>
            <pc:sldMk cId="41672033" sldId="337"/>
            <ac:cxnSpMk id="56" creationId="{AB5C35DD-86ED-CAC0-916C-39711F4E35E9}"/>
          </ac:cxnSpMkLst>
        </pc:cxnChg>
        <pc:cxnChg chg="add mod">
          <ac:chgData name="liao huang" userId="ec82cc6f13daab8b" providerId="LiveId" clId="{AA54D501-5D86-4123-B440-108FCE7D8FB7}" dt="2025-10-24T06:09:15.305" v="415" actId="14100"/>
          <ac:cxnSpMkLst>
            <pc:docMk/>
            <pc:sldMk cId="41672033" sldId="337"/>
            <ac:cxnSpMk id="59" creationId="{005DCA9A-857A-A36A-C7B0-CFB886B944AA}"/>
          </ac:cxnSpMkLst>
        </pc:cxnChg>
        <pc:cxnChg chg="add mod">
          <ac:chgData name="liao huang" userId="ec82cc6f13daab8b" providerId="LiveId" clId="{AA54D501-5D86-4123-B440-108FCE7D8FB7}" dt="2025-10-24T06:15:08.447" v="511" actId="1076"/>
          <ac:cxnSpMkLst>
            <pc:docMk/>
            <pc:sldMk cId="41672033" sldId="337"/>
            <ac:cxnSpMk id="63" creationId="{F2DB8F2A-9CAF-2BF5-72B3-8E0FE97A8514}"/>
          </ac:cxnSpMkLst>
        </pc:cxnChg>
        <pc:cxnChg chg="add mod">
          <ac:chgData name="liao huang" userId="ec82cc6f13daab8b" providerId="LiveId" clId="{AA54D501-5D86-4123-B440-108FCE7D8FB7}" dt="2025-10-24T06:09:27.977" v="423" actId="14100"/>
          <ac:cxnSpMkLst>
            <pc:docMk/>
            <pc:sldMk cId="41672033" sldId="337"/>
            <ac:cxnSpMk id="67" creationId="{2C763CF8-2FC9-85D9-98F0-841F09B59E40}"/>
          </ac:cxnSpMkLst>
        </pc:cxnChg>
        <pc:cxnChg chg="add mod">
          <ac:chgData name="liao huang" userId="ec82cc6f13daab8b" providerId="LiveId" clId="{AA54D501-5D86-4123-B440-108FCE7D8FB7}" dt="2025-10-24T06:09:40.506" v="426" actId="1076"/>
          <ac:cxnSpMkLst>
            <pc:docMk/>
            <pc:sldMk cId="41672033" sldId="337"/>
            <ac:cxnSpMk id="71" creationId="{AB2A82BA-05E6-E989-4A03-AD9C55A493C1}"/>
          </ac:cxnSpMkLst>
        </pc:cxnChg>
        <pc:cxnChg chg="add mod">
          <ac:chgData name="liao huang" userId="ec82cc6f13daab8b" providerId="LiveId" clId="{AA54D501-5D86-4123-B440-108FCE7D8FB7}" dt="2025-10-24T06:09:40.506" v="426" actId="1076"/>
          <ac:cxnSpMkLst>
            <pc:docMk/>
            <pc:sldMk cId="41672033" sldId="337"/>
            <ac:cxnSpMk id="72" creationId="{15615029-80FF-BF51-9247-18A824372E0D}"/>
          </ac:cxnSpMkLst>
        </pc:cxnChg>
        <pc:cxnChg chg="add mod">
          <ac:chgData name="liao huang" userId="ec82cc6f13daab8b" providerId="LiveId" clId="{AA54D501-5D86-4123-B440-108FCE7D8FB7}" dt="2025-10-24T06:09:40.506" v="426" actId="1076"/>
          <ac:cxnSpMkLst>
            <pc:docMk/>
            <pc:sldMk cId="41672033" sldId="337"/>
            <ac:cxnSpMk id="73" creationId="{4F407A6D-1276-09F4-9E41-8541278E8A09}"/>
          </ac:cxnSpMkLst>
        </pc:cxnChg>
        <pc:cxnChg chg="add mod">
          <ac:chgData name="liao huang" userId="ec82cc6f13daab8b" providerId="LiveId" clId="{AA54D501-5D86-4123-B440-108FCE7D8FB7}" dt="2025-10-24T06:09:40.506" v="426" actId="1076"/>
          <ac:cxnSpMkLst>
            <pc:docMk/>
            <pc:sldMk cId="41672033" sldId="337"/>
            <ac:cxnSpMk id="74" creationId="{EEE8CFEE-9A31-B517-ECBA-B311250FA33D}"/>
          </ac:cxnSpMkLst>
        </pc:cxnChg>
        <pc:cxnChg chg="add del mod">
          <ac:chgData name="liao huang" userId="ec82cc6f13daab8b" providerId="LiveId" clId="{AA54D501-5D86-4123-B440-108FCE7D8FB7}" dt="2025-10-24T06:21:47.028" v="670" actId="208"/>
          <ac:cxnSpMkLst>
            <pc:docMk/>
            <pc:sldMk cId="41672033" sldId="337"/>
            <ac:cxnSpMk id="75" creationId="{E6454EFF-C2A0-6E64-EB22-9AAF8ADD3F57}"/>
          </ac:cxnSpMkLst>
        </pc:cxnChg>
        <pc:cxnChg chg="add del mod">
          <ac:chgData name="liao huang" userId="ec82cc6f13daab8b" providerId="LiveId" clId="{AA54D501-5D86-4123-B440-108FCE7D8FB7}" dt="2025-10-24T06:21:47.028" v="670" actId="208"/>
          <ac:cxnSpMkLst>
            <pc:docMk/>
            <pc:sldMk cId="41672033" sldId="337"/>
            <ac:cxnSpMk id="78" creationId="{E14DDDF8-2D4E-5DEE-D7BD-C01C0723CD55}"/>
          </ac:cxnSpMkLst>
        </pc:cxnChg>
        <pc:cxnChg chg="add mod">
          <ac:chgData name="liao huang" userId="ec82cc6f13daab8b" providerId="LiveId" clId="{AA54D501-5D86-4123-B440-108FCE7D8FB7}" dt="2025-10-24T06:10:19.837" v="434" actId="1076"/>
          <ac:cxnSpMkLst>
            <pc:docMk/>
            <pc:sldMk cId="41672033" sldId="337"/>
            <ac:cxnSpMk id="80" creationId="{B60FDBA4-016F-7368-43A3-B22D2D2B57F9}"/>
          </ac:cxnSpMkLst>
        </pc:cxnChg>
        <pc:cxnChg chg="add del mod">
          <ac:chgData name="liao huang" userId="ec82cc6f13daab8b" providerId="LiveId" clId="{AA54D501-5D86-4123-B440-108FCE7D8FB7}" dt="2025-10-24T06:21:47.028" v="670" actId="208"/>
          <ac:cxnSpMkLst>
            <pc:docMk/>
            <pc:sldMk cId="41672033" sldId="337"/>
            <ac:cxnSpMk id="81" creationId="{79E1E508-1570-7494-163C-2746CF291CC2}"/>
          </ac:cxnSpMkLst>
        </pc:cxnChg>
        <pc:cxnChg chg="del mod">
          <ac:chgData name="liao huang" userId="ec82cc6f13daab8b" providerId="LiveId" clId="{AA54D501-5D86-4123-B440-108FCE7D8FB7}" dt="2025-10-24T06:13:35.233" v="463" actId="478"/>
          <ac:cxnSpMkLst>
            <pc:docMk/>
            <pc:sldMk cId="41672033" sldId="337"/>
            <ac:cxnSpMk id="90" creationId="{9D0AC48F-B794-8409-FEC3-AB2E3B4D4E83}"/>
          </ac:cxnSpMkLst>
        </pc:cxnChg>
        <pc:cxnChg chg="del mod">
          <ac:chgData name="liao huang" userId="ec82cc6f13daab8b" providerId="LiveId" clId="{AA54D501-5D86-4123-B440-108FCE7D8FB7}" dt="2025-10-24T06:13:36.108" v="464" actId="478"/>
          <ac:cxnSpMkLst>
            <pc:docMk/>
            <pc:sldMk cId="41672033" sldId="337"/>
            <ac:cxnSpMk id="91" creationId="{0B8998AD-428F-B2E5-A25F-A59C7B4E1207}"/>
          </ac:cxnSpMkLst>
        </pc:cxnChg>
        <pc:cxnChg chg="add del mod">
          <ac:chgData name="liao huang" userId="ec82cc6f13daab8b" providerId="LiveId" clId="{AA54D501-5D86-4123-B440-108FCE7D8FB7}" dt="2025-10-24T06:14:52.824" v="508" actId="1076"/>
          <ac:cxnSpMkLst>
            <pc:docMk/>
            <pc:sldMk cId="41672033" sldId="337"/>
            <ac:cxnSpMk id="93" creationId="{63BC1381-0416-5B78-8135-0E89661CED0C}"/>
          </ac:cxnSpMkLst>
        </pc:cxnChg>
        <pc:cxnChg chg="del">
          <ac:chgData name="liao huang" userId="ec82cc6f13daab8b" providerId="LiveId" clId="{AA54D501-5D86-4123-B440-108FCE7D8FB7}" dt="2025-10-24T06:13:34.639" v="462" actId="478"/>
          <ac:cxnSpMkLst>
            <pc:docMk/>
            <pc:sldMk cId="41672033" sldId="337"/>
            <ac:cxnSpMk id="94" creationId="{27C3C985-0F47-B5F2-A0E3-42E4B74BB9DB}"/>
          </ac:cxnSpMkLst>
        </pc:cxnChg>
        <pc:cxnChg chg="add del mod">
          <ac:chgData name="liao huang" userId="ec82cc6f13daab8b" providerId="LiveId" clId="{AA54D501-5D86-4123-B440-108FCE7D8FB7}" dt="2025-10-24T06:13:36.624" v="465" actId="478"/>
          <ac:cxnSpMkLst>
            <pc:docMk/>
            <pc:sldMk cId="41672033" sldId="337"/>
            <ac:cxnSpMk id="95" creationId="{682F5435-ACCD-8DCC-F578-D45875B569F7}"/>
          </ac:cxnSpMkLst>
        </pc:cxnChg>
        <pc:cxnChg chg="add del">
          <ac:chgData name="liao huang" userId="ec82cc6f13daab8b" providerId="LiveId" clId="{AA54D501-5D86-4123-B440-108FCE7D8FB7}" dt="2025-10-24T06:14:32.328" v="496" actId="478"/>
          <ac:cxnSpMkLst>
            <pc:docMk/>
            <pc:sldMk cId="41672033" sldId="337"/>
            <ac:cxnSpMk id="96" creationId="{4B68CC5C-CA40-EEBA-1886-23E51D77E658}"/>
          </ac:cxnSpMkLst>
        </pc:cxnChg>
        <pc:cxnChg chg="add mod">
          <ac:chgData name="liao huang" userId="ec82cc6f13daab8b" providerId="LiveId" clId="{AA54D501-5D86-4123-B440-108FCE7D8FB7}" dt="2025-10-24T06:14:52.824" v="508" actId="1076"/>
          <ac:cxnSpMkLst>
            <pc:docMk/>
            <pc:sldMk cId="41672033" sldId="337"/>
            <ac:cxnSpMk id="100" creationId="{D979D18D-AE88-BB2B-1F84-BAF30E014DF7}"/>
          </ac:cxnSpMkLst>
        </pc:cxnChg>
        <pc:cxnChg chg="add mod">
          <ac:chgData name="liao huang" userId="ec82cc6f13daab8b" providerId="LiveId" clId="{AA54D501-5D86-4123-B440-108FCE7D8FB7}" dt="2025-10-24T06:13:43.166" v="467" actId="1076"/>
          <ac:cxnSpMkLst>
            <pc:docMk/>
            <pc:sldMk cId="41672033" sldId="337"/>
            <ac:cxnSpMk id="102" creationId="{371877F8-9367-C0AF-8FE0-EBE01DE3BCF8}"/>
          </ac:cxnSpMkLst>
        </pc:cxnChg>
        <pc:cxnChg chg="add mod">
          <ac:chgData name="liao huang" userId="ec82cc6f13daab8b" providerId="LiveId" clId="{AA54D501-5D86-4123-B440-108FCE7D8FB7}" dt="2025-10-24T06:13:43.166" v="467" actId="1076"/>
          <ac:cxnSpMkLst>
            <pc:docMk/>
            <pc:sldMk cId="41672033" sldId="337"/>
            <ac:cxnSpMk id="103" creationId="{743EA73D-C5AE-488B-40BB-8846B876FEDF}"/>
          </ac:cxnSpMkLst>
        </pc:cxnChg>
        <pc:cxnChg chg="add mod">
          <ac:chgData name="liao huang" userId="ec82cc6f13daab8b" providerId="LiveId" clId="{AA54D501-5D86-4123-B440-108FCE7D8FB7}" dt="2025-10-24T06:14:57.976" v="509" actId="1076"/>
          <ac:cxnSpMkLst>
            <pc:docMk/>
            <pc:sldMk cId="41672033" sldId="337"/>
            <ac:cxnSpMk id="113" creationId="{03A11228-24EA-DC8E-67D4-1C3CB81EFEF4}"/>
          </ac:cxnSpMkLst>
        </pc:cxnChg>
        <pc:cxnChg chg="del mod">
          <ac:chgData name="liao huang" userId="ec82cc6f13daab8b" providerId="LiveId" clId="{AA54D501-5D86-4123-B440-108FCE7D8FB7}" dt="2025-10-24T06:15:12.787" v="514" actId="478"/>
          <ac:cxnSpMkLst>
            <pc:docMk/>
            <pc:sldMk cId="41672033" sldId="337"/>
            <ac:cxnSpMk id="114" creationId="{B6F7CDA3-8429-ACD9-6A32-0A091F2263C5}"/>
          </ac:cxnSpMkLst>
        </pc:cxnChg>
        <pc:cxnChg chg="add del mod">
          <ac:chgData name="liao huang" userId="ec82cc6f13daab8b" providerId="LiveId" clId="{AA54D501-5D86-4123-B440-108FCE7D8FB7}" dt="2025-10-24T06:15:12.121" v="513" actId="478"/>
          <ac:cxnSpMkLst>
            <pc:docMk/>
            <pc:sldMk cId="41672033" sldId="337"/>
            <ac:cxnSpMk id="115" creationId="{892D5D14-57AE-B329-D6F9-E073AD2644D0}"/>
          </ac:cxnSpMkLst>
        </pc:cxnChg>
        <pc:cxnChg chg="add del">
          <ac:chgData name="liao huang" userId="ec82cc6f13daab8b" providerId="LiveId" clId="{AA54D501-5D86-4123-B440-108FCE7D8FB7}" dt="2025-10-24T06:15:15.201" v="516" actId="478"/>
          <ac:cxnSpMkLst>
            <pc:docMk/>
            <pc:sldMk cId="41672033" sldId="337"/>
            <ac:cxnSpMk id="116" creationId="{B9BD4967-8567-8F8E-D93C-E01CA084AD39}"/>
          </ac:cxnSpMkLst>
        </pc:cxnChg>
        <pc:cxnChg chg="add del mod">
          <ac:chgData name="liao huang" userId="ec82cc6f13daab8b" providerId="LiveId" clId="{AA54D501-5D86-4123-B440-108FCE7D8FB7}" dt="2025-10-24T06:16:25.974" v="572" actId="478"/>
          <ac:cxnSpMkLst>
            <pc:docMk/>
            <pc:sldMk cId="41672033" sldId="337"/>
            <ac:cxnSpMk id="123" creationId="{3EED3933-02C5-1995-DBBA-FB4798FF43D1}"/>
          </ac:cxnSpMkLst>
        </pc:cxnChg>
        <pc:cxnChg chg="add del mod">
          <ac:chgData name="liao huang" userId="ec82cc6f13daab8b" providerId="LiveId" clId="{AA54D501-5D86-4123-B440-108FCE7D8FB7}" dt="2025-10-24T06:16:25.390" v="571" actId="478"/>
          <ac:cxnSpMkLst>
            <pc:docMk/>
            <pc:sldMk cId="41672033" sldId="337"/>
            <ac:cxnSpMk id="127" creationId="{614AFE58-A457-94D5-6292-5E6396703596}"/>
          </ac:cxnSpMkLst>
        </pc:cxnChg>
      </pc:sldChg>
      <pc:sldChg chg="del">
        <pc:chgData name="liao huang" userId="ec82cc6f13daab8b" providerId="LiveId" clId="{AA54D501-5D86-4123-B440-108FCE7D8FB7}" dt="2025-10-09T05:37:32.807" v="127" actId="47"/>
        <pc:sldMkLst>
          <pc:docMk/>
          <pc:sldMk cId="969987762" sldId="337"/>
        </pc:sldMkLst>
      </pc:sldChg>
      <pc:sldChg chg="addSp delSp modSp add mod ord">
        <pc:chgData name="liao huang" userId="ec82cc6f13daab8b" providerId="LiveId" clId="{AA54D501-5D86-4123-B440-108FCE7D8FB7}" dt="2025-10-24T10:36:42.182" v="709" actId="14100"/>
        <pc:sldMkLst>
          <pc:docMk/>
          <pc:sldMk cId="605995678" sldId="338"/>
        </pc:sldMkLst>
        <pc:spChg chg="mod">
          <ac:chgData name="liao huang" userId="ec82cc6f13daab8b" providerId="LiveId" clId="{AA54D501-5D86-4123-B440-108FCE7D8FB7}" dt="2025-10-24T06:00:19.994" v="338" actId="14100"/>
          <ac:spMkLst>
            <pc:docMk/>
            <pc:sldMk cId="605995678" sldId="338"/>
            <ac:spMk id="32" creationId="{DE9D6BF9-359D-FBDB-EB34-C5A947D59DAF}"/>
          </ac:spMkLst>
        </pc:spChg>
        <pc:picChg chg="add del mod">
          <ac:chgData name="liao huang" userId="ec82cc6f13daab8b" providerId="LiveId" clId="{AA54D501-5D86-4123-B440-108FCE7D8FB7}" dt="2025-10-24T06:24:55.657" v="685" actId="478"/>
          <ac:picMkLst>
            <pc:docMk/>
            <pc:sldMk cId="605995678" sldId="338"/>
            <ac:picMk id="5" creationId="{FEBB91A9-28CD-15DB-7BDF-6B9471032C82}"/>
          </ac:picMkLst>
        </pc:picChg>
        <pc:picChg chg="mod">
          <ac:chgData name="liao huang" userId="ec82cc6f13daab8b" providerId="LiveId" clId="{AA54D501-5D86-4123-B440-108FCE7D8FB7}" dt="2025-10-24T10:36:42.182" v="709" actId="14100"/>
          <ac:picMkLst>
            <pc:docMk/>
            <pc:sldMk cId="605995678" sldId="338"/>
            <ac:picMk id="11" creationId="{E02BD304-3FE4-61B0-A80B-A1969E83A9C6}"/>
          </ac:picMkLst>
        </pc:picChg>
      </pc:sldChg>
      <pc:sldChg chg="del">
        <pc:chgData name="liao huang" userId="ec82cc6f13daab8b" providerId="LiveId" clId="{AA54D501-5D86-4123-B440-108FCE7D8FB7}" dt="2025-10-09T05:37:32.807" v="127" actId="47"/>
        <pc:sldMkLst>
          <pc:docMk/>
          <pc:sldMk cId="896632247" sldId="338"/>
        </pc:sldMkLst>
      </pc:sldChg>
      <pc:sldChg chg="add del">
        <pc:chgData name="liao huang" userId="ec82cc6f13daab8b" providerId="LiveId" clId="{AA54D501-5D86-4123-B440-108FCE7D8FB7}" dt="2025-10-24T06:00:27.198" v="342"/>
        <pc:sldMkLst>
          <pc:docMk/>
          <pc:sldMk cId="1754740936" sldId="339"/>
        </pc:sldMkLst>
      </pc:sldChg>
      <pc:sldChg chg="del">
        <pc:chgData name="liao huang" userId="ec82cc6f13daab8b" providerId="LiveId" clId="{AA54D501-5D86-4123-B440-108FCE7D8FB7}" dt="2025-10-09T05:37:54.127" v="132" actId="47"/>
        <pc:sldMkLst>
          <pc:docMk/>
          <pc:sldMk cId="2177563654" sldId="339"/>
        </pc:sldMkLst>
      </pc:sldChg>
      <pc:sldChg chg="del">
        <pc:chgData name="liao huang" userId="ec82cc6f13daab8b" providerId="LiveId" clId="{AA54D501-5D86-4123-B440-108FCE7D8FB7}" dt="2025-10-09T05:37:46.387" v="129" actId="2696"/>
        <pc:sldMkLst>
          <pc:docMk/>
          <pc:sldMk cId="3400952436" sldId="340"/>
        </pc:sldMkLst>
      </pc:sldChg>
      <pc:sldChg chg="del">
        <pc:chgData name="liao huang" userId="ec82cc6f13daab8b" providerId="LiveId" clId="{AA54D501-5D86-4123-B440-108FCE7D8FB7}" dt="2025-10-09T05:37:55.318" v="133" actId="47"/>
        <pc:sldMkLst>
          <pc:docMk/>
          <pc:sldMk cId="428877371" sldId="341"/>
        </pc:sldMkLst>
      </pc:sldChg>
      <pc:sldChg chg="del">
        <pc:chgData name="liao huang" userId="ec82cc6f13daab8b" providerId="LiveId" clId="{AA54D501-5D86-4123-B440-108FCE7D8FB7}" dt="2025-10-09T05:37:46.387" v="129" actId="2696"/>
        <pc:sldMkLst>
          <pc:docMk/>
          <pc:sldMk cId="1389603188" sldId="342"/>
        </pc:sldMkLst>
      </pc:sldChg>
      <pc:sldChg chg="del">
        <pc:chgData name="liao huang" userId="ec82cc6f13daab8b" providerId="LiveId" clId="{AA54D501-5D86-4123-B440-108FCE7D8FB7}" dt="2025-10-09T05:37:46.387" v="129" actId="2696"/>
        <pc:sldMkLst>
          <pc:docMk/>
          <pc:sldMk cId="3082033537" sldId="343"/>
        </pc:sldMkLst>
      </pc:sldChg>
      <pc:sldChg chg="modSp mod">
        <pc:chgData name="liao huang" userId="ec82cc6f13daab8b" providerId="LiveId" clId="{AA54D501-5D86-4123-B440-108FCE7D8FB7}" dt="2025-10-24T10:48:51.390" v="710" actId="1076"/>
        <pc:sldMkLst>
          <pc:docMk/>
          <pc:sldMk cId="3744073691" sldId="343"/>
        </pc:sldMkLst>
        <pc:picChg chg="mod">
          <ac:chgData name="liao huang" userId="ec82cc6f13daab8b" providerId="LiveId" clId="{AA54D501-5D86-4123-B440-108FCE7D8FB7}" dt="2025-10-24T10:48:51.390" v="710" actId="1076"/>
          <ac:picMkLst>
            <pc:docMk/>
            <pc:sldMk cId="3744073691" sldId="343"/>
            <ac:picMk id="18" creationId="{50579B58-C3BE-44AE-9566-B398C8ACF6D5}"/>
          </ac:picMkLst>
        </pc:picChg>
      </pc:sldChg>
      <pc:sldChg chg="modSp mod">
        <pc:chgData name="liao huang" userId="ec82cc6f13daab8b" providerId="LiveId" clId="{AA54D501-5D86-4123-B440-108FCE7D8FB7}" dt="2025-10-24T10:50:08.352" v="716" actId="1076"/>
        <pc:sldMkLst>
          <pc:docMk/>
          <pc:sldMk cId="427780291" sldId="344"/>
        </pc:sldMkLst>
        <pc:picChg chg="mod">
          <ac:chgData name="liao huang" userId="ec82cc6f13daab8b" providerId="LiveId" clId="{AA54D501-5D86-4123-B440-108FCE7D8FB7}" dt="2025-10-24T10:50:08.352" v="716" actId="1076"/>
          <ac:picMkLst>
            <pc:docMk/>
            <pc:sldMk cId="427780291" sldId="344"/>
            <ac:picMk id="5" creationId="{4EF268B8-43A4-4812-8BA3-5E6DD9BF9CBE}"/>
          </ac:picMkLst>
        </pc:picChg>
      </pc:sldChg>
      <pc:sldChg chg="del">
        <pc:chgData name="liao huang" userId="ec82cc6f13daab8b" providerId="LiveId" clId="{AA54D501-5D86-4123-B440-108FCE7D8FB7}" dt="2025-10-09T05:37:46.387" v="129" actId="2696"/>
        <pc:sldMkLst>
          <pc:docMk/>
          <pc:sldMk cId="3878932586" sldId="344"/>
        </pc:sldMkLst>
      </pc:sldChg>
      <pc:sldChg chg="del">
        <pc:chgData name="liao huang" userId="ec82cc6f13daab8b" providerId="LiveId" clId="{AA54D501-5D86-4123-B440-108FCE7D8FB7}" dt="2025-10-09T05:37:46.387" v="129" actId="2696"/>
        <pc:sldMkLst>
          <pc:docMk/>
          <pc:sldMk cId="2379408487" sldId="345"/>
        </pc:sldMkLst>
      </pc:sldChg>
      <pc:sldChg chg="modSp mod">
        <pc:chgData name="liao huang" userId="ec82cc6f13daab8b" providerId="LiveId" clId="{AA54D501-5D86-4123-B440-108FCE7D8FB7}" dt="2025-10-24T10:56:24.229" v="726" actId="1076"/>
        <pc:sldMkLst>
          <pc:docMk/>
          <pc:sldMk cId="3069599542" sldId="345"/>
        </pc:sldMkLst>
        <pc:picChg chg="mod">
          <ac:chgData name="liao huang" userId="ec82cc6f13daab8b" providerId="LiveId" clId="{AA54D501-5D86-4123-B440-108FCE7D8FB7}" dt="2025-10-24T10:56:24.229" v="726" actId="1076"/>
          <ac:picMkLst>
            <pc:docMk/>
            <pc:sldMk cId="3069599542" sldId="345"/>
            <ac:picMk id="10" creationId="{F7CBBFAD-3921-4530-966E-AA2AF04ECFF3}"/>
          </ac:picMkLst>
        </pc:picChg>
      </pc:sldChg>
      <pc:sldChg chg="del">
        <pc:chgData name="liao huang" userId="ec82cc6f13daab8b" providerId="LiveId" clId="{AA54D501-5D86-4123-B440-108FCE7D8FB7}" dt="2025-10-09T05:37:46.387" v="129" actId="2696"/>
        <pc:sldMkLst>
          <pc:docMk/>
          <pc:sldMk cId="2386988284" sldId="346"/>
        </pc:sldMkLst>
      </pc:sldChg>
      <pc:sldChg chg="del">
        <pc:chgData name="liao huang" userId="ec82cc6f13daab8b" providerId="LiveId" clId="{AA54D501-5D86-4123-B440-108FCE7D8FB7}" dt="2025-10-09T05:37:46.387" v="129" actId="2696"/>
        <pc:sldMkLst>
          <pc:docMk/>
          <pc:sldMk cId="2160905716" sldId="347"/>
        </pc:sldMkLst>
      </pc:sldChg>
      <pc:sldChg chg="del">
        <pc:chgData name="liao huang" userId="ec82cc6f13daab8b" providerId="LiveId" clId="{AA54D501-5D86-4123-B440-108FCE7D8FB7}" dt="2025-10-09T05:37:46.387" v="129" actId="2696"/>
        <pc:sldMkLst>
          <pc:docMk/>
          <pc:sldMk cId="3574788686" sldId="348"/>
        </pc:sldMkLst>
      </pc:sldChg>
      <pc:sldChg chg="addSp delSp modSp del mod">
        <pc:chgData name="liao huang" userId="ec82cc6f13daab8b" providerId="LiveId" clId="{AA54D501-5D86-4123-B440-108FCE7D8FB7}" dt="2025-10-09T05:37:46.387" v="129" actId="2696"/>
        <pc:sldMkLst>
          <pc:docMk/>
          <pc:sldMk cId="2799807660" sldId="349"/>
        </pc:sldMkLst>
      </pc:sldChg>
      <pc:sldChg chg="delSp add del mod">
        <pc:chgData name="liao huang" userId="ec82cc6f13daab8b" providerId="LiveId" clId="{AA54D501-5D86-4123-B440-108FCE7D8FB7}" dt="2025-10-09T05:37:46.387" v="129" actId="2696"/>
        <pc:sldMkLst>
          <pc:docMk/>
          <pc:sldMk cId="1506959899" sldId="350"/>
        </pc:sldMkLst>
      </pc:sldChg>
    </pc:docChg>
  </pc:docChgLst>
  <pc:docChgLst>
    <pc:chgData name="liao huang" userId="ec82cc6f13daab8b" providerId="LiveId" clId="{B5BE7869-CE3B-492B-92E7-7DCB7084B112}"/>
    <pc:docChg chg="undo custSel addSld delSld modSld sldOrd modSection">
      <pc:chgData name="liao huang" userId="ec82cc6f13daab8b" providerId="LiveId" clId="{B5BE7869-CE3B-492B-92E7-7DCB7084B112}" dt="2025-10-24T09:55:35.826" v="870"/>
      <pc:docMkLst>
        <pc:docMk/>
      </pc:docMkLst>
      <pc:sldChg chg="addSp modSp mod">
        <pc:chgData name="liao huang" userId="ec82cc6f13daab8b" providerId="LiveId" clId="{B5BE7869-CE3B-492B-92E7-7DCB7084B112}" dt="2025-10-24T08:33:04.344" v="67"/>
        <pc:sldMkLst>
          <pc:docMk/>
          <pc:sldMk cId="0" sldId="272"/>
        </pc:sldMkLst>
        <pc:spChg chg="mod">
          <ac:chgData name="liao huang" userId="ec82cc6f13daab8b" providerId="LiveId" clId="{B5BE7869-CE3B-492B-92E7-7DCB7084B112}" dt="2025-10-24T08:29:19.246" v="36" actId="20577"/>
          <ac:spMkLst>
            <pc:docMk/>
            <pc:sldMk cId="0" sldId="272"/>
            <ac:spMk id="2" creationId="{64998951-640F-6C08-A8BC-65E1246B73D6}"/>
          </ac:spMkLst>
        </pc:spChg>
        <pc:spChg chg="mod">
          <ac:chgData name="liao huang" userId="ec82cc6f13daab8b" providerId="LiveId" clId="{B5BE7869-CE3B-492B-92E7-7DCB7084B112}" dt="2025-10-24T08:33:04.344" v="67"/>
          <ac:spMkLst>
            <pc:docMk/>
            <pc:sldMk cId="0" sldId="272"/>
            <ac:spMk id="13" creationId="{3F5C7F43-BE9B-4C05-8794-9087681CB08B}"/>
          </ac:spMkLst>
        </pc:spChg>
        <pc:spChg chg="mod">
          <ac:chgData name="liao huang" userId="ec82cc6f13daab8b" providerId="LiveId" clId="{B5BE7869-CE3B-492B-92E7-7DCB7084B112}" dt="2025-10-24T08:32:40.880" v="63" actId="20577"/>
          <ac:spMkLst>
            <pc:docMk/>
            <pc:sldMk cId="0" sldId="272"/>
            <ac:spMk id="14" creationId="{0B87BC1D-792B-4933-8417-F267F2B9A978}"/>
          </ac:spMkLst>
        </pc:spChg>
        <pc:grpChg chg="mod">
          <ac:chgData name="liao huang" userId="ec82cc6f13daab8b" providerId="LiveId" clId="{B5BE7869-CE3B-492B-92E7-7DCB7084B112}" dt="2025-10-24T08:32:36.406" v="61" actId="1076"/>
          <ac:grpSpMkLst>
            <pc:docMk/>
            <pc:sldMk cId="0" sldId="272"/>
            <ac:grpSpMk id="9" creationId="{44F142AE-D5C7-E772-E6A0-876037A4F2A7}"/>
          </ac:grpSpMkLst>
        </pc:grpChg>
        <pc:grpChg chg="mod">
          <ac:chgData name="liao huang" userId="ec82cc6f13daab8b" providerId="LiveId" clId="{B5BE7869-CE3B-492B-92E7-7DCB7084B112}" dt="2025-10-24T08:32:36.406" v="61" actId="1076"/>
          <ac:grpSpMkLst>
            <pc:docMk/>
            <pc:sldMk cId="0" sldId="272"/>
            <ac:grpSpMk id="11" creationId="{8F7C0971-7369-E9FF-7DCF-2CA105016570}"/>
          </ac:grpSpMkLst>
        </pc:grpChg>
        <pc:grpChg chg="add mod">
          <ac:chgData name="liao huang" userId="ec82cc6f13daab8b" providerId="LiveId" clId="{B5BE7869-CE3B-492B-92E7-7DCB7084B112}" dt="2025-10-24T08:32:39.347" v="62" actId="1076"/>
          <ac:grpSpMkLst>
            <pc:docMk/>
            <pc:sldMk cId="0" sldId="272"/>
            <ac:grpSpMk id="12" creationId="{43A62D04-2BDD-44CE-8088-257A1C04A4F5}"/>
          </ac:grpSpMkLst>
        </pc:grpChg>
      </pc:sldChg>
      <pc:sldChg chg="addSp delSp modSp mod ord">
        <pc:chgData name="liao huang" userId="ec82cc6f13daab8b" providerId="LiveId" clId="{B5BE7869-CE3B-492B-92E7-7DCB7084B112}" dt="2025-10-24T08:34:21.120" v="79"/>
        <pc:sldMkLst>
          <pc:docMk/>
          <pc:sldMk cId="1682685868" sldId="313"/>
        </pc:sldMkLst>
        <pc:spChg chg="del mod">
          <ac:chgData name="liao huang" userId="ec82cc6f13daab8b" providerId="LiveId" clId="{B5BE7869-CE3B-492B-92E7-7DCB7084B112}" dt="2025-10-24T08:34:14.907" v="76" actId="478"/>
          <ac:spMkLst>
            <pc:docMk/>
            <pc:sldMk cId="1682685868" sldId="313"/>
            <ac:spMk id="2" creationId="{4293E849-5609-7D84-1D4C-E7AFE76DBEFA}"/>
          </ac:spMkLst>
        </pc:spChg>
        <pc:spChg chg="del mod">
          <ac:chgData name="liao huang" userId="ec82cc6f13daab8b" providerId="LiveId" clId="{B5BE7869-CE3B-492B-92E7-7DCB7084B112}" dt="2025-10-24T08:34:14.907" v="76" actId="478"/>
          <ac:spMkLst>
            <pc:docMk/>
            <pc:sldMk cId="1682685868" sldId="313"/>
            <ac:spMk id="5" creationId="{85DD8D6C-C2FD-204B-A89E-D09E09E157B9}"/>
          </ac:spMkLst>
        </pc:spChg>
        <pc:spChg chg="mod">
          <ac:chgData name="liao huang" userId="ec82cc6f13daab8b" providerId="LiveId" clId="{B5BE7869-CE3B-492B-92E7-7DCB7084B112}" dt="2025-10-24T08:34:02.238" v="73" actId="1076"/>
          <ac:spMkLst>
            <pc:docMk/>
            <pc:sldMk cId="1682685868" sldId="313"/>
            <ac:spMk id="6" creationId="{B14EE4E1-D5B5-A3D2-BE03-12C581BE1142}"/>
          </ac:spMkLst>
        </pc:spChg>
        <pc:spChg chg="mod">
          <ac:chgData name="liao huang" userId="ec82cc6f13daab8b" providerId="LiveId" clId="{B5BE7869-CE3B-492B-92E7-7DCB7084B112}" dt="2025-10-24T08:32:26.787" v="58"/>
          <ac:spMkLst>
            <pc:docMk/>
            <pc:sldMk cId="1682685868" sldId="313"/>
            <ac:spMk id="10" creationId="{A60B6048-639C-010F-B7C6-1867337A5C44}"/>
          </ac:spMkLst>
        </pc:spChg>
        <pc:spChg chg="add mod">
          <ac:chgData name="liao huang" userId="ec82cc6f13daab8b" providerId="LiveId" clId="{B5BE7869-CE3B-492B-92E7-7DCB7084B112}" dt="2025-10-24T08:34:18.972" v="77" actId="1076"/>
          <ac:spMkLst>
            <pc:docMk/>
            <pc:sldMk cId="1682685868" sldId="313"/>
            <ac:spMk id="14" creationId="{0E872D6D-24EF-4331-99F2-F7FF125274F5}"/>
          </ac:spMkLst>
        </pc:spChg>
        <pc:spChg chg="add mod">
          <ac:chgData name="liao huang" userId="ec82cc6f13daab8b" providerId="LiveId" clId="{B5BE7869-CE3B-492B-92E7-7DCB7084B112}" dt="2025-10-24T08:34:18.972" v="77" actId="1076"/>
          <ac:spMkLst>
            <pc:docMk/>
            <pc:sldMk cId="1682685868" sldId="313"/>
            <ac:spMk id="15" creationId="{FE72E290-95C5-487E-81FB-07E027C48955}"/>
          </ac:spMkLst>
        </pc:spChg>
        <pc:grpChg chg="del">
          <ac:chgData name="liao huang" userId="ec82cc6f13daab8b" providerId="LiveId" clId="{B5BE7869-CE3B-492B-92E7-7DCB7084B112}" dt="2025-10-24T08:34:14.907" v="76" actId="478"/>
          <ac:grpSpMkLst>
            <pc:docMk/>
            <pc:sldMk cId="1682685868" sldId="313"/>
            <ac:grpSpMk id="11" creationId="{3F4736AB-06FB-5B61-5C4D-22E415653AF6}"/>
          </ac:grpSpMkLst>
        </pc:grpChg>
      </pc:sldChg>
      <pc:sldChg chg="addSp delSp modSp mod modNotesTx">
        <pc:chgData name="liao huang" userId="ec82cc6f13daab8b" providerId="LiveId" clId="{B5BE7869-CE3B-492B-92E7-7DCB7084B112}" dt="2025-10-24T09:55:35.826" v="870"/>
        <pc:sldMkLst>
          <pc:docMk/>
          <pc:sldMk cId="3027936104" sldId="333"/>
        </pc:sldMkLst>
        <pc:spChg chg="mod">
          <ac:chgData name="liao huang" userId="ec82cc6f13daab8b" providerId="LiveId" clId="{B5BE7869-CE3B-492B-92E7-7DCB7084B112}" dt="2025-10-24T09:31:24.049" v="765" actId="113"/>
          <ac:spMkLst>
            <pc:docMk/>
            <pc:sldMk cId="3027936104" sldId="333"/>
            <ac:spMk id="7" creationId="{AB1A0C70-2EC6-48A1-9DE6-1865D03C0A3F}"/>
          </ac:spMkLst>
        </pc:spChg>
        <pc:spChg chg="add mod">
          <ac:chgData name="liao huang" userId="ec82cc6f13daab8b" providerId="LiveId" clId="{B5BE7869-CE3B-492B-92E7-7DCB7084B112}" dt="2025-10-24T09:25:51.057" v="728"/>
          <ac:spMkLst>
            <pc:docMk/>
            <pc:sldMk cId="3027936104" sldId="333"/>
            <ac:spMk id="12" creationId="{91260EEC-EFE1-4754-89D2-75EE1A6823E2}"/>
          </ac:spMkLst>
        </pc:spChg>
        <pc:spChg chg="del">
          <ac:chgData name="liao huang" userId="ec82cc6f13daab8b" providerId="LiveId" clId="{B5BE7869-CE3B-492B-92E7-7DCB7084B112}" dt="2025-10-24T09:25:50.859" v="727" actId="478"/>
          <ac:spMkLst>
            <pc:docMk/>
            <pc:sldMk cId="3027936104" sldId="333"/>
            <ac:spMk id="21" creationId="{DF748739-1FCB-C161-D2C4-012219597422}"/>
          </ac:spMkLst>
        </pc:spChg>
        <pc:spChg chg="mod">
          <ac:chgData name="liao huang" userId="ec82cc6f13daab8b" providerId="LiveId" clId="{B5BE7869-CE3B-492B-92E7-7DCB7084B112}" dt="2025-10-24T09:26:52.314" v="734" actId="14100"/>
          <ac:spMkLst>
            <pc:docMk/>
            <pc:sldMk cId="3027936104" sldId="333"/>
            <ac:spMk id="32" creationId="{E3CDB903-D684-55E2-6677-63B387756AFA}"/>
          </ac:spMkLst>
        </pc:spChg>
        <pc:picChg chg="mod">
          <ac:chgData name="liao huang" userId="ec82cc6f13daab8b" providerId="LiveId" clId="{B5BE7869-CE3B-492B-92E7-7DCB7084B112}" dt="2025-10-24T09:29:45.723" v="758" actId="1076"/>
          <ac:picMkLst>
            <pc:docMk/>
            <pc:sldMk cId="3027936104" sldId="333"/>
            <ac:picMk id="5" creationId="{824F6D40-ED64-467C-A4D9-028367F8D18B}"/>
          </ac:picMkLst>
        </pc:picChg>
        <pc:picChg chg="add mod">
          <ac:chgData name="liao huang" userId="ec82cc6f13daab8b" providerId="LiveId" clId="{B5BE7869-CE3B-492B-92E7-7DCB7084B112}" dt="2025-10-24T09:29:49.692" v="761" actId="1076"/>
          <ac:picMkLst>
            <pc:docMk/>
            <pc:sldMk cId="3027936104" sldId="333"/>
            <ac:picMk id="8" creationId="{F2134462-62F9-4A4C-8591-528B72B954C4}"/>
          </ac:picMkLst>
        </pc:picChg>
        <pc:picChg chg="add del">
          <ac:chgData name="liao huang" userId="ec82cc6f13daab8b" providerId="LiveId" clId="{B5BE7869-CE3B-492B-92E7-7DCB7084B112}" dt="2025-10-24T09:31:20.649" v="764" actId="22"/>
          <ac:picMkLst>
            <pc:docMk/>
            <pc:sldMk cId="3027936104" sldId="333"/>
            <ac:picMk id="11" creationId="{5A4BCFEA-EBF9-45B0-BFF8-E491A57DDADA}"/>
          </ac:picMkLst>
        </pc:picChg>
      </pc:sldChg>
      <pc:sldChg chg="addSp delSp modSp add mod ord">
        <pc:chgData name="liao huang" userId="ec82cc6f13daab8b" providerId="LiveId" clId="{B5BE7869-CE3B-492B-92E7-7DCB7084B112}" dt="2025-10-24T09:25:45.876" v="726" actId="20577"/>
        <pc:sldMkLst>
          <pc:docMk/>
          <pc:sldMk cId="3640561149" sldId="334"/>
        </pc:sldMkLst>
        <pc:spChg chg="mod">
          <ac:chgData name="liao huang" userId="ec82cc6f13daab8b" providerId="LiveId" clId="{B5BE7869-CE3B-492B-92E7-7DCB7084B112}" dt="2025-10-24T09:25:45.876" v="726" actId="20577"/>
          <ac:spMkLst>
            <pc:docMk/>
            <pc:sldMk cId="3640561149" sldId="334"/>
            <ac:spMk id="21" creationId="{DF748739-1FCB-C161-D2C4-012219597422}"/>
          </ac:spMkLst>
        </pc:spChg>
        <pc:picChg chg="add mod">
          <ac:chgData name="liao huang" userId="ec82cc6f13daab8b" providerId="LiveId" clId="{B5BE7869-CE3B-492B-92E7-7DCB7084B112}" dt="2025-10-24T09:24:14.488" v="695" actId="1076"/>
          <ac:picMkLst>
            <pc:docMk/>
            <pc:sldMk cId="3640561149" sldId="334"/>
            <ac:picMk id="5" creationId="{78B03F6C-A122-4E0C-B9F4-155F2B916F6A}"/>
          </ac:picMkLst>
        </pc:picChg>
        <pc:picChg chg="add del mod">
          <ac:chgData name="liao huang" userId="ec82cc6f13daab8b" providerId="LiveId" clId="{B5BE7869-CE3B-492B-92E7-7DCB7084B112}" dt="2025-10-24T09:24:15.762" v="697" actId="478"/>
          <ac:picMkLst>
            <pc:docMk/>
            <pc:sldMk cId="3640561149" sldId="334"/>
            <ac:picMk id="8" creationId="{06A85421-4944-48DB-B3B7-D10FAF60F50D}"/>
          </ac:picMkLst>
        </pc:picChg>
        <pc:picChg chg="add mod">
          <ac:chgData name="liao huang" userId="ec82cc6f13daab8b" providerId="LiveId" clId="{B5BE7869-CE3B-492B-92E7-7DCB7084B112}" dt="2025-10-24T09:24:53.891" v="718" actId="1076"/>
          <ac:picMkLst>
            <pc:docMk/>
            <pc:sldMk cId="3640561149" sldId="334"/>
            <ac:picMk id="10" creationId="{E99342FA-F91A-490F-8EC4-6DBA29C820B3}"/>
          </ac:picMkLst>
        </pc:picChg>
        <pc:picChg chg="add del mod ord">
          <ac:chgData name="liao huang" userId="ec82cc6f13daab8b" providerId="LiveId" clId="{B5BE7869-CE3B-492B-92E7-7DCB7084B112}" dt="2025-10-24T09:24:41.573" v="711" actId="478"/>
          <ac:picMkLst>
            <pc:docMk/>
            <pc:sldMk cId="3640561149" sldId="334"/>
            <ac:picMk id="11" creationId="{6AD6A67E-D475-4E47-BD38-39D8679AFF09}"/>
          </ac:picMkLst>
        </pc:picChg>
      </pc:sldChg>
      <pc:sldChg chg="addSp delSp modSp add del mod">
        <pc:chgData name="liao huang" userId="ec82cc6f13daab8b" providerId="LiveId" clId="{B5BE7869-CE3B-492B-92E7-7DCB7084B112}" dt="2025-10-24T09:34:07.028" v="771" actId="47"/>
        <pc:sldMkLst>
          <pc:docMk/>
          <pc:sldMk cId="3463432665" sldId="335"/>
        </pc:sldMkLst>
        <pc:spChg chg="add mod">
          <ac:chgData name="liao huang" userId="ec82cc6f13daab8b" providerId="LiveId" clId="{B5BE7869-CE3B-492B-92E7-7DCB7084B112}" dt="2025-10-24T09:25:56.156" v="730"/>
          <ac:spMkLst>
            <pc:docMk/>
            <pc:sldMk cId="3463432665" sldId="335"/>
            <ac:spMk id="12" creationId="{3DB7D684-E64E-42D3-A20F-E7AD271616A0}"/>
          </ac:spMkLst>
        </pc:spChg>
        <pc:spChg chg="del">
          <ac:chgData name="liao huang" userId="ec82cc6f13daab8b" providerId="LiveId" clId="{B5BE7869-CE3B-492B-92E7-7DCB7084B112}" dt="2025-10-24T09:25:55.982" v="729" actId="478"/>
          <ac:spMkLst>
            <pc:docMk/>
            <pc:sldMk cId="3463432665" sldId="335"/>
            <ac:spMk id="21" creationId="{DF748739-1FCB-C161-D2C4-012219597422}"/>
          </ac:spMkLst>
        </pc:spChg>
      </pc:sldChg>
      <pc:sldChg chg="modSp add mod">
        <pc:chgData name="liao huang" userId="ec82cc6f13daab8b" providerId="LiveId" clId="{B5BE7869-CE3B-492B-92E7-7DCB7084B112}" dt="2025-10-24T09:17:06.455" v="687" actId="20577"/>
        <pc:sldMkLst>
          <pc:docMk/>
          <pc:sldMk cId="4259100021" sldId="339"/>
        </pc:sldMkLst>
        <pc:spChg chg="mod">
          <ac:chgData name="liao huang" userId="ec82cc6f13daab8b" providerId="LiveId" clId="{B5BE7869-CE3B-492B-92E7-7DCB7084B112}" dt="2025-10-24T09:17:06.455" v="687" actId="20577"/>
          <ac:spMkLst>
            <pc:docMk/>
            <pc:sldMk cId="4259100021" sldId="339"/>
            <ac:spMk id="6" creationId="{B14EE4E1-D5B5-A3D2-BE03-12C581BE1142}"/>
          </ac:spMkLst>
        </pc:spChg>
      </pc:sldChg>
      <pc:sldChg chg="addSp delSp modSp add mod ord">
        <pc:chgData name="liao huang" userId="ec82cc6f13daab8b" providerId="LiveId" clId="{B5BE7869-CE3B-492B-92E7-7DCB7084B112}" dt="2025-10-24T08:36:46.857" v="157" actId="20577"/>
        <pc:sldMkLst>
          <pc:docMk/>
          <pc:sldMk cId="2772573887" sldId="340"/>
        </pc:sldMkLst>
        <pc:spChg chg="mod">
          <ac:chgData name="liao huang" userId="ec82cc6f13daab8b" providerId="LiveId" clId="{B5BE7869-CE3B-492B-92E7-7DCB7084B112}" dt="2025-10-24T08:36:22.662" v="152" actId="20577"/>
          <ac:spMkLst>
            <pc:docMk/>
            <pc:sldMk cId="2772573887" sldId="340"/>
            <ac:spMk id="7" creationId="{AB1A0C70-2EC6-48A1-9DE6-1865D03C0A3F}"/>
          </ac:spMkLst>
        </pc:spChg>
        <pc:spChg chg="mod">
          <ac:chgData name="liao huang" userId="ec82cc6f13daab8b" providerId="LiveId" clId="{B5BE7869-CE3B-492B-92E7-7DCB7084B112}" dt="2025-10-24T08:34:28.643" v="83" actId="20577"/>
          <ac:spMkLst>
            <pc:docMk/>
            <pc:sldMk cId="2772573887" sldId="340"/>
            <ac:spMk id="13" creationId="{2BA5D296-17D7-B65D-E04E-8AC327E5872D}"/>
          </ac:spMkLst>
        </pc:spChg>
        <pc:spChg chg="mod">
          <ac:chgData name="liao huang" userId="ec82cc6f13daab8b" providerId="LiveId" clId="{B5BE7869-CE3B-492B-92E7-7DCB7084B112}" dt="2025-10-24T08:34:39.177" v="87" actId="20577"/>
          <ac:spMkLst>
            <pc:docMk/>
            <pc:sldMk cId="2772573887" sldId="340"/>
            <ac:spMk id="21" creationId="{DF748739-1FCB-C161-D2C4-012219597422}"/>
          </ac:spMkLst>
        </pc:spChg>
        <pc:spChg chg="mod">
          <ac:chgData name="liao huang" userId="ec82cc6f13daab8b" providerId="LiveId" clId="{B5BE7869-CE3B-492B-92E7-7DCB7084B112}" dt="2025-10-24T08:36:46.857" v="157" actId="20577"/>
          <ac:spMkLst>
            <pc:docMk/>
            <pc:sldMk cId="2772573887" sldId="340"/>
            <ac:spMk id="32" creationId="{E3CDB903-D684-55E2-6677-63B387756AFA}"/>
          </ac:spMkLst>
        </pc:spChg>
        <pc:picChg chg="del mod">
          <ac:chgData name="liao huang" userId="ec82cc6f13daab8b" providerId="LiveId" clId="{B5BE7869-CE3B-492B-92E7-7DCB7084B112}" dt="2025-10-24T08:35:00.858" v="89" actId="478"/>
          <ac:picMkLst>
            <pc:docMk/>
            <pc:sldMk cId="2772573887" sldId="340"/>
            <ac:picMk id="5" creationId="{824F6D40-ED64-467C-A4D9-028367F8D18B}"/>
          </ac:picMkLst>
        </pc:picChg>
        <pc:picChg chg="add mod">
          <ac:chgData name="liao huang" userId="ec82cc6f13daab8b" providerId="LiveId" clId="{B5BE7869-CE3B-492B-92E7-7DCB7084B112}" dt="2025-10-24T08:35:56.161" v="134" actId="1076"/>
          <ac:picMkLst>
            <pc:docMk/>
            <pc:sldMk cId="2772573887" sldId="340"/>
            <ac:picMk id="8" creationId="{0260622F-DAEF-4CB9-A9C8-70BE5B3424A0}"/>
          </ac:picMkLst>
        </pc:picChg>
      </pc:sldChg>
      <pc:sldChg chg="addSp delSp modSp add mod modNotesTx">
        <pc:chgData name="liao huang" userId="ec82cc6f13daab8b" providerId="LiveId" clId="{B5BE7869-CE3B-492B-92E7-7DCB7084B112}" dt="2025-10-24T09:16:00.535" v="683"/>
        <pc:sldMkLst>
          <pc:docMk/>
          <pc:sldMk cId="4013017599" sldId="341"/>
        </pc:sldMkLst>
        <pc:spChg chg="mod">
          <ac:chgData name="liao huang" userId="ec82cc6f13daab8b" providerId="LiveId" clId="{B5BE7869-CE3B-492B-92E7-7DCB7084B112}" dt="2025-10-24T08:47:58.253" v="341" actId="20577"/>
          <ac:spMkLst>
            <pc:docMk/>
            <pc:sldMk cId="4013017599" sldId="341"/>
            <ac:spMk id="7" creationId="{AB1A0C70-2EC6-48A1-9DE6-1865D03C0A3F}"/>
          </ac:spMkLst>
        </pc:spChg>
        <pc:spChg chg="mod">
          <ac:chgData name="liao huang" userId="ec82cc6f13daab8b" providerId="LiveId" clId="{B5BE7869-CE3B-492B-92E7-7DCB7084B112}" dt="2025-10-24T09:16:00.535" v="683"/>
          <ac:spMkLst>
            <pc:docMk/>
            <pc:sldMk cId="4013017599" sldId="341"/>
            <ac:spMk id="32" creationId="{E3CDB903-D684-55E2-6677-63B387756AFA}"/>
          </ac:spMkLst>
        </pc:spChg>
        <pc:picChg chg="add mod">
          <ac:chgData name="liao huang" userId="ec82cc6f13daab8b" providerId="LiveId" clId="{B5BE7869-CE3B-492B-92E7-7DCB7084B112}" dt="2025-10-24T08:47:16.817" v="333" actId="1076"/>
          <ac:picMkLst>
            <pc:docMk/>
            <pc:sldMk cId="4013017599" sldId="341"/>
            <ac:picMk id="5" creationId="{CC47EFF4-5D09-4021-8304-A192CAD5347D}"/>
          </ac:picMkLst>
        </pc:picChg>
        <pc:picChg chg="del">
          <ac:chgData name="liao huang" userId="ec82cc6f13daab8b" providerId="LiveId" clId="{B5BE7869-CE3B-492B-92E7-7DCB7084B112}" dt="2025-10-24T08:37:22.847" v="164" actId="478"/>
          <ac:picMkLst>
            <pc:docMk/>
            <pc:sldMk cId="4013017599" sldId="341"/>
            <ac:picMk id="8" creationId="{0260622F-DAEF-4CB9-A9C8-70BE5B3424A0}"/>
          </ac:picMkLst>
        </pc:picChg>
        <pc:picChg chg="add mod">
          <ac:chgData name="liao huang" userId="ec82cc6f13daab8b" providerId="LiveId" clId="{B5BE7869-CE3B-492B-92E7-7DCB7084B112}" dt="2025-10-24T08:47:17.778" v="334" actId="1076"/>
          <ac:picMkLst>
            <pc:docMk/>
            <pc:sldMk cId="4013017599" sldId="341"/>
            <ac:picMk id="11" creationId="{AEC33F98-178C-4484-866C-4A396BA5145A}"/>
          </ac:picMkLst>
        </pc:picChg>
        <pc:picChg chg="add mod">
          <ac:chgData name="liao huang" userId="ec82cc6f13daab8b" providerId="LiveId" clId="{B5BE7869-CE3B-492B-92E7-7DCB7084B112}" dt="2025-10-24T08:47:19.505" v="335" actId="1076"/>
          <ac:picMkLst>
            <pc:docMk/>
            <pc:sldMk cId="4013017599" sldId="341"/>
            <ac:picMk id="14" creationId="{C8738017-5324-426B-AF71-3A25EF63A005}"/>
          </ac:picMkLst>
        </pc:picChg>
      </pc:sldChg>
      <pc:sldChg chg="delSp modSp add mod">
        <pc:chgData name="liao huang" userId="ec82cc6f13daab8b" providerId="LiveId" clId="{B5BE7869-CE3B-492B-92E7-7DCB7084B112}" dt="2025-10-24T09:15:57.764" v="682"/>
        <pc:sldMkLst>
          <pc:docMk/>
          <pc:sldMk cId="4101387156" sldId="342"/>
        </pc:sldMkLst>
        <pc:spChg chg="mod">
          <ac:chgData name="liao huang" userId="ec82cc6f13daab8b" providerId="LiveId" clId="{B5BE7869-CE3B-492B-92E7-7DCB7084B112}" dt="2025-10-24T08:53:38.103" v="499" actId="1076"/>
          <ac:spMkLst>
            <pc:docMk/>
            <pc:sldMk cId="4101387156" sldId="342"/>
            <ac:spMk id="7" creationId="{AB1A0C70-2EC6-48A1-9DE6-1865D03C0A3F}"/>
          </ac:spMkLst>
        </pc:spChg>
        <pc:spChg chg="mod">
          <ac:chgData name="liao huang" userId="ec82cc6f13daab8b" providerId="LiveId" clId="{B5BE7869-CE3B-492B-92E7-7DCB7084B112}" dt="2025-10-24T09:15:57.764" v="682"/>
          <ac:spMkLst>
            <pc:docMk/>
            <pc:sldMk cId="4101387156" sldId="342"/>
            <ac:spMk id="32" creationId="{E3CDB903-D684-55E2-6677-63B387756AFA}"/>
          </ac:spMkLst>
        </pc:spChg>
        <pc:picChg chg="del">
          <ac:chgData name="liao huang" userId="ec82cc6f13daab8b" providerId="LiveId" clId="{B5BE7869-CE3B-492B-92E7-7DCB7084B112}" dt="2025-10-24T08:48:34.031" v="347" actId="478"/>
          <ac:picMkLst>
            <pc:docMk/>
            <pc:sldMk cId="4101387156" sldId="342"/>
            <ac:picMk id="5" creationId="{CC47EFF4-5D09-4021-8304-A192CAD5347D}"/>
          </ac:picMkLst>
        </pc:picChg>
        <pc:picChg chg="del">
          <ac:chgData name="liao huang" userId="ec82cc6f13daab8b" providerId="LiveId" clId="{B5BE7869-CE3B-492B-92E7-7DCB7084B112}" dt="2025-10-24T08:48:34.031" v="347" actId="478"/>
          <ac:picMkLst>
            <pc:docMk/>
            <pc:sldMk cId="4101387156" sldId="342"/>
            <ac:picMk id="11" creationId="{AEC33F98-178C-4484-866C-4A396BA5145A}"/>
          </ac:picMkLst>
        </pc:picChg>
        <pc:picChg chg="del">
          <ac:chgData name="liao huang" userId="ec82cc6f13daab8b" providerId="LiveId" clId="{B5BE7869-CE3B-492B-92E7-7DCB7084B112}" dt="2025-10-24T08:48:34.031" v="347" actId="478"/>
          <ac:picMkLst>
            <pc:docMk/>
            <pc:sldMk cId="4101387156" sldId="342"/>
            <ac:picMk id="14" creationId="{C8738017-5324-426B-AF71-3A25EF63A005}"/>
          </ac:picMkLst>
        </pc:picChg>
      </pc:sldChg>
      <pc:sldChg chg="addSp delSp modSp add mod modNotesTx">
        <pc:chgData name="liao huang" userId="ec82cc6f13daab8b" providerId="LiveId" clId="{B5BE7869-CE3B-492B-92E7-7DCB7084B112}" dt="2025-10-24T09:16:04.567" v="684"/>
        <pc:sldMkLst>
          <pc:docMk/>
          <pc:sldMk cId="3744073691" sldId="343"/>
        </pc:sldMkLst>
        <pc:spChg chg="mod">
          <ac:chgData name="liao huang" userId="ec82cc6f13daab8b" providerId="LiveId" clId="{B5BE7869-CE3B-492B-92E7-7DCB7084B112}" dt="2025-10-24T09:04:26.236" v="556" actId="14100"/>
          <ac:spMkLst>
            <pc:docMk/>
            <pc:sldMk cId="3744073691" sldId="343"/>
            <ac:spMk id="7" creationId="{AB1A0C70-2EC6-48A1-9DE6-1865D03C0A3F}"/>
          </ac:spMkLst>
        </pc:spChg>
        <pc:spChg chg="mod">
          <ac:chgData name="liao huang" userId="ec82cc6f13daab8b" providerId="LiveId" clId="{B5BE7869-CE3B-492B-92E7-7DCB7084B112}" dt="2025-10-24T09:16:04.567" v="684"/>
          <ac:spMkLst>
            <pc:docMk/>
            <pc:sldMk cId="3744073691" sldId="343"/>
            <ac:spMk id="32" creationId="{E3CDB903-D684-55E2-6677-63B387756AFA}"/>
          </ac:spMkLst>
        </pc:spChg>
        <pc:picChg chg="del">
          <ac:chgData name="liao huang" userId="ec82cc6f13daab8b" providerId="LiveId" clId="{B5BE7869-CE3B-492B-92E7-7DCB7084B112}" dt="2025-10-24T09:00:33.408" v="510" actId="478"/>
          <ac:picMkLst>
            <pc:docMk/>
            <pc:sldMk cId="3744073691" sldId="343"/>
            <ac:picMk id="5" creationId="{CC47EFF4-5D09-4021-8304-A192CAD5347D}"/>
          </ac:picMkLst>
        </pc:picChg>
        <pc:picChg chg="add mod ord">
          <ac:chgData name="liao huang" userId="ec82cc6f13daab8b" providerId="LiveId" clId="{B5BE7869-CE3B-492B-92E7-7DCB7084B112}" dt="2025-10-24T09:06:48.833" v="571" actId="1076"/>
          <ac:picMkLst>
            <pc:docMk/>
            <pc:sldMk cId="3744073691" sldId="343"/>
            <ac:picMk id="8" creationId="{6392BE3E-3F95-4587-B6BA-FEBB5BC1AA88}"/>
          </ac:picMkLst>
        </pc:picChg>
        <pc:picChg chg="del mod">
          <ac:chgData name="liao huang" userId="ec82cc6f13daab8b" providerId="LiveId" clId="{B5BE7869-CE3B-492B-92E7-7DCB7084B112}" dt="2025-10-24T09:01:54.661" v="530" actId="478"/>
          <ac:picMkLst>
            <pc:docMk/>
            <pc:sldMk cId="3744073691" sldId="343"/>
            <ac:picMk id="11" creationId="{AEC33F98-178C-4484-866C-4A396BA5145A}"/>
          </ac:picMkLst>
        </pc:picChg>
        <pc:picChg chg="add del">
          <ac:chgData name="liao huang" userId="ec82cc6f13daab8b" providerId="LiveId" clId="{B5BE7869-CE3B-492B-92E7-7DCB7084B112}" dt="2025-10-24T09:02:38.797" v="540" actId="22"/>
          <ac:picMkLst>
            <pc:docMk/>
            <pc:sldMk cId="3744073691" sldId="343"/>
            <ac:picMk id="12" creationId="{8AFE65CD-4802-4710-B869-6A017C92DE84}"/>
          </ac:picMkLst>
        </pc:picChg>
        <pc:picChg chg="del">
          <ac:chgData name="liao huang" userId="ec82cc6f13daab8b" providerId="LiveId" clId="{B5BE7869-CE3B-492B-92E7-7DCB7084B112}" dt="2025-10-24T09:01:55.010" v="531" actId="478"/>
          <ac:picMkLst>
            <pc:docMk/>
            <pc:sldMk cId="3744073691" sldId="343"/>
            <ac:picMk id="14" creationId="{C8738017-5324-426B-AF71-3A25EF63A005}"/>
          </ac:picMkLst>
        </pc:picChg>
        <pc:picChg chg="add mod">
          <ac:chgData name="liao huang" userId="ec82cc6f13daab8b" providerId="LiveId" clId="{B5BE7869-CE3B-492B-92E7-7DCB7084B112}" dt="2025-10-24T09:02:46.779" v="543" actId="1076"/>
          <ac:picMkLst>
            <pc:docMk/>
            <pc:sldMk cId="3744073691" sldId="343"/>
            <ac:picMk id="16" creationId="{059E4216-D858-4C5F-959B-FFB0CA2E736B}"/>
          </ac:picMkLst>
        </pc:picChg>
        <pc:picChg chg="add mod">
          <ac:chgData name="liao huang" userId="ec82cc6f13daab8b" providerId="LiveId" clId="{B5BE7869-CE3B-492B-92E7-7DCB7084B112}" dt="2025-10-24T09:06:47.325" v="570" actId="1076"/>
          <ac:picMkLst>
            <pc:docMk/>
            <pc:sldMk cId="3744073691" sldId="343"/>
            <ac:picMk id="18" creationId="{50579B58-C3BE-44AE-9566-B398C8ACF6D5}"/>
          </ac:picMkLst>
        </pc:picChg>
      </pc:sldChg>
      <pc:sldChg chg="addSp modSp add mod modNotesTx">
        <pc:chgData name="liao huang" userId="ec82cc6f13daab8b" providerId="LiveId" clId="{B5BE7869-CE3B-492B-92E7-7DCB7084B112}" dt="2025-10-24T09:15:50.860" v="681"/>
        <pc:sldMkLst>
          <pc:docMk/>
          <pc:sldMk cId="427780291" sldId="344"/>
        </pc:sldMkLst>
        <pc:spChg chg="mod">
          <ac:chgData name="liao huang" userId="ec82cc6f13daab8b" providerId="LiveId" clId="{B5BE7869-CE3B-492B-92E7-7DCB7084B112}" dt="2025-10-24T09:15:31.786" v="659" actId="20577"/>
          <ac:spMkLst>
            <pc:docMk/>
            <pc:sldMk cId="427780291" sldId="344"/>
            <ac:spMk id="7" creationId="{AB1A0C70-2EC6-48A1-9DE6-1865D03C0A3F}"/>
          </ac:spMkLst>
        </pc:spChg>
        <pc:spChg chg="mod">
          <ac:chgData name="liao huang" userId="ec82cc6f13daab8b" providerId="LiveId" clId="{B5BE7869-CE3B-492B-92E7-7DCB7084B112}" dt="2025-10-24T09:13:32.987" v="634" actId="1076"/>
          <ac:spMkLst>
            <pc:docMk/>
            <pc:sldMk cId="427780291" sldId="344"/>
            <ac:spMk id="21" creationId="{DF748739-1FCB-C161-D2C4-012219597422}"/>
          </ac:spMkLst>
        </pc:spChg>
        <pc:spChg chg="mod">
          <ac:chgData name="liao huang" userId="ec82cc6f13daab8b" providerId="LiveId" clId="{B5BE7869-CE3B-492B-92E7-7DCB7084B112}" dt="2025-10-24T09:15:50.860" v="681"/>
          <ac:spMkLst>
            <pc:docMk/>
            <pc:sldMk cId="427780291" sldId="344"/>
            <ac:spMk id="32" creationId="{E3CDB903-D684-55E2-6677-63B387756AFA}"/>
          </ac:spMkLst>
        </pc:spChg>
        <pc:picChg chg="add mod">
          <ac:chgData name="liao huang" userId="ec82cc6f13daab8b" providerId="LiveId" clId="{B5BE7869-CE3B-492B-92E7-7DCB7084B112}" dt="2025-10-24T09:13:38.127" v="637" actId="14100"/>
          <ac:picMkLst>
            <pc:docMk/>
            <pc:sldMk cId="427780291" sldId="344"/>
            <ac:picMk id="5" creationId="{4EF268B8-43A4-4812-8BA3-5E6DD9BF9CBE}"/>
          </ac:picMkLst>
        </pc:picChg>
        <pc:picChg chg="add mod">
          <ac:chgData name="liao huang" userId="ec82cc6f13daab8b" providerId="LiveId" clId="{B5BE7869-CE3B-492B-92E7-7DCB7084B112}" dt="2025-10-24T09:13:40.198" v="638" actId="1076"/>
          <ac:picMkLst>
            <pc:docMk/>
            <pc:sldMk cId="427780291" sldId="344"/>
            <ac:picMk id="10" creationId="{096BB6F7-86CD-449B-A42E-8FE3E8B6C96A}"/>
          </ac:picMkLst>
        </pc:picChg>
      </pc:sldChg>
      <pc:sldChg chg="addSp delSp modSp add mod modNotesTx">
        <pc:chgData name="liao huang" userId="ec82cc6f13daab8b" providerId="LiveId" clId="{B5BE7869-CE3B-492B-92E7-7DCB7084B112}" dt="2025-10-24T09:43:14.360" v="830" actId="20577"/>
        <pc:sldMkLst>
          <pc:docMk/>
          <pc:sldMk cId="3069599542" sldId="345"/>
        </pc:sldMkLst>
        <pc:spChg chg="mod">
          <ac:chgData name="liao huang" userId="ec82cc6f13daab8b" providerId="LiveId" clId="{B5BE7869-CE3B-492B-92E7-7DCB7084B112}" dt="2025-10-24T09:42:42.330" v="824" actId="20577"/>
          <ac:spMkLst>
            <pc:docMk/>
            <pc:sldMk cId="3069599542" sldId="345"/>
            <ac:spMk id="7" creationId="{AB1A0C70-2EC6-48A1-9DE6-1865D03C0A3F}"/>
          </ac:spMkLst>
        </pc:spChg>
        <pc:spChg chg="mod">
          <ac:chgData name="liao huang" userId="ec82cc6f13daab8b" providerId="LiveId" clId="{B5BE7869-CE3B-492B-92E7-7DCB7084B112}" dt="2025-10-24T09:34:22.341" v="777" actId="14100"/>
          <ac:spMkLst>
            <pc:docMk/>
            <pc:sldMk cId="3069599542" sldId="345"/>
            <ac:spMk id="32" creationId="{E3CDB903-D684-55E2-6677-63B387756AFA}"/>
          </ac:spMkLst>
        </pc:spChg>
        <pc:picChg chg="del">
          <ac:chgData name="liao huang" userId="ec82cc6f13daab8b" providerId="LiveId" clId="{B5BE7869-CE3B-492B-92E7-7DCB7084B112}" dt="2025-10-24T09:34:34.918" v="781" actId="478"/>
          <ac:picMkLst>
            <pc:docMk/>
            <pc:sldMk cId="3069599542" sldId="345"/>
            <ac:picMk id="5" creationId="{824F6D40-ED64-467C-A4D9-028367F8D18B}"/>
          </ac:picMkLst>
        </pc:picChg>
        <pc:picChg chg="add del mod">
          <ac:chgData name="liao huang" userId="ec82cc6f13daab8b" providerId="LiveId" clId="{B5BE7869-CE3B-492B-92E7-7DCB7084B112}" dt="2025-10-24T09:36:39.919" v="797" actId="478"/>
          <ac:picMkLst>
            <pc:docMk/>
            <pc:sldMk cId="3069599542" sldId="345"/>
            <ac:picMk id="8" creationId="{F2134462-62F9-4A4C-8591-528B72B954C4}"/>
          </ac:picMkLst>
        </pc:picChg>
        <pc:picChg chg="add mod">
          <ac:chgData name="liao huang" userId="ec82cc6f13daab8b" providerId="LiveId" clId="{B5BE7869-CE3B-492B-92E7-7DCB7084B112}" dt="2025-10-24T09:37:48.301" v="808" actId="14100"/>
          <ac:picMkLst>
            <pc:docMk/>
            <pc:sldMk cId="3069599542" sldId="345"/>
            <ac:picMk id="10" creationId="{F7CBBFAD-3921-4530-966E-AA2AF04ECFF3}"/>
          </ac:picMkLst>
        </pc:picChg>
        <pc:picChg chg="add mod">
          <ac:chgData name="liao huang" userId="ec82cc6f13daab8b" providerId="LiveId" clId="{B5BE7869-CE3B-492B-92E7-7DCB7084B112}" dt="2025-10-24T09:37:10.301" v="803" actId="1076"/>
          <ac:picMkLst>
            <pc:docMk/>
            <pc:sldMk cId="3069599542" sldId="345"/>
            <ac:picMk id="14" creationId="{8CADA4AE-6810-4061-843E-889F0F18CAE3}"/>
          </ac:picMkLst>
        </pc:picChg>
        <pc:picChg chg="add mod">
          <ac:chgData name="liao huang" userId="ec82cc6f13daab8b" providerId="LiveId" clId="{B5BE7869-CE3B-492B-92E7-7DCB7084B112}" dt="2025-10-24T09:42:44.795" v="825" actId="1076"/>
          <ac:picMkLst>
            <pc:docMk/>
            <pc:sldMk cId="3069599542" sldId="345"/>
            <ac:picMk id="16" creationId="{075FEEC1-37C2-4529-AC50-88CCA512D8C3}"/>
          </ac:picMkLst>
        </pc:picChg>
      </pc:sldChg>
      <pc:sldChg chg="addSp delSp modSp add mod modNotesTx">
        <pc:chgData name="liao huang" userId="ec82cc6f13daab8b" providerId="LiveId" clId="{B5BE7869-CE3B-492B-92E7-7DCB7084B112}" dt="2025-10-24T09:51:35.128" v="866"/>
        <pc:sldMkLst>
          <pc:docMk/>
          <pc:sldMk cId="1802029155" sldId="346"/>
        </pc:sldMkLst>
        <pc:spChg chg="mod">
          <ac:chgData name="liao huang" userId="ec82cc6f13daab8b" providerId="LiveId" clId="{B5BE7869-CE3B-492B-92E7-7DCB7084B112}" dt="2025-10-24T09:43:56.359" v="840" actId="20577"/>
          <ac:spMkLst>
            <pc:docMk/>
            <pc:sldMk cId="1802029155" sldId="346"/>
            <ac:spMk id="7" creationId="{AB1A0C70-2EC6-48A1-9DE6-1865D03C0A3F}"/>
          </ac:spMkLst>
        </pc:spChg>
        <pc:picChg chg="add mod">
          <ac:chgData name="liao huang" userId="ec82cc6f13daab8b" providerId="LiveId" clId="{B5BE7869-CE3B-492B-92E7-7DCB7084B112}" dt="2025-10-24T09:44:07.285" v="845" actId="1076"/>
          <ac:picMkLst>
            <pc:docMk/>
            <pc:sldMk cId="1802029155" sldId="346"/>
            <ac:picMk id="5" creationId="{39B54446-4AFB-452E-A927-9504638E58D3}"/>
          </ac:picMkLst>
        </pc:picChg>
        <pc:picChg chg="add mod">
          <ac:chgData name="liao huang" userId="ec82cc6f13daab8b" providerId="LiveId" clId="{B5BE7869-CE3B-492B-92E7-7DCB7084B112}" dt="2025-10-24T09:47:16.200" v="851" actId="14100"/>
          <ac:picMkLst>
            <pc:docMk/>
            <pc:sldMk cId="1802029155" sldId="346"/>
            <ac:picMk id="11" creationId="{CF6C10F3-AF8A-4206-BF92-952CE508BC88}"/>
          </ac:picMkLst>
        </pc:picChg>
        <pc:picChg chg="del">
          <ac:chgData name="liao huang" userId="ec82cc6f13daab8b" providerId="LiveId" clId="{B5BE7869-CE3B-492B-92E7-7DCB7084B112}" dt="2025-10-24T09:43:47.419" v="837" actId="478"/>
          <ac:picMkLst>
            <pc:docMk/>
            <pc:sldMk cId="1802029155" sldId="346"/>
            <ac:picMk id="14" creationId="{8CADA4AE-6810-4061-843E-889F0F18CAE3}"/>
          </ac:picMkLst>
        </pc:picChg>
        <pc:picChg chg="del">
          <ac:chgData name="liao huang" userId="ec82cc6f13daab8b" providerId="LiveId" clId="{B5BE7869-CE3B-492B-92E7-7DCB7084B112}" dt="2025-10-24T09:43:48.418" v="838" actId="478"/>
          <ac:picMkLst>
            <pc:docMk/>
            <pc:sldMk cId="1802029155" sldId="346"/>
            <ac:picMk id="16" creationId="{075FEEC1-37C2-4529-AC50-88CCA512D8C3}"/>
          </ac:picMkLst>
        </pc:picChg>
        <pc:picChg chg="add mod">
          <ac:chgData name="liao huang" userId="ec82cc6f13daab8b" providerId="LiveId" clId="{B5BE7869-CE3B-492B-92E7-7DCB7084B112}" dt="2025-10-24T09:47:22.717" v="856" actId="1076"/>
          <ac:picMkLst>
            <pc:docMk/>
            <pc:sldMk cId="1802029155" sldId="346"/>
            <ac:picMk id="17" creationId="{50220DF0-231D-4FDB-855E-ED379E8F7785}"/>
          </ac:picMkLst>
        </pc:picChg>
      </pc:sldChg>
    </pc:docChg>
  </pc:docChgLst>
  <pc:docChgLst>
    <pc:chgData name="liao huang" userId="ec82cc6f13daab8b" providerId="LiveId" clId="{6635FC29-DEE7-4475-A8F5-20C73E9E7605}"/>
    <pc:docChg chg="modSld">
      <pc:chgData name="liao huang" userId="ec82cc6f13daab8b" providerId="LiveId" clId="{6635FC29-DEE7-4475-A8F5-20C73E9E7605}" dt="2025-10-20T11:53:19.471" v="8" actId="1076"/>
      <pc:docMkLst>
        <pc:docMk/>
      </pc:docMkLst>
      <pc:sldChg chg="modSp mod">
        <pc:chgData name="liao huang" userId="ec82cc6f13daab8b" providerId="LiveId" clId="{6635FC29-DEE7-4475-A8F5-20C73E9E7605}" dt="2025-10-20T11:53:03.317" v="3" actId="20577"/>
        <pc:sldMkLst>
          <pc:docMk/>
          <pc:sldMk cId="0" sldId="257"/>
        </pc:sldMkLst>
        <pc:graphicFrameChg chg="modGraphic">
          <ac:chgData name="liao huang" userId="ec82cc6f13daab8b" providerId="LiveId" clId="{6635FC29-DEE7-4475-A8F5-20C73E9E7605}" dt="2025-10-20T11:53:03.317" v="3" actId="20577"/>
          <ac:graphicFrameMkLst>
            <pc:docMk/>
            <pc:sldMk cId="0" sldId="257"/>
            <ac:graphicFrameMk id="33" creationId="{00000000-0000-0000-0000-000000000000}"/>
          </ac:graphicFrameMkLst>
        </pc:graphicFrameChg>
      </pc:sldChg>
      <pc:sldChg chg="addSp modSp mod">
        <pc:chgData name="liao huang" userId="ec82cc6f13daab8b" providerId="LiveId" clId="{6635FC29-DEE7-4475-A8F5-20C73E9E7605}" dt="2025-10-20T11:53:19.471" v="8" actId="1076"/>
        <pc:sldMkLst>
          <pc:docMk/>
          <pc:sldMk cId="3027936104" sldId="333"/>
        </pc:sldMkLst>
        <pc:picChg chg="add mod">
          <ac:chgData name="liao huang" userId="ec82cc6f13daab8b" providerId="LiveId" clId="{6635FC29-DEE7-4475-A8F5-20C73E9E7605}" dt="2025-10-20T11:53:19.471" v="8" actId="1076"/>
          <ac:picMkLst>
            <pc:docMk/>
            <pc:sldMk cId="3027936104" sldId="333"/>
            <ac:picMk id="5" creationId="{824F6D40-ED64-467C-A4D9-028367F8D18B}"/>
          </ac:picMkLst>
        </pc:picChg>
      </pc:sldChg>
    </pc:docChg>
  </pc:docChgLst>
  <pc:docChgLst>
    <pc:chgData name="liao huang" userId="ec82cc6f13daab8b" providerId="LiveId" clId="{E24E8AD7-CEE0-4A90-923C-3E20E97F8D52}"/>
    <pc:docChg chg="undo custSel addSld delSld modSld sldOrd addSection modSection">
      <pc:chgData name="liao huang" userId="ec82cc6f13daab8b" providerId="LiveId" clId="{E24E8AD7-CEE0-4A90-923C-3E20E97F8D52}" dt="2025-09-03T09:19:37.138" v="2832" actId="20577"/>
      <pc:docMkLst>
        <pc:docMk/>
      </pc:docMkLst>
      <pc:sldChg chg="modSp add mod">
        <pc:chgData name="liao huang" userId="ec82cc6f13daab8b" providerId="LiveId" clId="{E24E8AD7-CEE0-4A90-923C-3E20E97F8D52}" dt="2025-08-20T06:58:31.479" v="50" actId="20577"/>
        <pc:sldMkLst>
          <pc:docMk/>
          <pc:sldMk cId="0" sldId="257"/>
        </pc:sldMkLst>
      </pc:sldChg>
      <pc:sldChg chg="modSp add mod">
        <pc:chgData name="liao huang" userId="ec82cc6f13daab8b" providerId="LiveId" clId="{E24E8AD7-CEE0-4A90-923C-3E20E97F8D52}" dt="2025-08-21T05:10:23.264" v="1882"/>
        <pc:sldMkLst>
          <pc:docMk/>
          <pc:sldMk cId="0" sldId="272"/>
        </pc:sldMkLst>
      </pc:sldChg>
      <pc:sldChg chg="delSp modSp add mod">
        <pc:chgData name="liao huang" userId="ec82cc6f13daab8b" providerId="LiveId" clId="{E24E8AD7-CEE0-4A90-923C-3E20E97F8D52}" dt="2025-08-20T07:09:07.756" v="95" actId="114"/>
        <pc:sldMkLst>
          <pc:docMk/>
          <pc:sldMk cId="1682685868" sldId="313"/>
        </pc:sldMkLst>
      </pc:sldChg>
      <pc:sldChg chg="modSp add mod modNotesTx">
        <pc:chgData name="liao huang" userId="ec82cc6f13daab8b" providerId="LiveId" clId="{E24E8AD7-CEE0-4A90-923C-3E20E97F8D52}" dt="2025-08-20T09:55:14.973" v="347"/>
        <pc:sldMkLst>
          <pc:docMk/>
          <pc:sldMk cId="3027936104" sldId="333"/>
        </pc:sldMkLst>
      </pc:sldChg>
      <pc:sldChg chg="addSp delSp modSp add mod modNotesTx">
        <pc:chgData name="liao huang" userId="ec82cc6f13daab8b" providerId="LiveId" clId="{E24E8AD7-CEE0-4A90-923C-3E20E97F8D52}" dt="2025-08-20T10:00:23.973" v="348" actId="20577"/>
        <pc:sldMkLst>
          <pc:docMk/>
          <pc:sldMk cId="621122138" sldId="334"/>
        </pc:sldMkLst>
      </pc:sldChg>
      <pc:sldChg chg="addSp modSp add mod modNotesTx">
        <pc:chgData name="liao huang" userId="ec82cc6f13daab8b" providerId="LiveId" clId="{E24E8AD7-CEE0-4A90-923C-3E20E97F8D52}" dt="2025-08-20T10:05:37.132" v="373" actId="1076"/>
        <pc:sldMkLst>
          <pc:docMk/>
          <pc:sldMk cId="2504641328" sldId="335"/>
        </pc:sldMkLst>
      </pc:sldChg>
      <pc:sldChg chg="addSp delSp modSp add mod modNotesTx">
        <pc:chgData name="liao huang" userId="ec82cc6f13daab8b" providerId="LiveId" clId="{E24E8AD7-CEE0-4A90-923C-3E20E97F8D52}" dt="2025-08-20T10:45:57.248" v="1027" actId="22"/>
        <pc:sldMkLst>
          <pc:docMk/>
          <pc:sldMk cId="1848639983" sldId="336"/>
        </pc:sldMkLst>
      </pc:sldChg>
      <pc:sldChg chg="addSp delSp modSp add mod modNotesTx">
        <pc:chgData name="liao huang" userId="ec82cc6f13daab8b" providerId="LiveId" clId="{E24E8AD7-CEE0-4A90-923C-3E20E97F8D52}" dt="2025-08-21T03:44:50.700" v="1305" actId="22"/>
        <pc:sldMkLst>
          <pc:docMk/>
          <pc:sldMk cId="969987762" sldId="337"/>
        </pc:sldMkLst>
      </pc:sldChg>
      <pc:sldChg chg="addSp delSp modSp add mod modNotesTx">
        <pc:chgData name="liao huang" userId="ec82cc6f13daab8b" providerId="LiveId" clId="{E24E8AD7-CEE0-4A90-923C-3E20E97F8D52}" dt="2025-08-21T04:01:48.662" v="1868" actId="20577"/>
        <pc:sldMkLst>
          <pc:docMk/>
          <pc:sldMk cId="896632247" sldId="338"/>
        </pc:sldMkLst>
      </pc:sldChg>
      <pc:sldChg chg="modSp add mod">
        <pc:chgData name="liao huang" userId="ec82cc6f13daab8b" providerId="LiveId" clId="{E24E8AD7-CEE0-4A90-923C-3E20E97F8D52}" dt="2025-08-21T05:13:17.780" v="1886"/>
        <pc:sldMkLst>
          <pc:docMk/>
          <pc:sldMk cId="2177563654" sldId="339"/>
        </pc:sldMkLst>
      </pc:sldChg>
      <pc:sldChg chg="addSp delSp modSp add mod ord modNotesTx">
        <pc:chgData name="liao huang" userId="ec82cc6f13daab8b" providerId="LiveId" clId="{E24E8AD7-CEE0-4A90-923C-3E20E97F8D52}" dt="2025-08-21T07:11:07.551" v="1956" actId="22"/>
        <pc:sldMkLst>
          <pc:docMk/>
          <pc:sldMk cId="3400952436" sldId="340"/>
        </pc:sldMkLst>
      </pc:sldChg>
      <pc:sldChg chg="add modNotesTx">
        <pc:chgData name="liao huang" userId="ec82cc6f13daab8b" providerId="LiveId" clId="{E24E8AD7-CEE0-4A90-923C-3E20E97F8D52}" dt="2025-08-21T05:15:56.498" v="1917"/>
        <pc:sldMkLst>
          <pc:docMk/>
          <pc:sldMk cId="428877371" sldId="341"/>
        </pc:sldMkLst>
      </pc:sldChg>
      <pc:sldChg chg="addSp delSp modSp add mod modNotesTx">
        <pc:chgData name="liao huang" userId="ec82cc6f13daab8b" providerId="LiveId" clId="{E24E8AD7-CEE0-4A90-923C-3E20E97F8D52}" dt="2025-08-21T07:41:19.475" v="1973" actId="20577"/>
        <pc:sldMkLst>
          <pc:docMk/>
          <pc:sldMk cId="1389603188" sldId="342"/>
        </pc:sldMkLst>
      </pc:sldChg>
      <pc:sldChg chg="addSp delSp modSp add mod">
        <pc:chgData name="liao huang" userId="ec82cc6f13daab8b" providerId="LiveId" clId="{E24E8AD7-CEE0-4A90-923C-3E20E97F8D52}" dt="2025-08-27T08:45:14.998" v="1980" actId="1076"/>
        <pc:sldMkLst>
          <pc:docMk/>
          <pc:sldMk cId="3082033537" sldId="343"/>
        </pc:sldMkLst>
      </pc:sldChg>
      <pc:sldChg chg="new del">
        <pc:chgData name="liao huang" userId="ec82cc6f13daab8b" providerId="LiveId" clId="{E24E8AD7-CEE0-4A90-923C-3E20E97F8D52}" dt="2025-08-27T10:08:55.259" v="1983" actId="680"/>
        <pc:sldMkLst>
          <pc:docMk/>
          <pc:sldMk cId="284051779" sldId="344"/>
        </pc:sldMkLst>
      </pc:sldChg>
      <pc:sldChg chg="modSp add mod">
        <pc:chgData name="liao huang" userId="ec82cc6f13daab8b" providerId="LiveId" clId="{E24E8AD7-CEE0-4A90-923C-3E20E97F8D52}" dt="2025-09-01T05:40:00.929" v="2024" actId="20577"/>
        <pc:sldMkLst>
          <pc:docMk/>
          <pc:sldMk cId="3878932586" sldId="344"/>
        </pc:sldMkLst>
      </pc:sldChg>
      <pc:sldChg chg="modSp add mod">
        <pc:chgData name="liao huang" userId="ec82cc6f13daab8b" providerId="LiveId" clId="{E24E8AD7-CEE0-4A90-923C-3E20E97F8D52}" dt="2025-08-27T10:21:05.877" v="2015" actId="20577"/>
        <pc:sldMkLst>
          <pc:docMk/>
          <pc:sldMk cId="2379408487" sldId="345"/>
        </pc:sldMkLst>
      </pc:sldChg>
      <pc:sldChg chg="addSp delSp modSp add mod">
        <pc:chgData name="liao huang" userId="ec82cc6f13daab8b" providerId="LiveId" clId="{E24E8AD7-CEE0-4A90-923C-3E20E97F8D52}" dt="2025-09-03T08:11:40.628" v="2038" actId="478"/>
        <pc:sldMkLst>
          <pc:docMk/>
          <pc:sldMk cId="2386988284" sldId="346"/>
        </pc:sldMkLst>
      </pc:sldChg>
      <pc:sldChg chg="new del">
        <pc:chgData name="liao huang" userId="ec82cc6f13daab8b" providerId="LiveId" clId="{E24E8AD7-CEE0-4A90-923C-3E20E97F8D52}" dt="2025-09-03T08:10:59.792" v="2026" actId="680"/>
        <pc:sldMkLst>
          <pc:docMk/>
          <pc:sldMk cId="4173274157" sldId="346"/>
        </pc:sldMkLst>
      </pc:sldChg>
      <pc:sldChg chg="addSp delSp modSp add mod">
        <pc:chgData name="liao huang" userId="ec82cc6f13daab8b" providerId="LiveId" clId="{E24E8AD7-CEE0-4A90-923C-3E20E97F8D52}" dt="2025-09-03T08:58:20.426" v="2579" actId="1076"/>
        <pc:sldMkLst>
          <pc:docMk/>
          <pc:sldMk cId="2160905716" sldId="347"/>
        </pc:sldMkLst>
      </pc:sldChg>
      <pc:sldChg chg="addSp delSp modSp add mod">
        <pc:chgData name="liao huang" userId="ec82cc6f13daab8b" providerId="LiveId" clId="{E24E8AD7-CEE0-4A90-923C-3E20E97F8D52}" dt="2025-09-03T09:16:33.196" v="2741" actId="21"/>
        <pc:sldMkLst>
          <pc:docMk/>
          <pc:sldMk cId="3574788686" sldId="348"/>
        </pc:sldMkLst>
      </pc:sldChg>
      <pc:sldChg chg="modSp add mod">
        <pc:chgData name="liao huang" userId="ec82cc6f13daab8b" providerId="LiveId" clId="{E24E8AD7-CEE0-4A90-923C-3E20E97F8D52}" dt="2025-09-03T09:19:37.138" v="2832" actId="20577"/>
        <pc:sldMkLst>
          <pc:docMk/>
          <pc:sldMk cId="2799807660" sldId="34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E31D2-F85F-48D9-85E1-643E8A75D6DA}" type="datetimeFigureOut">
              <a:rPr lang="zh-CN" altLang="en-US" smtClean="0"/>
              <a:t>2025/10/24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6FDFC-FEF2-4F9D-A0AF-43D16A2C7AA4}" type="slidenum">
              <a:rPr lang="zh-CN" altLang="en-US" smtClean="0"/>
              <a:t>‹#›</a:t>
            </a:fld>
            <a:endParaRPr lang="zh-CN" altLang="en-US"/>
          </a:p>
        </p:txBody>
      </p:sp>
    </p:spTree>
    <p:extLst>
      <p:ext uri="{BB962C8B-B14F-4D97-AF65-F5344CB8AC3E}">
        <p14:creationId xmlns:p14="http://schemas.microsoft.com/office/powerpoint/2010/main" val="3863361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1</a:t>
            </a:fld>
            <a:endParaRPr lang="zh-CN" altLang="en-US"/>
          </a:p>
        </p:txBody>
      </p:sp>
    </p:spTree>
    <p:extLst>
      <p:ext uri="{BB962C8B-B14F-4D97-AF65-F5344CB8AC3E}">
        <p14:creationId xmlns:p14="http://schemas.microsoft.com/office/powerpoint/2010/main" val="36046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2</a:t>
            </a:fld>
            <a:endParaRPr lang="zh-CN" altLang="en-US"/>
          </a:p>
        </p:txBody>
      </p:sp>
    </p:spTree>
    <p:extLst>
      <p:ext uri="{BB962C8B-B14F-4D97-AF65-F5344CB8AC3E}">
        <p14:creationId xmlns:p14="http://schemas.microsoft.com/office/powerpoint/2010/main" val="1587888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8CCD-567F-65AF-3436-47601FD29D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DBC03D-07ED-AE0F-FC67-EFFCC469E1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1643EA-D707-EBF4-70CC-914E479B7E18}"/>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A5BB6C29-67DD-9B4A-1B7F-5924262C2A43}"/>
              </a:ext>
            </a:extLst>
          </p:cNvPr>
          <p:cNvSpPr>
            <a:spLocks noGrp="1"/>
          </p:cNvSpPr>
          <p:nvPr>
            <p:ph type="sldNum" sz="quarter" idx="5"/>
          </p:nvPr>
        </p:nvSpPr>
        <p:spPr/>
        <p:txBody>
          <a:bodyPr/>
          <a:lstStyle/>
          <a:p>
            <a:fld id="{8E556971-6A61-4E96-B3F0-2E6ACC9F9D62}" type="slidenum">
              <a:rPr lang="zh-CN" altLang="en-US" smtClean="0"/>
              <a:t>3</a:t>
            </a:fld>
            <a:endParaRPr lang="zh-CN" altLang="en-US"/>
          </a:p>
        </p:txBody>
      </p:sp>
    </p:spTree>
    <p:extLst>
      <p:ext uri="{BB962C8B-B14F-4D97-AF65-F5344CB8AC3E}">
        <p14:creationId xmlns:p14="http://schemas.microsoft.com/office/powerpoint/2010/main" val="3970224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9702C-498F-CC1B-CE9C-3002945EB0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A6291B-3570-7329-770A-71629793AE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A95AF3-A3BF-4D2C-63F8-5144C908238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3B94482-ADDB-427D-2B3A-92C4889481E3}"/>
              </a:ext>
            </a:extLst>
          </p:cNvPr>
          <p:cNvSpPr>
            <a:spLocks noGrp="1"/>
          </p:cNvSpPr>
          <p:nvPr>
            <p:ph type="sldNum" sz="quarter" idx="5"/>
          </p:nvPr>
        </p:nvSpPr>
        <p:spPr/>
        <p:txBody>
          <a:bodyPr/>
          <a:lstStyle/>
          <a:p>
            <a:fld id="{8E556971-6A61-4E96-B3F0-2E6ACC9F9D62}" type="slidenum">
              <a:rPr lang="zh-CN" altLang="en-US" smtClean="0"/>
              <a:t>4</a:t>
            </a:fld>
            <a:endParaRPr lang="zh-CN" altLang="en-US"/>
          </a:p>
        </p:txBody>
      </p:sp>
    </p:spTree>
    <p:extLst>
      <p:ext uri="{BB962C8B-B14F-4D97-AF65-F5344CB8AC3E}">
        <p14:creationId xmlns:p14="http://schemas.microsoft.com/office/powerpoint/2010/main" val="166295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185C2-6B34-A6C9-0CF4-9EE21269B3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E47A20-903B-193D-9460-DE950C3565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2A14AF-280D-3725-1613-47EBBA801C6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基于超立方体拓扑，每个维度对应一轮通信，共需 </a:t>
            </a:r>
            <a:r>
              <a:rPr lang="en-US" altLang="zh-CN" sz="1200" b="0" i="0" kern="1200" dirty="0">
                <a:solidFill>
                  <a:schemeClr val="tx1"/>
                </a:solidFill>
                <a:effectLst/>
                <a:latin typeface="+mn-lt"/>
                <a:ea typeface="+mn-ea"/>
                <a:cs typeface="+mn-cs"/>
              </a:rPr>
              <a:t>log2​</a:t>
            </a:r>
            <a:r>
              <a:rPr lang="en-US" altLang="zh-CN" sz="1200" b="0" i="1"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 轮</a:t>
            </a:r>
            <a:endParaRPr lang="en-US" altLang="zh-CN" sz="1200" b="0" i="0" kern="1200" dirty="0">
              <a:solidFill>
                <a:schemeClr val="tx1"/>
              </a:solidFill>
              <a:effectLst/>
              <a:latin typeface="+mn-lt"/>
              <a:ea typeface="+mn-ea"/>
              <a:cs typeface="+mn-cs"/>
            </a:endParaRPr>
          </a:p>
          <a:p>
            <a:endParaRPr lang="en-US" altLang="zh-CN" dirty="0"/>
          </a:p>
        </p:txBody>
      </p:sp>
      <p:sp>
        <p:nvSpPr>
          <p:cNvPr id="4" name="灯片编号占位符 3">
            <a:extLst>
              <a:ext uri="{FF2B5EF4-FFF2-40B4-BE49-F238E27FC236}">
                <a16:creationId xmlns:a16="http://schemas.microsoft.com/office/drawing/2014/main" id="{D74171F8-68D8-4A68-B75E-1E65687D2FEC}"/>
              </a:ext>
            </a:extLst>
          </p:cNvPr>
          <p:cNvSpPr>
            <a:spLocks noGrp="1"/>
          </p:cNvSpPr>
          <p:nvPr>
            <p:ph type="sldNum" sz="quarter" idx="5"/>
          </p:nvPr>
        </p:nvSpPr>
        <p:spPr/>
        <p:txBody>
          <a:bodyPr/>
          <a:lstStyle/>
          <a:p>
            <a:fld id="{8E556971-6A61-4E96-B3F0-2E6ACC9F9D62}" type="slidenum">
              <a:rPr lang="zh-CN" altLang="en-US" smtClean="0"/>
              <a:t>5</a:t>
            </a:fld>
            <a:endParaRPr lang="zh-CN" altLang="en-US"/>
          </a:p>
        </p:txBody>
      </p:sp>
    </p:spTree>
    <p:extLst>
      <p:ext uri="{BB962C8B-B14F-4D97-AF65-F5344CB8AC3E}">
        <p14:creationId xmlns:p14="http://schemas.microsoft.com/office/powerpoint/2010/main" val="1911766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68A4-6C70-36EE-8BE2-F36C0C8C7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0BCC5-AE06-1DF5-5F41-59AB9C5B0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FB7706-69C0-60C4-935D-2556FFE781FA}"/>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26E8CBD5-2A1D-D959-EE75-D56F1A4F1AFB}"/>
              </a:ext>
            </a:extLst>
          </p:cNvPr>
          <p:cNvSpPr>
            <a:spLocks noGrp="1"/>
          </p:cNvSpPr>
          <p:nvPr>
            <p:ph type="sldNum" sz="quarter" idx="5"/>
          </p:nvPr>
        </p:nvSpPr>
        <p:spPr/>
        <p:txBody>
          <a:bodyPr/>
          <a:lstStyle/>
          <a:p>
            <a:fld id="{8E556971-6A61-4E96-B3F0-2E6ACC9F9D62}" type="slidenum">
              <a:rPr lang="zh-CN" altLang="en-US" smtClean="0"/>
              <a:t>6</a:t>
            </a:fld>
            <a:endParaRPr lang="zh-CN" altLang="en-US"/>
          </a:p>
        </p:txBody>
      </p:sp>
    </p:spTree>
    <p:extLst>
      <p:ext uri="{BB962C8B-B14F-4D97-AF65-F5344CB8AC3E}">
        <p14:creationId xmlns:p14="http://schemas.microsoft.com/office/powerpoint/2010/main" val="1491299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7</a:t>
            </a:fld>
            <a:endParaRPr lang="zh-CN" altLang="en-US"/>
          </a:p>
        </p:txBody>
      </p:sp>
    </p:spTree>
    <p:extLst>
      <p:ext uri="{BB962C8B-B14F-4D97-AF65-F5344CB8AC3E}">
        <p14:creationId xmlns:p14="http://schemas.microsoft.com/office/powerpoint/2010/main" val="3732780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dirty="0"/>
              <a:t>热图中的每个像素都显示在下一层选择专家 </a:t>
            </a:r>
            <a:r>
              <a:rPr lang="en-US" altLang="zh-CN" dirty="0"/>
              <a:t>j </a:t>
            </a:r>
            <a:r>
              <a:rPr lang="zh-CN" altLang="en-US" dirty="0"/>
              <a:t>的条件概率，因为专家 </a:t>
            </a:r>
            <a:r>
              <a:rPr lang="en-US" altLang="zh-CN" dirty="0" err="1"/>
              <a:t>i</a:t>
            </a:r>
            <a:r>
              <a:rPr lang="en-US" altLang="zh-CN" dirty="0"/>
              <a:t> </a:t>
            </a:r>
            <a:r>
              <a:rPr lang="zh-CN" altLang="en-US" dirty="0"/>
              <a:t>在上一层被激活，明亮的颜色表示更高的概率。</a:t>
            </a:r>
            <a:endParaRPr lang="en-US" altLang="zh-CN" dirty="0"/>
          </a:p>
          <a:p>
            <a:r>
              <a:rPr lang="zh-CN" altLang="en-US" dirty="0"/>
              <a:t>第 </a:t>
            </a:r>
            <a:r>
              <a:rPr lang="en-US" altLang="zh-CN" dirty="0"/>
              <a:t>3-4 </a:t>
            </a:r>
            <a:r>
              <a:rPr lang="zh-CN" altLang="en-US" dirty="0"/>
              <a:t>层之间的图案与第 </a:t>
            </a:r>
            <a:r>
              <a:rPr lang="en-US" altLang="zh-CN" dirty="0"/>
              <a:t>30-31 </a:t>
            </a:r>
            <a:r>
              <a:rPr lang="zh-CN" altLang="en-US" dirty="0"/>
              <a:t>层之间的图案不同。</a:t>
            </a:r>
            <a:r>
              <a:rPr lang="en-US" altLang="zh-CN" dirty="0"/>
              <a:t>Qwen3 </a:t>
            </a:r>
            <a:r>
              <a:rPr lang="zh-CN" altLang="en-US" dirty="0"/>
              <a:t>明显更亮的热图表明跨层相关性比 </a:t>
            </a:r>
            <a:r>
              <a:rPr lang="en-US" altLang="zh-CN" dirty="0" err="1"/>
              <a:t>Deepseek</a:t>
            </a:r>
            <a:r>
              <a:rPr lang="en-US" altLang="zh-CN" dirty="0"/>
              <a:t> </a:t>
            </a:r>
            <a:r>
              <a:rPr lang="zh-CN" altLang="en-US" dirty="0"/>
              <a:t>更强。</a:t>
            </a:r>
            <a:endParaRPr lang="en-US" altLang="zh-CN" dirty="0"/>
          </a:p>
          <a:p>
            <a:r>
              <a:rPr lang="zh-CN" altLang="en-US" dirty="0"/>
              <a:t>除了白点之外，还观察到一致的明亮垂直线，这表明无论之前的图层选择如何，某些专家都经常被选择。这些模式表明普遍受欢迎的专家，</a:t>
            </a:r>
            <a:endParaRPr lang="en-US" altLang="zh-CN" dirty="0"/>
          </a:p>
          <a:p>
            <a:endParaRPr lang="en-US" altLang="zh-CN" dirty="0"/>
          </a:p>
          <a:p>
            <a:r>
              <a:rPr lang="zh-CN" altLang="en-US" dirty="0"/>
              <a:t>热图中的每个像素都显示在下一层选择专家 </a:t>
            </a:r>
            <a:r>
              <a:rPr lang="en-US" altLang="zh-CN" dirty="0"/>
              <a:t>j </a:t>
            </a:r>
            <a:r>
              <a:rPr lang="zh-CN" altLang="en-US" dirty="0"/>
              <a:t>的条件概率，前提是专家 </a:t>
            </a:r>
            <a:r>
              <a:rPr lang="en-US" altLang="zh-CN" dirty="0" err="1"/>
              <a:t>i</a:t>
            </a:r>
            <a:r>
              <a:rPr lang="en-US" altLang="zh-CN" dirty="0"/>
              <a:t> </a:t>
            </a:r>
            <a:r>
              <a:rPr lang="zh-CN" altLang="en-US" dirty="0"/>
              <a:t>在上一层被激活，明亮的颜色表示更高的概率</a:t>
            </a:r>
            <a:endParaRPr lang="en-US" altLang="zh-CN" dirty="0"/>
          </a:p>
          <a:p>
            <a:endParaRPr lang="en-US" altLang="zh-CN" dirty="0"/>
          </a:p>
          <a:p>
            <a:r>
              <a:rPr lang="zh-CN" altLang="en-US" dirty="0"/>
              <a:t>我们分析了多个请求和所有模型层的专家对频率。最常选择的专家对的累积百分比如图 </a:t>
            </a:r>
            <a:r>
              <a:rPr lang="en-US" altLang="zh-CN" dirty="0"/>
              <a:t>2</a:t>
            </a:r>
            <a:r>
              <a:rPr lang="zh-CN" altLang="en-US" dirty="0"/>
              <a:t>（</a:t>
            </a:r>
            <a:r>
              <a:rPr lang="en-US" altLang="zh-CN" dirty="0"/>
              <a:t>c</a:t>
            </a:r>
            <a:r>
              <a:rPr lang="zh-CN" altLang="en-US" dirty="0"/>
              <a:t>） 所示。结果表明，前 </a:t>
            </a:r>
            <a:r>
              <a:rPr lang="en-US" altLang="zh-CN" dirty="0"/>
              <a:t>20% </a:t>
            </a:r>
            <a:r>
              <a:rPr lang="zh-CN" altLang="en-US" dirty="0"/>
              <a:t>的专家对分别占 </a:t>
            </a:r>
            <a:r>
              <a:rPr lang="en-US" altLang="zh-CN" dirty="0" err="1"/>
              <a:t>Deepseek</a:t>
            </a:r>
            <a:r>
              <a:rPr lang="zh-CN" altLang="en-US" dirty="0"/>
              <a:t>、</a:t>
            </a:r>
            <a:r>
              <a:rPr lang="en-US" altLang="zh-CN" dirty="0" err="1"/>
              <a:t>Qwen</a:t>
            </a:r>
            <a:r>
              <a:rPr lang="en-US" altLang="zh-CN" dirty="0"/>
              <a:t> </a:t>
            </a:r>
            <a:r>
              <a:rPr lang="zh-CN" altLang="en-US" dirty="0"/>
              <a:t>和 </a:t>
            </a:r>
            <a:r>
              <a:rPr lang="en-US" altLang="zh-CN" dirty="0"/>
              <a:t>Llama4 </a:t>
            </a:r>
            <a:r>
              <a:rPr lang="zh-CN" altLang="en-US" dirty="0"/>
              <a:t>中所有激活的 </a:t>
            </a:r>
            <a:r>
              <a:rPr lang="en-US" altLang="zh-CN" dirty="0"/>
              <a:t>45%</a:t>
            </a:r>
            <a:r>
              <a:rPr lang="zh-CN" altLang="en-US" dirty="0"/>
              <a:t>、</a:t>
            </a:r>
            <a:r>
              <a:rPr lang="en-US" altLang="zh-CN" dirty="0"/>
              <a:t>68% </a:t>
            </a:r>
            <a:r>
              <a:rPr lang="zh-CN" altLang="en-US" dirty="0"/>
              <a:t>和 </a:t>
            </a:r>
            <a:r>
              <a:rPr lang="en-US" altLang="zh-CN" dirty="0"/>
              <a:t>80%</a:t>
            </a:r>
            <a:r>
              <a:rPr lang="zh-CN" altLang="en-US" dirty="0"/>
              <a:t>。这揭示了很强的、依赖于模型的跨层相关性</a:t>
            </a:r>
            <a:endParaRPr lang="en-US" altLang="zh-CN" dirty="0"/>
          </a:p>
          <a:p>
            <a:endParaRPr lang="en-US" altLang="zh-CN" dirty="0"/>
          </a:p>
          <a:p>
            <a:r>
              <a:rPr lang="zh-CN" altLang="en-US" dirty="0"/>
              <a:t>明亮的对角线表明在相邻代币中选择相同专家的倾向。无论模型如何，这种对角线图案主要出现在较高层（</a:t>
            </a:r>
            <a:r>
              <a:rPr lang="en-US" altLang="zh-CN" dirty="0"/>
              <a:t>17 </a:t>
            </a:r>
            <a:r>
              <a:rPr lang="zh-CN" altLang="en-US" dirty="0"/>
              <a:t>和 </a:t>
            </a:r>
            <a:r>
              <a:rPr lang="en-US" altLang="zh-CN" dirty="0"/>
              <a:t>43</a:t>
            </a:r>
            <a:r>
              <a:rPr lang="zh-CN" altLang="en-US" dirty="0"/>
              <a:t>）中</a:t>
            </a:r>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8</a:t>
            </a:fld>
            <a:endParaRPr lang="zh-CN" altLang="en-US"/>
          </a:p>
        </p:txBody>
      </p:sp>
    </p:spTree>
    <p:extLst>
      <p:ext uri="{BB962C8B-B14F-4D97-AF65-F5344CB8AC3E}">
        <p14:creationId xmlns:p14="http://schemas.microsoft.com/office/powerpoint/2010/main" val="3758810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dirty="0"/>
              <a:t>热图中的每个像素都显示在下一层选择专家 </a:t>
            </a:r>
            <a:r>
              <a:rPr lang="en-US" altLang="zh-CN" dirty="0"/>
              <a:t>j </a:t>
            </a:r>
            <a:r>
              <a:rPr lang="zh-CN" altLang="en-US" dirty="0"/>
              <a:t>的条件概率，因为专家 </a:t>
            </a:r>
            <a:r>
              <a:rPr lang="en-US" altLang="zh-CN" dirty="0" err="1"/>
              <a:t>i</a:t>
            </a:r>
            <a:r>
              <a:rPr lang="en-US" altLang="zh-CN" dirty="0"/>
              <a:t> </a:t>
            </a:r>
            <a:r>
              <a:rPr lang="zh-CN" altLang="en-US" dirty="0"/>
              <a:t>在上一层被激活，明亮的颜色表示更高的概率。</a:t>
            </a:r>
            <a:endParaRPr lang="en-US" altLang="zh-CN" dirty="0"/>
          </a:p>
          <a:p>
            <a:r>
              <a:rPr lang="zh-CN" altLang="en-US" dirty="0"/>
              <a:t>第 </a:t>
            </a:r>
            <a:r>
              <a:rPr lang="en-US" altLang="zh-CN" dirty="0"/>
              <a:t>3-4 </a:t>
            </a:r>
            <a:r>
              <a:rPr lang="zh-CN" altLang="en-US" dirty="0"/>
              <a:t>层之间的图案与第 </a:t>
            </a:r>
            <a:r>
              <a:rPr lang="en-US" altLang="zh-CN" dirty="0"/>
              <a:t>30-31 </a:t>
            </a:r>
            <a:r>
              <a:rPr lang="zh-CN" altLang="en-US" dirty="0"/>
              <a:t>层之间的图案不同。</a:t>
            </a:r>
            <a:r>
              <a:rPr lang="en-US" altLang="zh-CN" dirty="0"/>
              <a:t>Qwen3 </a:t>
            </a:r>
            <a:r>
              <a:rPr lang="zh-CN" altLang="en-US" dirty="0"/>
              <a:t>明显更亮的热图表明跨层相关性比 </a:t>
            </a:r>
            <a:r>
              <a:rPr lang="en-US" altLang="zh-CN" dirty="0" err="1"/>
              <a:t>Deepseek</a:t>
            </a:r>
            <a:r>
              <a:rPr lang="en-US" altLang="zh-CN" dirty="0"/>
              <a:t> </a:t>
            </a:r>
            <a:r>
              <a:rPr lang="zh-CN" altLang="en-US" dirty="0"/>
              <a:t>更强。</a:t>
            </a:r>
            <a:endParaRPr lang="en-US" altLang="zh-CN" dirty="0"/>
          </a:p>
          <a:p>
            <a:r>
              <a:rPr lang="zh-CN" altLang="en-US" dirty="0"/>
              <a:t>除了白点之外，还观察到一致的明亮垂直线，这表明无论之前的图层选择如何，某些专家都经常被选择。这些模式表明普遍受欢迎的专家，</a:t>
            </a:r>
            <a:endParaRPr lang="en-US" altLang="zh-CN" dirty="0"/>
          </a:p>
          <a:p>
            <a:endParaRPr lang="en-US" altLang="zh-CN" dirty="0"/>
          </a:p>
          <a:p>
            <a:r>
              <a:rPr lang="zh-CN" altLang="en-US" dirty="0"/>
              <a:t>热图中的每个像素都显示在下一层选择专家 </a:t>
            </a:r>
            <a:r>
              <a:rPr lang="en-US" altLang="zh-CN" dirty="0"/>
              <a:t>j </a:t>
            </a:r>
            <a:r>
              <a:rPr lang="zh-CN" altLang="en-US" dirty="0"/>
              <a:t>的条件概率，前提是专家 </a:t>
            </a:r>
            <a:r>
              <a:rPr lang="en-US" altLang="zh-CN" dirty="0" err="1"/>
              <a:t>i</a:t>
            </a:r>
            <a:r>
              <a:rPr lang="en-US" altLang="zh-CN" dirty="0"/>
              <a:t> </a:t>
            </a:r>
            <a:r>
              <a:rPr lang="zh-CN" altLang="en-US" dirty="0"/>
              <a:t>在上一层被激活，明亮的颜色表示更高的概率</a:t>
            </a:r>
            <a:endParaRPr lang="en-US" altLang="zh-CN" dirty="0"/>
          </a:p>
          <a:p>
            <a:endParaRPr lang="en-US" altLang="zh-CN" dirty="0"/>
          </a:p>
          <a:p>
            <a:r>
              <a:rPr lang="zh-CN" altLang="en-US" dirty="0"/>
              <a:t>我们分析了多个请求和所有模型层的专家对频率。最常选择的专家对的累积百分比如图 </a:t>
            </a:r>
            <a:r>
              <a:rPr lang="en-US" altLang="zh-CN" dirty="0"/>
              <a:t>2</a:t>
            </a:r>
            <a:r>
              <a:rPr lang="zh-CN" altLang="en-US" dirty="0"/>
              <a:t>（</a:t>
            </a:r>
            <a:r>
              <a:rPr lang="en-US" altLang="zh-CN" dirty="0"/>
              <a:t>c</a:t>
            </a:r>
            <a:r>
              <a:rPr lang="zh-CN" altLang="en-US" dirty="0"/>
              <a:t>） 所示。结果表明，前 </a:t>
            </a:r>
            <a:r>
              <a:rPr lang="en-US" altLang="zh-CN" dirty="0"/>
              <a:t>20% </a:t>
            </a:r>
            <a:r>
              <a:rPr lang="zh-CN" altLang="en-US" dirty="0"/>
              <a:t>的专家对分别占 </a:t>
            </a:r>
            <a:r>
              <a:rPr lang="en-US" altLang="zh-CN" dirty="0" err="1"/>
              <a:t>Deepseek</a:t>
            </a:r>
            <a:r>
              <a:rPr lang="zh-CN" altLang="en-US" dirty="0"/>
              <a:t>、</a:t>
            </a:r>
            <a:r>
              <a:rPr lang="en-US" altLang="zh-CN" dirty="0" err="1"/>
              <a:t>Qwen</a:t>
            </a:r>
            <a:r>
              <a:rPr lang="en-US" altLang="zh-CN" dirty="0"/>
              <a:t> </a:t>
            </a:r>
            <a:r>
              <a:rPr lang="zh-CN" altLang="en-US" dirty="0"/>
              <a:t>和 </a:t>
            </a:r>
            <a:r>
              <a:rPr lang="en-US" altLang="zh-CN" dirty="0"/>
              <a:t>Llama4 </a:t>
            </a:r>
            <a:r>
              <a:rPr lang="zh-CN" altLang="en-US" dirty="0"/>
              <a:t>中所有激活的 </a:t>
            </a:r>
            <a:r>
              <a:rPr lang="en-US" altLang="zh-CN" dirty="0"/>
              <a:t>45%</a:t>
            </a:r>
            <a:r>
              <a:rPr lang="zh-CN" altLang="en-US" dirty="0"/>
              <a:t>、</a:t>
            </a:r>
            <a:r>
              <a:rPr lang="en-US" altLang="zh-CN" dirty="0"/>
              <a:t>68% </a:t>
            </a:r>
            <a:r>
              <a:rPr lang="zh-CN" altLang="en-US" dirty="0"/>
              <a:t>和 </a:t>
            </a:r>
            <a:r>
              <a:rPr lang="en-US" altLang="zh-CN" dirty="0"/>
              <a:t>80%</a:t>
            </a:r>
            <a:r>
              <a:rPr lang="zh-CN" altLang="en-US" dirty="0"/>
              <a:t>。这揭示了很强的、依赖于模型的跨层相关性</a:t>
            </a:r>
            <a:endParaRPr lang="en-US" altLang="zh-CN" dirty="0"/>
          </a:p>
          <a:p>
            <a:endParaRPr lang="en-US" altLang="zh-CN" dirty="0"/>
          </a:p>
          <a:p>
            <a:r>
              <a:rPr lang="zh-CN" altLang="en-US" dirty="0"/>
              <a:t>明亮的对角线表明在相邻代币中选择相同专家的倾向。无论模型如何，这种对角线图案主要出现在较高层（</a:t>
            </a:r>
            <a:r>
              <a:rPr lang="en-US" altLang="zh-CN" dirty="0"/>
              <a:t>17 </a:t>
            </a:r>
            <a:r>
              <a:rPr lang="zh-CN" altLang="en-US" dirty="0"/>
              <a:t>和 </a:t>
            </a:r>
            <a:r>
              <a:rPr lang="en-US" altLang="zh-CN" dirty="0"/>
              <a:t>43</a:t>
            </a:r>
            <a:r>
              <a:rPr lang="zh-CN" altLang="en-US" dirty="0"/>
              <a:t>）中</a:t>
            </a:r>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9</a:t>
            </a:fld>
            <a:endParaRPr lang="zh-CN" altLang="en-US"/>
          </a:p>
        </p:txBody>
      </p:sp>
    </p:spTree>
    <p:extLst>
      <p:ext uri="{BB962C8B-B14F-4D97-AF65-F5344CB8AC3E}">
        <p14:creationId xmlns:p14="http://schemas.microsoft.com/office/powerpoint/2010/main" val="1253743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dirty="0"/>
              <a:t>其中一部分专家被激活的频率是平均水平的 </a:t>
            </a:r>
            <a:r>
              <a:rPr lang="en-US" altLang="zh-CN" dirty="0"/>
              <a:t>16 </a:t>
            </a:r>
            <a:r>
              <a:rPr lang="zh-CN" altLang="en-US" dirty="0"/>
              <a:t>倍以上</a:t>
            </a:r>
            <a:endParaRPr lang="en-US" altLang="zh-CN" dirty="0"/>
          </a:p>
          <a:p>
            <a:r>
              <a:rPr lang="zh-CN" altLang="en-US" dirty="0"/>
              <a:t>水平亮线表示某些专家无论主题如何都始终被激活，而仍然受欢迎的专家在主题之间差异很大，这表明基于任务的专家选择的重叠和区别。</a:t>
            </a:r>
            <a:endParaRPr lang="en-US" altLang="zh-CN" dirty="0"/>
          </a:p>
          <a:p>
            <a:endParaRPr lang="en-US" altLang="zh-CN" dirty="0"/>
          </a:p>
          <a:p>
            <a:r>
              <a:rPr lang="zh-CN" altLang="en-US" b="0" i="0" dirty="0">
                <a:effectLst/>
                <a:latin typeface="Inter"/>
              </a:rPr>
              <a:t>如果代币只能路由到</a:t>
            </a:r>
            <a:r>
              <a:rPr lang="zh-CN" altLang="en-US" b="1" i="0" dirty="0">
                <a:solidFill>
                  <a:srgbClr val="000000"/>
                </a:solidFill>
                <a:effectLst/>
                <a:latin typeface="Inter"/>
              </a:rPr>
              <a:t>相邻节点的专家</a:t>
            </a:r>
            <a:r>
              <a:rPr lang="zh-CN" altLang="en-US" b="0" i="0" dirty="0">
                <a:effectLst/>
                <a:latin typeface="Inter"/>
              </a:rPr>
              <a:t>，则节点间的通信只需在物理近邻之间进行，避免了跨远距离节点的高延迟、高带宽消耗的通信，最终实现 “减少通信开销” 的目标。</a:t>
            </a:r>
            <a:endParaRPr lang="en-US" altLang="zh-CN" b="0" i="0" dirty="0">
              <a:effectLst/>
              <a:latin typeface="Inter"/>
            </a:endParaRPr>
          </a:p>
          <a:p>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000000"/>
                </a:solidFill>
                <a:effectLst/>
                <a:latin typeface="Inter"/>
              </a:rPr>
              <a:t>路由范围限制</a:t>
            </a:r>
            <a:r>
              <a:rPr lang="zh-CN" altLang="en-US" b="0" i="0" dirty="0">
                <a:solidFill>
                  <a:srgbClr val="000000"/>
                </a:solidFill>
                <a:effectLst/>
                <a:latin typeface="Inter"/>
              </a:rPr>
              <a:t>：在 </a:t>
            </a:r>
            <a:r>
              <a:rPr lang="en-US" altLang="zh-CN" b="0" i="0" dirty="0">
                <a:solidFill>
                  <a:srgbClr val="000000"/>
                </a:solidFill>
                <a:effectLst/>
                <a:latin typeface="Inter"/>
              </a:rPr>
              <a:t>DeepSeek-V3 </a:t>
            </a:r>
            <a:r>
              <a:rPr lang="zh-CN" altLang="en-US" b="0" i="0" dirty="0">
                <a:solidFill>
                  <a:srgbClr val="000000"/>
                </a:solidFill>
                <a:effectLst/>
                <a:latin typeface="Inter"/>
              </a:rPr>
              <a:t>等版本中，每个 </a:t>
            </a:r>
            <a:r>
              <a:rPr lang="en-US" altLang="zh-CN" b="0" i="0" dirty="0">
                <a:solidFill>
                  <a:srgbClr val="000000"/>
                </a:solidFill>
                <a:effectLst/>
                <a:latin typeface="Inter"/>
              </a:rPr>
              <a:t>Token </a:t>
            </a:r>
            <a:r>
              <a:rPr lang="zh-CN" altLang="en-US" b="0" i="0" dirty="0">
                <a:solidFill>
                  <a:srgbClr val="000000"/>
                </a:solidFill>
                <a:effectLst/>
                <a:latin typeface="Inter"/>
              </a:rPr>
              <a:t>最多仅路由到 </a:t>
            </a:r>
            <a:r>
              <a:rPr lang="en-US" altLang="zh-CN" b="0" i="0" dirty="0">
                <a:solidFill>
                  <a:srgbClr val="000000"/>
                </a:solidFill>
                <a:effectLst/>
                <a:latin typeface="Inter"/>
              </a:rPr>
              <a:t>4 </a:t>
            </a:r>
            <a:r>
              <a:rPr lang="zh-CN" altLang="en-US" b="0" i="0" dirty="0">
                <a:solidFill>
                  <a:srgbClr val="000000"/>
                </a:solidFill>
                <a:effectLst/>
                <a:latin typeface="Inter"/>
              </a:rPr>
              <a:t>个节点。这种设计是基于硬件架构（如 </a:t>
            </a:r>
            <a:r>
              <a:rPr lang="en-US" altLang="zh-CN" b="0" i="0" dirty="0">
                <a:solidFill>
                  <a:srgbClr val="000000"/>
                </a:solidFill>
                <a:effectLst/>
                <a:latin typeface="Inter"/>
              </a:rPr>
              <a:t>H800 </a:t>
            </a:r>
            <a:r>
              <a:rPr lang="zh-CN" altLang="en-US" b="0" i="0" dirty="0">
                <a:solidFill>
                  <a:srgbClr val="000000"/>
                </a:solidFill>
                <a:effectLst/>
                <a:latin typeface="Inter"/>
              </a:rPr>
              <a:t>节点的 </a:t>
            </a:r>
            <a:r>
              <a:rPr lang="en-US" altLang="zh-CN" b="0" i="0" dirty="0" err="1">
                <a:solidFill>
                  <a:srgbClr val="000000"/>
                </a:solidFill>
                <a:effectLst/>
                <a:latin typeface="Inter"/>
              </a:rPr>
              <a:t>NVLink</a:t>
            </a:r>
            <a:r>
              <a:rPr lang="en-US" altLang="zh-CN" b="0" i="0" dirty="0">
                <a:solidFill>
                  <a:srgbClr val="000000"/>
                </a:solidFill>
                <a:effectLst/>
                <a:latin typeface="Inter"/>
              </a:rPr>
              <a:t> </a:t>
            </a:r>
            <a:r>
              <a:rPr lang="zh-CN" altLang="en-US" b="0" i="0" dirty="0">
                <a:solidFill>
                  <a:srgbClr val="000000"/>
                </a:solidFill>
                <a:effectLst/>
                <a:latin typeface="Inter"/>
              </a:rPr>
              <a:t>和 </a:t>
            </a:r>
            <a:r>
              <a:rPr lang="en-US" altLang="zh-CN" b="0" i="0" dirty="0">
                <a:solidFill>
                  <a:srgbClr val="000000"/>
                </a:solidFill>
                <a:effectLst/>
                <a:latin typeface="Inter"/>
              </a:rPr>
              <a:t>IB </a:t>
            </a:r>
            <a:r>
              <a:rPr lang="zh-CN" altLang="en-US" b="0" i="0" dirty="0">
                <a:solidFill>
                  <a:srgbClr val="000000"/>
                </a:solidFill>
                <a:effectLst/>
                <a:latin typeface="Inter"/>
              </a:rPr>
              <a:t>带宽差异）进行的协同优化，通过将专家分组部署在不同节点，确保 </a:t>
            </a:r>
            <a:r>
              <a:rPr lang="en-US" altLang="zh-CN" b="0" i="0" dirty="0">
                <a:solidFill>
                  <a:srgbClr val="000000"/>
                </a:solidFill>
                <a:effectLst/>
                <a:latin typeface="Inter"/>
              </a:rPr>
              <a:t>Token </a:t>
            </a:r>
            <a:r>
              <a:rPr lang="zh-CN" altLang="en-US" b="0" i="0" dirty="0">
                <a:solidFill>
                  <a:srgbClr val="000000"/>
                </a:solidFill>
                <a:effectLst/>
                <a:latin typeface="Inter"/>
              </a:rPr>
              <a:t>不会无限制地跨节点路由，从而降低通信延迟和带宽消耗。</a:t>
            </a:r>
          </a:p>
          <a:p>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10</a:t>
            </a:fld>
            <a:endParaRPr lang="zh-CN" altLang="en-US"/>
          </a:p>
        </p:txBody>
      </p:sp>
    </p:spTree>
    <p:extLst>
      <p:ext uri="{BB962C8B-B14F-4D97-AF65-F5344CB8AC3E}">
        <p14:creationId xmlns:p14="http://schemas.microsoft.com/office/powerpoint/2010/main" val="3120077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dirty="0"/>
              <a:t>支持粗粒度的静态策略来解决跨系统的工作负载不平衡问题。这些策略可以在系统启动时或通过适当的任务分配在定期重新分配期间</a:t>
            </a:r>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11</a:t>
            </a:fld>
            <a:endParaRPr lang="zh-CN" altLang="en-US"/>
          </a:p>
        </p:txBody>
      </p:sp>
    </p:spTree>
    <p:extLst>
      <p:ext uri="{BB962C8B-B14F-4D97-AF65-F5344CB8AC3E}">
        <p14:creationId xmlns:p14="http://schemas.microsoft.com/office/powerpoint/2010/main" val="2320916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68A4-6C70-36EE-8BE2-F36C0C8C7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0BCC5-AE06-1DF5-5F41-59AB9C5B0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FB7706-69C0-60C4-935D-2556FFE781FA}"/>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26E8CBD5-2A1D-D959-EE75-D56F1A4F1AFB}"/>
              </a:ext>
            </a:extLst>
          </p:cNvPr>
          <p:cNvSpPr>
            <a:spLocks noGrp="1"/>
          </p:cNvSpPr>
          <p:nvPr>
            <p:ph type="sldNum" sz="quarter" idx="5"/>
          </p:nvPr>
        </p:nvSpPr>
        <p:spPr/>
        <p:txBody>
          <a:bodyPr/>
          <a:lstStyle/>
          <a:p>
            <a:fld id="{8E556971-6A61-4E96-B3F0-2E6ACC9F9D62}" type="slidenum">
              <a:rPr lang="zh-CN" altLang="en-US" smtClean="0"/>
              <a:t>12</a:t>
            </a:fld>
            <a:endParaRPr lang="zh-CN" altLang="en-US"/>
          </a:p>
        </p:txBody>
      </p:sp>
    </p:spTree>
    <p:extLst>
      <p:ext uri="{BB962C8B-B14F-4D97-AF65-F5344CB8AC3E}">
        <p14:creationId xmlns:p14="http://schemas.microsoft.com/office/powerpoint/2010/main" val="721225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13</a:t>
            </a:fld>
            <a:endParaRPr lang="zh-CN" altLang="en-US"/>
          </a:p>
        </p:txBody>
      </p:sp>
    </p:spTree>
    <p:extLst>
      <p:ext uri="{BB962C8B-B14F-4D97-AF65-F5344CB8AC3E}">
        <p14:creationId xmlns:p14="http://schemas.microsoft.com/office/powerpoint/2010/main" val="899245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dirty="0"/>
              <a:t>一方面，如何调整位置以最大限度地提高效率是一个复杂且未探索的问题。另一方面，由于每次迭代中都应对每一层进行调整，因此设计一种有效的算法来动态推断放置至关重要。</a:t>
            </a:r>
            <a:endParaRPr lang="en-US" altLang="zh-CN" dirty="0"/>
          </a:p>
          <a:p>
            <a:endParaRPr lang="en-US" altLang="zh-CN" dirty="0"/>
          </a:p>
          <a:p>
            <a:r>
              <a:rPr lang="en-US" altLang="zh-CN" dirty="0"/>
              <a:t>All-to-All</a:t>
            </a:r>
            <a:r>
              <a:rPr lang="zh-CN" altLang="en-US" dirty="0"/>
              <a:t>通信的成本建模，并将动态样本放置问题表述为组合优化问题。</a:t>
            </a:r>
            <a:endParaRPr lang="en-US" altLang="zh-CN" dirty="0"/>
          </a:p>
          <a:p>
            <a:endParaRPr lang="en-US" altLang="zh-CN" dirty="0"/>
          </a:p>
          <a:p>
            <a:r>
              <a:rPr lang="zh-CN" altLang="en-US" dirty="0"/>
              <a:t>现代集群中存在各种通信通道，例如节点内设备通常通过 </a:t>
            </a:r>
            <a:r>
              <a:rPr lang="en-US" altLang="zh-CN" dirty="0"/>
              <a:t>PCIe </a:t>
            </a:r>
            <a:r>
              <a:rPr lang="zh-CN" altLang="en-US" dirty="0"/>
              <a:t>或 </a:t>
            </a:r>
            <a:r>
              <a:rPr lang="en-US" altLang="zh-CN" dirty="0"/>
              <a:t>NVLINK </a:t>
            </a:r>
            <a:r>
              <a:rPr lang="zh-CN" altLang="en-US" dirty="0"/>
              <a:t>进行通信，而节点间设备则使用以太网或 </a:t>
            </a:r>
            <a:r>
              <a:rPr lang="en-US" altLang="zh-CN" dirty="0"/>
              <a:t>InfiniBand</a:t>
            </a:r>
            <a:r>
              <a:rPr lang="zh-CN" altLang="en-US" dirty="0"/>
              <a:t>，</a:t>
            </a:r>
            <a:endParaRPr lang="en-US" altLang="zh-CN" dirty="0"/>
          </a:p>
          <a:p>
            <a:endParaRPr lang="en-US" altLang="zh-CN" dirty="0"/>
          </a:p>
          <a:p>
            <a:r>
              <a:rPr lang="zh-CN" altLang="en-US" dirty="0"/>
              <a:t>具体来说，</a:t>
            </a:r>
            <a:r>
              <a:rPr lang="en-US" altLang="zh-CN" dirty="0" err="1"/>
              <a:t>NetMoE</a:t>
            </a:r>
            <a:r>
              <a:rPr lang="en-US" altLang="zh-CN" dirty="0"/>
              <a:t> </a:t>
            </a:r>
            <a:r>
              <a:rPr lang="zh-CN" altLang="en-US" dirty="0"/>
              <a:t>在每个 </a:t>
            </a:r>
            <a:r>
              <a:rPr lang="en-US" altLang="zh-CN" dirty="0" err="1"/>
              <a:t>MoE</a:t>
            </a:r>
            <a:r>
              <a:rPr lang="en-US" altLang="zh-CN" dirty="0"/>
              <a:t> </a:t>
            </a:r>
            <a:r>
              <a:rPr lang="zh-CN" altLang="en-US" dirty="0"/>
              <a:t>层期间跨设备交换样本，从而使更多令牌能够在 </a:t>
            </a:r>
            <a:r>
              <a:rPr lang="en-US" altLang="zh-CN" dirty="0"/>
              <a:t>All-to-All </a:t>
            </a:r>
            <a:r>
              <a:rPr lang="zh-CN" altLang="en-US" dirty="0"/>
              <a:t>通信期间在节点内进行通信。</a:t>
            </a:r>
            <a:endParaRPr lang="en-US" altLang="zh-CN" dirty="0"/>
          </a:p>
          <a:p>
            <a:endParaRPr lang="en-US" altLang="zh-CN" dirty="0"/>
          </a:p>
          <a:p>
            <a:endParaRPr lang="en-US" altLang="zh-CN" dirty="0"/>
          </a:p>
          <a:p>
            <a:pPr algn="l"/>
            <a:r>
              <a:rPr lang="zh-CN" altLang="en-US" b="0" i="0" dirty="0">
                <a:effectLst/>
                <a:latin typeface="ui-sans-serif"/>
              </a:rPr>
              <a:t>首先从直观的思考一下调整 </a:t>
            </a:r>
            <a:r>
              <a:rPr lang="en-US" altLang="zh-CN" b="0" i="0" dirty="0">
                <a:effectLst/>
                <a:latin typeface="ui-sans-serif"/>
              </a:rPr>
              <a:t>sample placement </a:t>
            </a:r>
            <a:r>
              <a:rPr lang="zh-CN" altLang="en-US" b="0" i="0" dirty="0">
                <a:effectLst/>
                <a:latin typeface="ui-sans-serif"/>
              </a:rPr>
              <a:t>会带来什么影响：</a:t>
            </a:r>
          </a:p>
          <a:p>
            <a:pPr algn="l">
              <a:buFont typeface="Arial" panose="020B0604020202020204" pitchFamily="34" charset="0"/>
              <a:buChar char="•"/>
            </a:pPr>
            <a:r>
              <a:rPr lang="zh-CN" altLang="en-US" b="0" i="0" dirty="0">
                <a:effectLst/>
                <a:latin typeface="ui-sans-serif"/>
              </a:rPr>
              <a:t>对于非 </a:t>
            </a:r>
            <a:r>
              <a:rPr lang="en-US" altLang="zh-CN" b="0" i="0" dirty="0" err="1">
                <a:effectLst/>
                <a:latin typeface="ui-sans-serif"/>
              </a:rPr>
              <a:t>MoE</a:t>
            </a:r>
            <a:r>
              <a:rPr lang="en-US" altLang="zh-CN" b="0" i="0" dirty="0">
                <a:effectLst/>
                <a:latin typeface="ui-sans-serif"/>
              </a:rPr>
              <a:t> Layer</a:t>
            </a:r>
            <a:r>
              <a:rPr lang="zh-CN" altLang="en-US" b="0" i="0" dirty="0">
                <a:effectLst/>
                <a:latin typeface="ui-sans-serif"/>
              </a:rPr>
              <a:t>，在 </a:t>
            </a:r>
            <a:r>
              <a:rPr lang="en-US" altLang="zh-CN" b="0" i="0" dirty="0">
                <a:effectLst/>
                <a:latin typeface="ui-sans-serif"/>
              </a:rPr>
              <a:t>EP </a:t>
            </a:r>
            <a:r>
              <a:rPr lang="zh-CN" altLang="en-US" b="0" i="0" dirty="0">
                <a:effectLst/>
                <a:latin typeface="ui-sans-serif"/>
              </a:rPr>
              <a:t>中，不同 </a:t>
            </a:r>
            <a:r>
              <a:rPr lang="en-US" altLang="zh-CN" b="0" i="0" dirty="0">
                <a:effectLst/>
                <a:latin typeface="ui-sans-serif"/>
              </a:rPr>
              <a:t>Device </a:t>
            </a:r>
            <a:r>
              <a:rPr lang="zh-CN" altLang="en-US" b="0" i="0" dirty="0">
                <a:effectLst/>
                <a:latin typeface="ui-sans-serif"/>
              </a:rPr>
              <a:t>上的非 </a:t>
            </a:r>
            <a:r>
              <a:rPr lang="en-US" altLang="zh-CN" b="0" i="0" dirty="0" err="1">
                <a:effectLst/>
                <a:latin typeface="ui-sans-serif"/>
              </a:rPr>
              <a:t>MoE</a:t>
            </a:r>
            <a:r>
              <a:rPr lang="en-US" altLang="zh-CN" b="0" i="0" dirty="0">
                <a:effectLst/>
                <a:latin typeface="ui-sans-serif"/>
              </a:rPr>
              <a:t> Layer </a:t>
            </a:r>
            <a:r>
              <a:rPr lang="zh-CN" altLang="en-US" b="0" i="0" dirty="0">
                <a:effectLst/>
                <a:latin typeface="ui-sans-serif"/>
              </a:rPr>
              <a:t>处理的都是不同的数据，由反向过程中的 </a:t>
            </a:r>
            <a:r>
              <a:rPr lang="en-US" altLang="zh-CN" b="0" i="0" dirty="0" err="1">
                <a:effectLst/>
                <a:latin typeface="ui-sans-serif"/>
              </a:rPr>
              <a:t>AllReduce</a:t>
            </a:r>
            <a:r>
              <a:rPr lang="en-US" altLang="zh-CN" b="0" i="0" dirty="0">
                <a:effectLst/>
                <a:latin typeface="ui-sans-serif"/>
              </a:rPr>
              <a:t> </a:t>
            </a:r>
            <a:r>
              <a:rPr lang="zh-CN" altLang="en-US" b="0" i="0" dirty="0">
                <a:effectLst/>
                <a:latin typeface="ui-sans-serif"/>
              </a:rPr>
              <a:t>统一聚合，对他们来说其实就是个 </a:t>
            </a:r>
            <a:r>
              <a:rPr lang="en-US" altLang="zh-CN" b="0" i="0" dirty="0">
                <a:effectLst/>
                <a:latin typeface="ui-sans-serif"/>
              </a:rPr>
              <a:t>DP </a:t>
            </a:r>
            <a:r>
              <a:rPr lang="zh-CN" altLang="en-US" b="0" i="0" dirty="0">
                <a:effectLst/>
                <a:latin typeface="ui-sans-serif"/>
              </a:rPr>
              <a:t>过程，因此调整 </a:t>
            </a:r>
            <a:r>
              <a:rPr lang="en-US" altLang="zh-CN" b="0" i="0" dirty="0">
                <a:effectLst/>
                <a:latin typeface="ui-sans-serif"/>
              </a:rPr>
              <a:t>sample placement </a:t>
            </a:r>
            <a:r>
              <a:rPr lang="zh-CN" altLang="en-US" b="0" i="0" dirty="0">
                <a:effectLst/>
                <a:latin typeface="ui-sans-serif"/>
              </a:rPr>
              <a:t>对非 </a:t>
            </a:r>
            <a:r>
              <a:rPr lang="en-US" altLang="zh-CN" b="0" i="0" dirty="0" err="1">
                <a:effectLst/>
                <a:latin typeface="ui-sans-serif"/>
              </a:rPr>
              <a:t>MoE</a:t>
            </a:r>
            <a:r>
              <a:rPr lang="en-US" altLang="zh-CN" b="0" i="0" dirty="0">
                <a:effectLst/>
                <a:latin typeface="ui-sans-serif"/>
              </a:rPr>
              <a:t> </a:t>
            </a:r>
            <a:r>
              <a:rPr lang="zh-CN" altLang="en-US" b="0" i="0" dirty="0">
                <a:effectLst/>
                <a:latin typeface="ui-sans-serif"/>
              </a:rPr>
              <a:t>层没有任何影响。</a:t>
            </a:r>
          </a:p>
          <a:p>
            <a:pPr algn="l">
              <a:buFont typeface="Arial" panose="020B0604020202020204" pitchFamily="34" charset="0"/>
              <a:buChar char="•"/>
            </a:pPr>
            <a:r>
              <a:rPr lang="zh-CN" altLang="en-US" b="0" i="0" dirty="0">
                <a:effectLst/>
                <a:latin typeface="ui-sans-serif"/>
              </a:rPr>
              <a:t>对于 </a:t>
            </a:r>
            <a:r>
              <a:rPr lang="en-US" altLang="zh-CN" b="0" i="0" dirty="0" err="1">
                <a:effectLst/>
                <a:latin typeface="ui-sans-serif"/>
              </a:rPr>
              <a:t>MoE</a:t>
            </a:r>
            <a:r>
              <a:rPr lang="en-US" altLang="zh-CN" b="0" i="0" dirty="0">
                <a:effectLst/>
                <a:latin typeface="ui-sans-serif"/>
              </a:rPr>
              <a:t> Layer</a:t>
            </a:r>
            <a:r>
              <a:rPr lang="zh-CN" altLang="en-US" b="0" i="0" dirty="0">
                <a:effectLst/>
                <a:latin typeface="ui-sans-serif"/>
              </a:rPr>
              <a:t>，上一个 </a:t>
            </a:r>
            <a:r>
              <a:rPr lang="en-US" altLang="zh-CN" b="0" i="0" dirty="0" err="1">
                <a:effectLst/>
                <a:latin typeface="ui-sans-serif"/>
              </a:rPr>
              <a:t>MoE</a:t>
            </a:r>
            <a:r>
              <a:rPr lang="en-US" altLang="zh-CN" b="0" i="0" dirty="0">
                <a:effectLst/>
                <a:latin typeface="ui-sans-serif"/>
              </a:rPr>
              <a:t> Layer </a:t>
            </a:r>
            <a:r>
              <a:rPr lang="zh-CN" altLang="en-US" b="0" i="0" dirty="0">
                <a:effectLst/>
                <a:latin typeface="ui-sans-serif"/>
              </a:rPr>
              <a:t>在调整 </a:t>
            </a:r>
            <a:r>
              <a:rPr lang="en-US" altLang="zh-CN" b="0" i="0" dirty="0">
                <a:effectLst/>
                <a:latin typeface="ui-sans-serif"/>
              </a:rPr>
              <a:t>sample placement </a:t>
            </a:r>
            <a:r>
              <a:rPr lang="zh-CN" altLang="en-US" b="0" i="0" dirty="0">
                <a:effectLst/>
                <a:latin typeface="ui-sans-serif"/>
              </a:rPr>
              <a:t>后，由于在这个 </a:t>
            </a:r>
            <a:r>
              <a:rPr lang="en-US" altLang="zh-CN" b="0" i="0" dirty="0" err="1">
                <a:effectLst/>
                <a:latin typeface="ui-sans-serif"/>
              </a:rPr>
              <a:t>MoE</a:t>
            </a:r>
            <a:r>
              <a:rPr lang="en-US" altLang="zh-CN" b="0" i="0" dirty="0">
                <a:effectLst/>
                <a:latin typeface="ui-sans-serif"/>
              </a:rPr>
              <a:t> Layer </a:t>
            </a:r>
            <a:r>
              <a:rPr lang="zh-CN" altLang="en-US" b="0" i="0" dirty="0">
                <a:effectLst/>
                <a:latin typeface="ui-sans-serif"/>
              </a:rPr>
              <a:t>计算前首先会进行一次 </a:t>
            </a:r>
            <a:r>
              <a:rPr lang="en-US" altLang="zh-CN" b="0" i="0" dirty="0" err="1">
                <a:effectLst/>
                <a:latin typeface="ui-sans-serif"/>
              </a:rPr>
              <a:t>AlltoAll</a:t>
            </a:r>
            <a:r>
              <a:rPr lang="zh-CN" altLang="en-US" b="0" i="0" dirty="0">
                <a:effectLst/>
                <a:latin typeface="ui-sans-serif"/>
              </a:rPr>
              <a:t>（</a:t>
            </a:r>
            <a:r>
              <a:rPr lang="en-US" altLang="zh-CN" b="0" i="0" dirty="0" err="1">
                <a:effectLst/>
                <a:latin typeface="ui-sans-serif"/>
              </a:rPr>
              <a:t>AllScatter</a:t>
            </a:r>
            <a:r>
              <a:rPr lang="zh-CN" altLang="en-US" b="0" i="0" dirty="0">
                <a:effectLst/>
                <a:latin typeface="ui-sans-serif"/>
              </a:rPr>
              <a:t>），</a:t>
            </a:r>
            <a:r>
              <a:rPr lang="en-US" altLang="zh-CN" b="0" i="0" dirty="0">
                <a:effectLst/>
                <a:latin typeface="ui-sans-serif"/>
              </a:rPr>
              <a:t>sample </a:t>
            </a:r>
            <a:r>
              <a:rPr lang="zh-CN" altLang="en-US" b="0" i="0" dirty="0">
                <a:effectLst/>
                <a:latin typeface="ui-sans-serif"/>
              </a:rPr>
              <a:t>的顺序被这个 </a:t>
            </a:r>
            <a:r>
              <a:rPr lang="en-US" altLang="zh-CN" b="0" i="0" dirty="0" err="1">
                <a:effectLst/>
                <a:latin typeface="ui-sans-serif"/>
              </a:rPr>
              <a:t>AlltoAll</a:t>
            </a:r>
            <a:r>
              <a:rPr lang="en-US" altLang="zh-CN" b="0" i="0" dirty="0">
                <a:effectLst/>
                <a:latin typeface="ui-sans-serif"/>
              </a:rPr>
              <a:t> </a:t>
            </a:r>
            <a:r>
              <a:rPr lang="zh-CN" altLang="en-US" b="0" i="0" dirty="0">
                <a:effectLst/>
                <a:latin typeface="ui-sans-serif"/>
              </a:rPr>
              <a:t>重新打乱了，因此是否调整 </a:t>
            </a:r>
            <a:r>
              <a:rPr lang="en-US" altLang="zh-CN" b="0" i="0" dirty="0">
                <a:effectLst/>
                <a:latin typeface="ui-sans-serif"/>
              </a:rPr>
              <a:t>sample placement </a:t>
            </a:r>
            <a:r>
              <a:rPr lang="zh-CN" altLang="en-US" b="0" i="0" dirty="0">
                <a:effectLst/>
                <a:latin typeface="ui-sans-serif"/>
              </a:rPr>
              <a:t>对 </a:t>
            </a:r>
            <a:r>
              <a:rPr lang="en-US" altLang="zh-CN" b="0" i="0" dirty="0" err="1">
                <a:effectLst/>
                <a:latin typeface="ui-sans-serif"/>
              </a:rPr>
              <a:t>MoE</a:t>
            </a:r>
            <a:r>
              <a:rPr lang="en-US" altLang="zh-CN" b="0" i="0" dirty="0">
                <a:effectLst/>
                <a:latin typeface="ui-sans-serif"/>
              </a:rPr>
              <a:t> Layer </a:t>
            </a:r>
            <a:r>
              <a:rPr lang="zh-CN" altLang="en-US" b="0" i="0">
                <a:effectLst/>
                <a:latin typeface="ui-sans-serif"/>
              </a:rPr>
              <a:t>的实际计算过程也没有影响。</a:t>
            </a:r>
          </a:p>
          <a:p>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14</a:t>
            </a:fld>
            <a:endParaRPr lang="zh-CN" altLang="en-US"/>
          </a:p>
        </p:txBody>
      </p:sp>
    </p:spTree>
    <p:extLst>
      <p:ext uri="{BB962C8B-B14F-4D97-AF65-F5344CB8AC3E}">
        <p14:creationId xmlns:p14="http://schemas.microsoft.com/office/powerpoint/2010/main" val="1442192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pPr algn="l">
              <a:buFont typeface="Arial" panose="020B0604020202020204" pitchFamily="34" charset="0"/>
              <a:buChar char="•"/>
            </a:pPr>
            <a:r>
              <a:rPr lang="en-US" altLang="zh-CN" b="1" i="0" dirty="0">
                <a:solidFill>
                  <a:srgbClr val="000000"/>
                </a:solidFill>
                <a:effectLst/>
                <a:latin typeface="Inter"/>
              </a:rPr>
              <a:t>α</a:t>
            </a:r>
            <a:r>
              <a:rPr lang="zh-CN" altLang="en-US" b="1" i="0" dirty="0">
                <a:solidFill>
                  <a:srgbClr val="000000"/>
                </a:solidFill>
                <a:effectLst/>
                <a:latin typeface="Inter"/>
              </a:rPr>
              <a:t>（</a:t>
            </a:r>
            <a:r>
              <a:rPr lang="en-US" altLang="zh-CN" b="1" i="0" dirty="0">
                <a:solidFill>
                  <a:srgbClr val="000000"/>
                </a:solidFill>
                <a:effectLst/>
                <a:latin typeface="Inter"/>
              </a:rPr>
              <a:t>Latency Cost</a:t>
            </a:r>
            <a:r>
              <a:rPr lang="zh-CN" altLang="en-US" b="1" i="0" dirty="0">
                <a:solidFill>
                  <a:srgbClr val="000000"/>
                </a:solidFill>
                <a:effectLst/>
                <a:latin typeface="Inter"/>
              </a:rPr>
              <a:t>）</a:t>
            </a:r>
            <a:r>
              <a:rPr lang="zh-CN" altLang="en-US" b="0" i="0" dirty="0">
                <a:solidFill>
                  <a:srgbClr val="000000"/>
                </a:solidFill>
                <a:effectLst/>
                <a:latin typeface="Inter"/>
              </a:rPr>
              <a:t>：表示通信的</a:t>
            </a:r>
            <a:r>
              <a:rPr lang="zh-CN" altLang="en-US" b="1" i="0" dirty="0">
                <a:solidFill>
                  <a:srgbClr val="000000"/>
                </a:solidFill>
                <a:effectLst/>
                <a:latin typeface="Inter"/>
              </a:rPr>
              <a:t>固定延迟开销</a:t>
            </a:r>
            <a:r>
              <a:rPr lang="zh-CN" altLang="en-US" b="0" i="0" dirty="0">
                <a:solidFill>
                  <a:srgbClr val="000000"/>
                </a:solidFill>
                <a:effectLst/>
                <a:latin typeface="Inter"/>
              </a:rPr>
              <a:t>，即数据传输的 “启动时间”。无论传输数据量多少，只要发生通信，就会产生这部分固定成本（例如建立连接、协议握手的时间）。</a:t>
            </a:r>
          </a:p>
          <a:p>
            <a:pPr algn="l">
              <a:buFont typeface="Arial" panose="020B0604020202020204" pitchFamily="34" charset="0"/>
              <a:buChar char="•"/>
            </a:pPr>
            <a:r>
              <a:rPr lang="en-US" altLang="zh-CN" b="1" i="0" dirty="0">
                <a:solidFill>
                  <a:srgbClr val="000000"/>
                </a:solidFill>
                <a:effectLst/>
                <a:latin typeface="Inter"/>
              </a:rPr>
              <a:t>β</a:t>
            </a:r>
            <a:r>
              <a:rPr lang="zh-CN" altLang="en-US" b="1" i="0" dirty="0">
                <a:solidFill>
                  <a:srgbClr val="000000"/>
                </a:solidFill>
                <a:effectLst/>
                <a:latin typeface="Inter"/>
              </a:rPr>
              <a:t>（</a:t>
            </a:r>
            <a:r>
              <a:rPr lang="en-US" altLang="zh-CN" b="1" i="0" dirty="0">
                <a:solidFill>
                  <a:srgbClr val="000000"/>
                </a:solidFill>
                <a:effectLst/>
                <a:latin typeface="Inter"/>
              </a:rPr>
              <a:t>Bandwidth Cost</a:t>
            </a:r>
            <a:r>
              <a:rPr lang="zh-CN" altLang="en-US" b="1" i="0" dirty="0">
                <a:solidFill>
                  <a:srgbClr val="000000"/>
                </a:solidFill>
                <a:effectLst/>
                <a:latin typeface="Inter"/>
              </a:rPr>
              <a:t>）</a:t>
            </a:r>
            <a:r>
              <a:rPr lang="zh-CN" altLang="en-US" b="0" i="0" dirty="0">
                <a:solidFill>
                  <a:srgbClr val="000000"/>
                </a:solidFill>
                <a:effectLst/>
                <a:latin typeface="Inter"/>
              </a:rPr>
              <a:t>：表示通信的</a:t>
            </a:r>
            <a:r>
              <a:rPr lang="zh-CN" altLang="en-US" b="1" i="0" dirty="0">
                <a:solidFill>
                  <a:srgbClr val="000000"/>
                </a:solidFill>
                <a:effectLst/>
                <a:latin typeface="Inter"/>
              </a:rPr>
              <a:t>带宽依赖开销</a:t>
            </a:r>
            <a:r>
              <a:rPr lang="zh-CN" altLang="en-US" b="0" i="0" dirty="0">
                <a:solidFill>
                  <a:srgbClr val="000000"/>
                </a:solidFill>
                <a:effectLst/>
                <a:latin typeface="Inter"/>
              </a:rPr>
              <a:t>，即单位数据量的传输时间成本。它与传输的数据总量成正比，反映了通信链路的 “吞吐效率”（例如每传输 </a:t>
            </a:r>
            <a:r>
              <a:rPr lang="en-US" altLang="zh-CN" b="0" i="0" dirty="0">
                <a:solidFill>
                  <a:srgbClr val="000000"/>
                </a:solidFill>
                <a:effectLst/>
                <a:latin typeface="Inter"/>
              </a:rPr>
              <a:t>1MB </a:t>
            </a:r>
            <a:r>
              <a:rPr lang="zh-CN" altLang="en-US" b="0" i="0" dirty="0">
                <a:solidFill>
                  <a:srgbClr val="000000"/>
                </a:solidFill>
                <a:effectLst/>
                <a:latin typeface="Inter"/>
              </a:rPr>
              <a:t>数据需要的时间）。</a:t>
            </a:r>
            <a:endParaRPr lang="en-US" altLang="zh-CN" b="0" i="0" dirty="0">
              <a:solidFill>
                <a:srgbClr val="000000"/>
              </a:solidFill>
              <a:effectLst/>
              <a:latin typeface="Inter"/>
            </a:endParaRPr>
          </a:p>
          <a:p>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带宽（</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）和时延（</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α·</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）可以通过在训练前对硬件环境进行分析来获得，而通信量（</a:t>
            </a:r>
            <a:r>
              <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）则需要根据</a:t>
            </a:r>
            <a:r>
              <a:rPr lang="en-US" altLang="zh-CN" sz="12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MoE</a:t>
            </a:r>
            <a:r>
              <a:rPr lang="zh-CN" altLang="en-US"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层内的路由结果动态确定。然后我们分析如何计算通信量。</a:t>
            </a: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r>
              <a:rPr lang="zh-CN" altLang="en-US" dirty="0"/>
              <a:t>以使用 </a:t>
            </a:r>
            <a:r>
              <a:rPr lang="en-US" altLang="zh-CN" dirty="0"/>
              <a:t>num ∈ NI×E </a:t>
            </a:r>
            <a:r>
              <a:rPr lang="zh-CN" altLang="en-US" dirty="0"/>
              <a:t>对不同信道的通信量进行建模。</a:t>
            </a:r>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15</a:t>
            </a:fld>
            <a:endParaRPr lang="zh-CN" altLang="en-US"/>
          </a:p>
        </p:txBody>
      </p:sp>
    </p:spTree>
    <p:extLst>
      <p:ext uri="{BB962C8B-B14F-4D97-AF65-F5344CB8AC3E}">
        <p14:creationId xmlns:p14="http://schemas.microsoft.com/office/powerpoint/2010/main" val="1374683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pPr algn="l">
              <a:buFont typeface="Arial" panose="020B0604020202020204" pitchFamily="34" charset="0"/>
              <a:buChar char="•"/>
            </a:pPr>
            <a:r>
              <a:rPr lang="zh-CN" altLang="en-US" b="1" i="0" dirty="0">
                <a:solidFill>
                  <a:srgbClr val="000000"/>
                </a:solidFill>
                <a:effectLst/>
                <a:latin typeface="Inter"/>
              </a:rPr>
              <a:t>设 </a:t>
            </a:r>
            <a:r>
              <a:rPr lang="en-US" altLang="zh-CN" b="1" i="0" dirty="0" err="1">
                <a:solidFill>
                  <a:srgbClr val="000000"/>
                </a:solidFill>
                <a:effectLst/>
                <a:latin typeface="Inter"/>
              </a:rPr>
              <a:t>ExpDev</a:t>
            </a:r>
            <a:r>
              <a:rPr lang="zh-CN" altLang="en-US" b="1" i="0" dirty="0">
                <a:solidFill>
                  <a:srgbClr val="000000"/>
                </a:solidFill>
                <a:effectLst/>
                <a:latin typeface="Inter"/>
              </a:rPr>
              <a:t>（</a:t>
            </a:r>
            <a:r>
              <a:rPr lang="en-US" altLang="zh-CN" b="1" i="0" dirty="0">
                <a:solidFill>
                  <a:srgbClr val="000000"/>
                </a:solidFill>
                <a:effectLst/>
                <a:latin typeface="Inter"/>
              </a:rPr>
              <a:t>e</a:t>
            </a:r>
            <a:r>
              <a:rPr lang="zh-CN" altLang="en-US" b="1" i="0" dirty="0">
                <a:solidFill>
                  <a:srgbClr val="000000"/>
                </a:solidFill>
                <a:effectLst/>
                <a:latin typeface="Inter"/>
              </a:rPr>
              <a:t>） 是第 </a:t>
            </a:r>
            <a:r>
              <a:rPr lang="en-US" altLang="zh-CN" b="1" i="0" dirty="0">
                <a:solidFill>
                  <a:srgbClr val="000000"/>
                </a:solidFill>
                <a:effectLst/>
                <a:latin typeface="Inter"/>
              </a:rPr>
              <a:t>e </a:t>
            </a:r>
            <a:r>
              <a:rPr lang="zh-CN" altLang="en-US" b="1" i="0" dirty="0">
                <a:solidFill>
                  <a:srgbClr val="000000"/>
                </a:solidFill>
                <a:effectLst/>
                <a:latin typeface="Inter"/>
              </a:rPr>
              <a:t>个专家的设备索引，</a:t>
            </a:r>
            <a:r>
              <a:rPr lang="en-US" altLang="zh-CN" b="1" i="0" dirty="0" err="1">
                <a:solidFill>
                  <a:srgbClr val="000000"/>
                </a:solidFill>
                <a:effectLst/>
                <a:latin typeface="Inter"/>
              </a:rPr>
              <a:t>SmpDev</a:t>
            </a:r>
            <a:r>
              <a:rPr lang="zh-CN" altLang="en-US" b="1" i="0" dirty="0">
                <a:solidFill>
                  <a:srgbClr val="000000"/>
                </a:solidFill>
                <a:effectLst/>
                <a:latin typeface="Inter"/>
              </a:rPr>
              <a:t>（</a:t>
            </a:r>
            <a:r>
              <a:rPr lang="en-US" altLang="zh-CN" b="1" i="0" dirty="0" err="1">
                <a:solidFill>
                  <a:srgbClr val="000000"/>
                </a:solidFill>
                <a:effectLst/>
                <a:latin typeface="Inter"/>
              </a:rPr>
              <a:t>i</a:t>
            </a:r>
            <a:r>
              <a:rPr lang="zh-CN" altLang="en-US" b="1" i="0" dirty="0">
                <a:solidFill>
                  <a:srgbClr val="000000"/>
                </a:solidFill>
                <a:effectLst/>
                <a:latin typeface="Inter"/>
              </a:rPr>
              <a:t>） 是第 </a:t>
            </a:r>
            <a:r>
              <a:rPr lang="en-US" altLang="zh-CN" b="1" i="0" dirty="0" err="1">
                <a:solidFill>
                  <a:srgbClr val="000000"/>
                </a:solidFill>
                <a:effectLst/>
                <a:latin typeface="Inter"/>
              </a:rPr>
              <a:t>i</a:t>
            </a:r>
            <a:r>
              <a:rPr lang="en-US" altLang="zh-CN" b="1" i="0" dirty="0">
                <a:solidFill>
                  <a:srgbClr val="000000"/>
                </a:solidFill>
                <a:effectLst/>
                <a:latin typeface="Inter"/>
              </a:rPr>
              <a:t> </a:t>
            </a:r>
            <a:r>
              <a:rPr lang="zh-CN" altLang="en-US" b="1" i="0" dirty="0">
                <a:solidFill>
                  <a:srgbClr val="000000"/>
                </a:solidFill>
                <a:effectLst/>
                <a:latin typeface="Inter"/>
              </a:rPr>
              <a:t>个样本应路由到的设备索引，</a:t>
            </a:r>
            <a:r>
              <a:rPr lang="en-US" altLang="zh-CN" b="1" i="0" dirty="0">
                <a:solidFill>
                  <a:srgbClr val="000000"/>
                </a:solidFill>
                <a:effectLst/>
                <a:latin typeface="Inter"/>
              </a:rPr>
              <a:t>Node</a:t>
            </a:r>
            <a:r>
              <a:rPr lang="zh-CN" altLang="en-US" b="1" i="0" dirty="0">
                <a:solidFill>
                  <a:srgbClr val="000000"/>
                </a:solidFill>
                <a:effectLst/>
                <a:latin typeface="Inter"/>
              </a:rPr>
              <a:t>（</a:t>
            </a:r>
            <a:r>
              <a:rPr lang="en-US" altLang="zh-CN" b="1" i="0" dirty="0">
                <a:solidFill>
                  <a:srgbClr val="000000"/>
                </a:solidFill>
                <a:effectLst/>
                <a:latin typeface="Inter"/>
              </a:rPr>
              <a:t>j</a:t>
            </a:r>
            <a:r>
              <a:rPr lang="zh-CN" altLang="en-US" b="1" i="0" dirty="0">
                <a:solidFill>
                  <a:srgbClr val="000000"/>
                </a:solidFill>
                <a:effectLst/>
                <a:latin typeface="Inter"/>
              </a:rPr>
              <a:t>） 是第 </a:t>
            </a:r>
            <a:r>
              <a:rPr lang="en-US" altLang="zh-CN" b="1" i="0" dirty="0">
                <a:solidFill>
                  <a:srgbClr val="000000"/>
                </a:solidFill>
                <a:effectLst/>
                <a:latin typeface="Inter"/>
              </a:rPr>
              <a:t>j </a:t>
            </a:r>
            <a:r>
              <a:rPr lang="zh-CN" altLang="en-US" b="1" i="0" dirty="0">
                <a:solidFill>
                  <a:srgbClr val="000000"/>
                </a:solidFill>
                <a:effectLst/>
                <a:latin typeface="Inter"/>
              </a:rPr>
              <a:t>个设备的节点索引。</a:t>
            </a:r>
            <a:endParaRPr lang="en-US" altLang="zh-CN" b="1" i="0" dirty="0">
              <a:solidFill>
                <a:srgbClr val="000000"/>
              </a:solidFill>
              <a:effectLst/>
              <a:latin typeface="Inter"/>
            </a:endParaRPr>
          </a:p>
          <a:p>
            <a:pPr algn="l">
              <a:buFont typeface="Arial" panose="020B0604020202020204" pitchFamily="34" charset="0"/>
              <a:buChar char="•"/>
            </a:pPr>
            <a:endParaRPr lang="en-US" altLang="zh-CN" sz="12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r>
              <a:rPr lang="zh-CN" altLang="en-US" dirty="0"/>
              <a:t>以使用 </a:t>
            </a:r>
            <a:r>
              <a:rPr lang="en-US" altLang="zh-CN" dirty="0"/>
              <a:t>num ∈ NI×E </a:t>
            </a:r>
            <a:r>
              <a:rPr lang="zh-CN" altLang="en-US" dirty="0"/>
              <a:t>对不同信道的通信量进行建模。</a:t>
            </a:r>
            <a:endParaRPr lang="en-US" altLang="zh-CN" dirty="0"/>
          </a:p>
          <a:p>
            <a:r>
              <a:rPr lang="en-US" altLang="zh-CN" dirty="0" err="1"/>
              <a:t>Sintra</a:t>
            </a:r>
            <a:r>
              <a:rPr lang="en-US" altLang="zh-CN" dirty="0"/>
              <a:t> </a:t>
            </a:r>
            <a:r>
              <a:rPr lang="zh-CN" altLang="en-US" dirty="0"/>
              <a:t>和 </a:t>
            </a:r>
            <a:r>
              <a:rPr lang="en-US" altLang="zh-CN" dirty="0"/>
              <a:t>Sinter </a:t>
            </a:r>
            <a:r>
              <a:rPr lang="zh-CN" altLang="en-US" dirty="0"/>
              <a:t>可以通过专家和样品的设备指数来计算：</a:t>
            </a:r>
            <a:endParaRPr lang="en-US" altLang="zh-CN" dirty="0"/>
          </a:p>
          <a:p>
            <a:endParaRPr lang="en-US" altLang="zh-CN" dirty="0"/>
          </a:p>
          <a:p>
            <a:r>
              <a:rPr lang="zh-CN" altLang="en-US" dirty="0"/>
              <a:t>问题表述：确定样本放置调整后，可以看出改变 </a:t>
            </a:r>
            <a:r>
              <a:rPr lang="en-US" altLang="zh-CN" dirty="0" err="1"/>
              <a:t>SmpDev</a:t>
            </a:r>
            <a:r>
              <a:rPr lang="en-US" altLang="zh-CN" dirty="0"/>
              <a:t> </a:t>
            </a:r>
            <a:r>
              <a:rPr lang="zh-CN" altLang="en-US" dirty="0"/>
              <a:t>会影响两个 </a:t>
            </a:r>
            <a:r>
              <a:rPr lang="en-US" altLang="zh-CN" dirty="0"/>
              <a:t>All-to-All</a:t>
            </a:r>
            <a:r>
              <a:rPr lang="zh-CN" altLang="en-US" dirty="0"/>
              <a:t>作：当前 </a:t>
            </a:r>
            <a:r>
              <a:rPr lang="en-US" altLang="zh-CN" dirty="0" err="1"/>
              <a:t>MoE</a:t>
            </a:r>
            <a:r>
              <a:rPr lang="en-US" altLang="zh-CN" dirty="0"/>
              <a:t> </a:t>
            </a:r>
            <a:r>
              <a:rPr lang="zh-CN" altLang="en-US" dirty="0"/>
              <a:t>层的收集作和下一个 </a:t>
            </a:r>
            <a:r>
              <a:rPr lang="en-US" altLang="zh-CN" dirty="0" err="1"/>
              <a:t>MoE</a:t>
            </a:r>
            <a:r>
              <a:rPr lang="en-US" altLang="zh-CN" dirty="0"/>
              <a:t> </a:t>
            </a:r>
            <a:r>
              <a:rPr lang="zh-CN" altLang="en-US" dirty="0"/>
              <a:t>层的散射作。因此，我们的优化针对这两个作。对于第 </a:t>
            </a:r>
            <a:r>
              <a:rPr lang="en-US" altLang="zh-CN" dirty="0"/>
              <a:t>l </a:t>
            </a:r>
            <a:r>
              <a:rPr lang="zh-CN" altLang="en-US" dirty="0"/>
              <a:t>层，优化问题可以写成如下。</a:t>
            </a:r>
            <a:endParaRPr lang="en-US" altLang="zh-CN" dirty="0"/>
          </a:p>
          <a:p>
            <a:endParaRPr lang="en-US" altLang="zh-CN" dirty="0"/>
          </a:p>
          <a:p>
            <a:r>
              <a:rPr lang="zh-CN" altLang="en-US" dirty="0"/>
              <a:t>两阶段求解策略：第一阶段在全局范围内优化</a:t>
            </a:r>
            <a:r>
              <a:rPr lang="en-US" altLang="zh-CN" dirty="0"/>
              <a:t>tinter</a:t>
            </a:r>
            <a:r>
              <a:rPr lang="zh-CN" altLang="en-US" dirty="0"/>
              <a:t>，而第二阶段最小化每个节点内的</a:t>
            </a:r>
            <a:r>
              <a:rPr lang="en-US" altLang="zh-CN" dirty="0"/>
              <a:t>tinter</a:t>
            </a:r>
            <a:r>
              <a:rPr lang="zh-CN" altLang="en-US" dirty="0"/>
              <a:t>，而不影响</a:t>
            </a:r>
            <a:r>
              <a:rPr lang="en-US" altLang="zh-CN" dirty="0"/>
              <a:t>tinter</a:t>
            </a:r>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16</a:t>
            </a:fld>
            <a:endParaRPr lang="zh-CN" altLang="en-US"/>
          </a:p>
        </p:txBody>
      </p:sp>
    </p:spTree>
    <p:extLst>
      <p:ext uri="{BB962C8B-B14F-4D97-AF65-F5344CB8AC3E}">
        <p14:creationId xmlns:p14="http://schemas.microsoft.com/office/powerpoint/2010/main" val="1072128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2D02B8-8476-189C-1438-6FC513E50D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3F6F6D-F8DD-AE7E-6C55-3E53AEDBE0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8B16232-DD58-DB9D-18BB-2439B1B11D4A}"/>
              </a:ext>
            </a:extLst>
          </p:cNvPr>
          <p:cNvSpPr>
            <a:spLocks noGrp="1"/>
          </p:cNvSpPr>
          <p:nvPr>
            <p:ph type="dt" sz="half" idx="10"/>
          </p:nvPr>
        </p:nvSpPr>
        <p:spPr/>
        <p:txBody>
          <a:bodyPr/>
          <a:lstStyle/>
          <a:p>
            <a:fld id="{05E6C797-49CB-488C-B5C8-E1FA88B0251E}" type="datetimeFigureOut">
              <a:rPr lang="zh-CN" altLang="en-US" smtClean="0"/>
              <a:t>2025/10/24</a:t>
            </a:fld>
            <a:endParaRPr lang="zh-CN" altLang="en-US"/>
          </a:p>
        </p:txBody>
      </p:sp>
      <p:sp>
        <p:nvSpPr>
          <p:cNvPr id="5" name="页脚占位符 4">
            <a:extLst>
              <a:ext uri="{FF2B5EF4-FFF2-40B4-BE49-F238E27FC236}">
                <a16:creationId xmlns:a16="http://schemas.microsoft.com/office/drawing/2014/main" id="{A0A89B93-F3C9-2EE8-96E7-67D317FECD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D8DB78-BB4A-AA85-E4A0-EC342A51DBB8}"/>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3964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48D38-E5ED-980C-C7BF-9910626F0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8D7898-17C3-8665-06E2-7F51365306E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7B3437-3E06-C63C-DE90-E08185459160}"/>
              </a:ext>
            </a:extLst>
          </p:cNvPr>
          <p:cNvSpPr>
            <a:spLocks noGrp="1"/>
          </p:cNvSpPr>
          <p:nvPr>
            <p:ph type="dt" sz="half" idx="10"/>
          </p:nvPr>
        </p:nvSpPr>
        <p:spPr/>
        <p:txBody>
          <a:bodyPr/>
          <a:lstStyle/>
          <a:p>
            <a:fld id="{05E6C797-49CB-488C-B5C8-E1FA88B0251E}" type="datetimeFigureOut">
              <a:rPr lang="zh-CN" altLang="en-US" smtClean="0"/>
              <a:t>2025/10/24</a:t>
            </a:fld>
            <a:endParaRPr lang="zh-CN" altLang="en-US"/>
          </a:p>
        </p:txBody>
      </p:sp>
      <p:sp>
        <p:nvSpPr>
          <p:cNvPr id="5" name="页脚占位符 4">
            <a:extLst>
              <a:ext uri="{FF2B5EF4-FFF2-40B4-BE49-F238E27FC236}">
                <a16:creationId xmlns:a16="http://schemas.microsoft.com/office/drawing/2014/main" id="{E6F62AFD-BB3E-DE3D-3004-12E315A955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5C4AB0-602A-3D15-9E95-081DAA654A45}"/>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8113420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17451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xml"/><Relationship Id="rId7"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4.xml"/><Relationship Id="rId7" Type="http://schemas.openxmlformats.org/officeDocument/2006/relationships/notesSlide" Target="../notesSlides/notesSlide6.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tags" Target="../tags/tag1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9.xml"/><Relationship Id="rId7" Type="http://schemas.openxmlformats.org/officeDocument/2006/relationships/notesSlide" Target="../notesSlides/notesSlide1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1.xml"/><Relationship Id="rId5" Type="http://schemas.openxmlformats.org/officeDocument/2006/relationships/tags" Target="../tags/tag21.xml"/><Relationship Id="rId4" Type="http://schemas.openxmlformats.org/officeDocument/2006/relationships/tags" Target="../tags/tag2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5D877A0-4804-4917-810F-DD3372FB1F11}"/>
              </a:ext>
            </a:extLst>
          </p:cNvPr>
          <p:cNvPicPr>
            <a:picLocks noChangeAspect="1"/>
          </p:cNvPicPr>
          <p:nvPr/>
        </p:nvPicPr>
        <p:blipFill>
          <a:blip r:embed="rId9"/>
          <a:stretch>
            <a:fillRect/>
          </a:stretch>
        </p:blipFill>
        <p:spPr>
          <a:xfrm>
            <a:off x="0" y="1979950"/>
            <a:ext cx="12192000" cy="2205024"/>
          </a:xfrm>
          <a:prstGeom prst="rect">
            <a:avLst/>
          </a:prstGeom>
        </p:spPr>
      </p:pic>
      <p:sp>
        <p:nvSpPr>
          <p:cNvPr id="4" name="矩形 3"/>
          <p:cNvSpPr/>
          <p:nvPr>
            <p:custDataLst>
              <p:tags r:id="rId1"/>
            </p:custDataLst>
          </p:nvPr>
        </p:nvSpPr>
        <p:spPr>
          <a:xfrm>
            <a:off x="0" y="1975169"/>
            <a:ext cx="12192000" cy="2219218"/>
          </a:xfrm>
          <a:prstGeom prst="rect">
            <a:avLst/>
          </a:prstGeom>
          <a:solidFill>
            <a:srgbClr val="141E8C">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1223545" y="2481687"/>
            <a:ext cx="10040472" cy="830997"/>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4800" b="1" spc="600" dirty="0" err="1">
                <a:solidFill>
                  <a:schemeClr val="bg1"/>
                </a:solidFill>
                <a:latin typeface="微软雅黑" panose="020B0503020204020204" pitchFamily="34" charset="-122"/>
                <a:ea typeface="微软雅黑" panose="020B0503020204020204" pitchFamily="34" charset="-122"/>
              </a:rPr>
              <a:t>MoE</a:t>
            </a:r>
            <a:r>
              <a:rPr kumimoji="1" lang="en-US" altLang="zh-CN" sz="4800" b="1" spc="600" dirty="0">
                <a:solidFill>
                  <a:schemeClr val="bg1"/>
                </a:solidFill>
                <a:latin typeface="微软雅黑" panose="020B0503020204020204" pitchFamily="34" charset="-122"/>
                <a:ea typeface="微软雅黑" panose="020B0503020204020204" pitchFamily="34" charset="-122"/>
              </a:rPr>
              <a:t> </a:t>
            </a:r>
            <a:r>
              <a:rPr kumimoji="1" lang="zh-CN" altLang="en-US" sz="4800" b="1" spc="600" dirty="0">
                <a:solidFill>
                  <a:schemeClr val="bg1"/>
                </a:solidFill>
                <a:latin typeface="微软雅黑" panose="020B0503020204020204" pitchFamily="34" charset="-122"/>
                <a:ea typeface="微软雅黑" panose="020B0503020204020204" pitchFamily="34" charset="-122"/>
              </a:rPr>
              <a:t>数据流</a:t>
            </a:r>
            <a:endParaRPr kumimoji="1" lang="en-US" altLang="zh-CN" sz="4800" b="1" spc="600" dirty="0">
              <a:solidFill>
                <a:schemeClr val="bg1"/>
              </a:solidFill>
              <a:latin typeface="微软雅黑" panose="020B0503020204020204" pitchFamily="34" charset="-122"/>
              <a:ea typeface="微软雅黑" panose="020B0503020204020204" pitchFamily="34" charset="-122"/>
            </a:endParaRPr>
          </a:p>
        </p:txBody>
      </p:sp>
      <p:graphicFrame>
        <p:nvGraphicFramePr>
          <p:cNvPr id="19" name="表格 18"/>
          <p:cNvGraphicFramePr/>
          <p:nvPr>
            <p:custDataLst>
              <p:tags r:id="rId2"/>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a:latin typeface="微软雅黑" charset="0"/>
                          <a:ea typeface="微软雅黑" charset="0"/>
                        </a:rPr>
                        <a:t>考生姓名</a:t>
                      </a:r>
                    </a:p>
                  </a:txBody>
                  <a:tcPr anchor="ctr">
                    <a:solidFill>
                      <a:srgbClr val="9A0E13"/>
                    </a:solidFill>
                  </a:tcPr>
                </a:tc>
                <a:extLst>
                  <a:ext uri="{0D108BD9-81ED-4DB2-BD59-A6C34878D82A}">
                    <a16:rowId xmlns:a16="http://schemas.microsoft.com/office/drawing/2014/main" val="10000"/>
                  </a:ext>
                </a:extLst>
              </a:tr>
            </a:tbl>
          </a:graphicData>
        </a:graphic>
      </p:graphicFrame>
      <p:graphicFrame>
        <p:nvGraphicFramePr>
          <p:cNvPr id="22" name="表格 21"/>
          <p:cNvGraphicFramePr/>
          <p:nvPr>
            <p:custDataLst>
              <p:tags r:id="rId3"/>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汇报人</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23" name="表格 22"/>
          <p:cNvGraphicFramePr/>
          <p:nvPr>
            <p:custDataLst>
              <p:tags r:id="rId4"/>
            </p:custDataLst>
            <p:extLst>
              <p:ext uri="{D42A27DB-BD31-4B8C-83A1-F6EECF244321}">
                <p14:modId xmlns:p14="http://schemas.microsoft.com/office/powerpoint/2010/main" val="1811090116"/>
              </p:ext>
            </p:extLst>
          </p:nvPr>
        </p:nvGraphicFramePr>
        <p:xfrm>
          <a:off x="5488305" y="4700905"/>
          <a:ext cx="3277870" cy="467995"/>
        </p:xfrm>
        <a:graphic>
          <a:graphicData uri="http://schemas.openxmlformats.org/drawingml/2006/table">
            <a:tbl>
              <a:tblPr firstRow="1" bandRow="1">
                <a:tableStyleId>{5C22544A-7EE6-4342-B048-85BDC9FD1C3A}</a:tableStyleId>
              </a:tblPr>
              <a:tblGrid>
                <a:gridCol w="3277870">
                  <a:extLst>
                    <a:ext uri="{9D8B030D-6E8A-4147-A177-3AD203B41FA5}">
                      <a16:colId xmlns:a16="http://schemas.microsoft.com/office/drawing/2014/main" val="20000"/>
                    </a:ext>
                  </a:extLst>
                </a:gridCol>
              </a:tblGrid>
              <a:tr h="467995">
                <a:tc>
                  <a:txBody>
                    <a:bodyPr/>
                    <a:lstStyle/>
                    <a:p>
                      <a:pPr algn="ctr">
                        <a:buNone/>
                      </a:pPr>
                      <a:r>
                        <a:rPr kumimoji="1" lang="zh-CN" altLang="en-US"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黄嫽</a:t>
                      </a:r>
                      <a:endPar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2" name="表格 31"/>
          <p:cNvGraphicFramePr/>
          <p:nvPr>
            <p:custDataLst>
              <p:tags r:id="rId5"/>
            </p:custDataLst>
          </p:nvPr>
        </p:nvGraphicFramePr>
        <p:xfrm>
          <a:off x="3507740" y="5422582"/>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汇报时间</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33" name="表格 32"/>
          <p:cNvGraphicFramePr/>
          <p:nvPr>
            <p:custDataLst>
              <p:tags r:id="rId6"/>
            </p:custDataLst>
            <p:extLst>
              <p:ext uri="{D42A27DB-BD31-4B8C-83A1-F6EECF244321}">
                <p14:modId xmlns:p14="http://schemas.microsoft.com/office/powerpoint/2010/main" val="2025135533"/>
              </p:ext>
            </p:extLst>
          </p:nvPr>
        </p:nvGraphicFramePr>
        <p:xfrm>
          <a:off x="5488305" y="5439092"/>
          <a:ext cx="3284220" cy="467995"/>
        </p:xfrm>
        <a:graphic>
          <a:graphicData uri="http://schemas.openxmlformats.org/drawingml/2006/table">
            <a:tbl>
              <a:tblPr firstRow="1" bandRow="1">
                <a:tableStyleId>{5C22544A-7EE6-4342-B048-85BDC9FD1C3A}</a:tableStyleId>
              </a:tblPr>
              <a:tblGrid>
                <a:gridCol w="3284220">
                  <a:extLst>
                    <a:ext uri="{9D8B030D-6E8A-4147-A177-3AD203B41FA5}">
                      <a16:colId xmlns:a16="http://schemas.microsoft.com/office/drawing/2014/main" val="20000"/>
                    </a:ext>
                  </a:extLst>
                </a:gridCol>
              </a:tblGrid>
              <a:tr h="467995">
                <a:tc>
                  <a:txBody>
                    <a:bodyPr/>
                    <a:lstStyle/>
                    <a:p>
                      <a:pPr algn="ctr">
                        <a:buNone/>
                      </a:pPr>
                      <a:r>
                        <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2025.10.24</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13" name="图片 12"/>
          <p:cNvPicPr>
            <a:picLocks noChangeAspect="1"/>
          </p:cNvPicPr>
          <p:nvPr/>
        </p:nvPicPr>
        <p:blipFill>
          <a:blip r:embed="rId10"/>
          <a:stretch>
            <a:fillRect/>
          </a:stretch>
        </p:blipFill>
        <p:spPr>
          <a:xfrm>
            <a:off x="4921278" y="133350"/>
            <a:ext cx="2349443" cy="184414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236066" y="3335912"/>
            <a:ext cx="2834140" cy="46037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2400" b="1" dirty="0">
                <a:solidFill>
                  <a:srgbClr val="141E8C"/>
                </a:solidFill>
                <a:latin typeface="Times New Roman Bold" panose="02020803070505020304" charset="0"/>
                <a:cs typeface="Times New Roman Bold" panose="02020803070505020304" charset="0"/>
              </a:rPr>
              <a:t>CONTENS</a:t>
            </a:r>
          </a:p>
        </p:txBody>
      </p:sp>
      <p:sp>
        <p:nvSpPr>
          <p:cNvPr id="21" name="文本框 20"/>
          <p:cNvSpPr txBox="1"/>
          <p:nvPr/>
        </p:nvSpPr>
        <p:spPr>
          <a:xfrm>
            <a:off x="1822499" y="2613895"/>
            <a:ext cx="1662545" cy="70675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zh-CN" altLang="en-US" sz="4000" b="1" spc="300" dirty="0">
                <a:solidFill>
                  <a:srgbClr val="141E8C"/>
                </a:solidFill>
                <a:latin typeface="微软雅黑" panose="020B0503020204020204" pitchFamily="34" charset="-122"/>
                <a:ea typeface="微软雅黑" panose="020B0503020204020204" pitchFamily="34" charset="-122"/>
              </a:rPr>
              <a:t>目</a:t>
            </a:r>
            <a:r>
              <a:rPr kumimoji="1" lang="en-US" altLang="zh-CN" sz="4000" b="1" spc="300" dirty="0">
                <a:solidFill>
                  <a:srgbClr val="141E8C"/>
                </a:solidFill>
                <a:latin typeface="微软雅黑" panose="020B0503020204020204" pitchFamily="34" charset="-122"/>
                <a:ea typeface="微软雅黑" panose="020B0503020204020204" pitchFamily="34" charset="-122"/>
              </a:rPr>
              <a:t> </a:t>
            </a:r>
            <a:r>
              <a:rPr kumimoji="1" lang="zh-CN" altLang="en-US" sz="4000" b="1" spc="300" dirty="0">
                <a:solidFill>
                  <a:srgbClr val="141E8C"/>
                </a:solidFill>
                <a:latin typeface="微软雅黑" panose="020B0503020204020204" pitchFamily="34" charset="-122"/>
                <a:ea typeface="微软雅黑" panose="020B0503020204020204" pitchFamily="34" charset="-122"/>
              </a:rPr>
              <a:t>录</a:t>
            </a:r>
          </a:p>
        </p:txBody>
      </p:sp>
      <p:cxnSp>
        <p:nvCxnSpPr>
          <p:cNvPr id="24" name="直线连接符 23"/>
          <p:cNvCxnSpPr/>
          <p:nvPr/>
        </p:nvCxnSpPr>
        <p:spPr>
          <a:xfrm>
            <a:off x="4462500" y="1297515"/>
            <a:ext cx="0" cy="4195890"/>
          </a:xfrm>
          <a:prstGeom prst="line">
            <a:avLst/>
          </a:prstGeom>
          <a:ln w="1905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8F7C0971-7369-E9FF-7DCF-2CA105016570}"/>
              </a:ext>
            </a:extLst>
          </p:cNvPr>
          <p:cNvGrpSpPr/>
          <p:nvPr/>
        </p:nvGrpSpPr>
        <p:grpSpPr>
          <a:xfrm>
            <a:off x="5135716" y="1297515"/>
            <a:ext cx="5699604" cy="523220"/>
            <a:chOff x="5439957" y="3724593"/>
            <a:chExt cx="5699604" cy="523220"/>
          </a:xfrm>
        </p:grpSpPr>
        <p:sp>
          <p:nvSpPr>
            <p:cNvPr id="8" name="文本框 7"/>
            <p:cNvSpPr txBox="1"/>
            <p:nvPr/>
          </p:nvSpPr>
          <p:spPr>
            <a:xfrm>
              <a:off x="6166507" y="3755370"/>
              <a:ext cx="4973054" cy="461665"/>
            </a:xfrm>
            <a:prstGeom prst="rect">
              <a:avLst/>
            </a:prstGeom>
            <a:noFill/>
          </p:spPr>
          <p:txBody>
            <a:bodyPr wrap="square" rtlCol="0">
              <a:spAutoFit/>
            </a:bodyPr>
            <a:lstStyle/>
            <a:p>
              <a:r>
                <a:rPr kumimoji="1" lang="en-US" altLang="zh-CN" sz="2400" b="1" spc="300" dirty="0" err="1">
                  <a:solidFill>
                    <a:srgbClr val="141E8C"/>
                  </a:solidFill>
                  <a:latin typeface="微软雅黑" panose="020B0503020204020204" pitchFamily="34" charset="-122"/>
                  <a:ea typeface="微软雅黑" panose="020B0503020204020204" pitchFamily="34" charset="-122"/>
                </a:rPr>
                <a:t>MoE</a:t>
              </a:r>
              <a:r>
                <a:rPr kumimoji="1" lang="en-US" altLang="zh-CN" sz="2400" b="1" spc="300" dirty="0">
                  <a:solidFill>
                    <a:srgbClr val="141E8C"/>
                  </a:solidFill>
                  <a:latin typeface="微软雅黑" panose="020B0503020204020204" pitchFamily="34" charset="-122"/>
                  <a:ea typeface="微软雅黑" panose="020B0503020204020204" pitchFamily="34" charset="-122"/>
                </a:rPr>
                <a:t> all to all </a:t>
              </a:r>
              <a:r>
                <a:rPr kumimoji="1" lang="zh-CN" altLang="en-US" sz="2400" b="1" spc="300" dirty="0">
                  <a:solidFill>
                    <a:srgbClr val="141E8C"/>
                  </a:solidFill>
                  <a:latin typeface="微软雅黑" panose="020B0503020204020204" pitchFamily="34" charset="-122"/>
                  <a:ea typeface="微软雅黑" panose="020B0503020204020204" pitchFamily="34" charset="-122"/>
                </a:rPr>
                <a:t>通信算法</a:t>
              </a:r>
            </a:p>
          </p:txBody>
        </p:sp>
        <p:sp>
          <p:nvSpPr>
            <p:cNvPr id="33" name="文本框 32"/>
            <p:cNvSpPr txBox="1"/>
            <p:nvPr/>
          </p:nvSpPr>
          <p:spPr>
            <a:xfrm>
              <a:off x="5439957" y="3724593"/>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grpSp>
        <p:nvGrpSpPr>
          <p:cNvPr id="9" name="组合 8">
            <a:extLst>
              <a:ext uri="{FF2B5EF4-FFF2-40B4-BE49-F238E27FC236}">
                <a16:creationId xmlns:a16="http://schemas.microsoft.com/office/drawing/2014/main" id="{44F142AE-D5C7-E772-E6A0-876037A4F2A7}"/>
              </a:ext>
            </a:extLst>
          </p:cNvPr>
          <p:cNvGrpSpPr/>
          <p:nvPr/>
        </p:nvGrpSpPr>
        <p:grpSpPr>
          <a:xfrm>
            <a:off x="5135716" y="2530564"/>
            <a:ext cx="6969226" cy="1077218"/>
            <a:chOff x="5222774" y="3596205"/>
            <a:chExt cx="6969226" cy="1077218"/>
          </a:xfrm>
        </p:grpSpPr>
        <p:sp>
          <p:nvSpPr>
            <p:cNvPr id="2" name="文本框 1">
              <a:extLst>
                <a:ext uri="{FF2B5EF4-FFF2-40B4-BE49-F238E27FC236}">
                  <a16:creationId xmlns:a16="http://schemas.microsoft.com/office/drawing/2014/main" id="{64998951-640F-6C08-A8BC-65E1246B73D6}"/>
                </a:ext>
              </a:extLst>
            </p:cNvPr>
            <p:cNvSpPr txBox="1"/>
            <p:nvPr/>
          </p:nvSpPr>
          <p:spPr>
            <a:xfrm>
              <a:off x="6017644" y="3596205"/>
              <a:ext cx="6174356" cy="1077218"/>
            </a:xfrm>
            <a:prstGeom prst="rect">
              <a:avLst/>
            </a:prstGeom>
            <a:noFill/>
          </p:spPr>
          <p:txBody>
            <a:bodyPr wrap="square" rtlCol="0">
              <a:spAutoFit/>
            </a:bodyPr>
            <a:lstStyle/>
            <a:p>
              <a:r>
                <a:rPr kumimoji="1" lang="en-US" altLang="zh-CN" sz="1600" b="1" spc="300" dirty="0">
                  <a:solidFill>
                    <a:srgbClr val="141E8C"/>
                  </a:solidFill>
                  <a:latin typeface="微软雅黑" panose="020B0503020204020204" pitchFamily="34" charset="-122"/>
                  <a:ea typeface="微软雅黑" panose="020B0503020204020204" pitchFamily="34" charset="-122"/>
                </a:rPr>
                <a:t>NETMOE: ACCELERATING MOE TRAINING THROUGH  DYNAMIC SAMPLE PLACEMENT</a:t>
              </a:r>
            </a:p>
            <a:p>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2025 ICLR</a:t>
              </a:r>
            </a:p>
            <a:p>
              <a:r>
                <a:rPr kumimoji="1" lang="en-US" altLang="zh-CN" sz="1600" b="1" spc="300" dirty="0">
                  <a:solidFill>
                    <a:srgbClr val="141E8C"/>
                  </a:solidFill>
                  <a:latin typeface="微软雅黑" panose="020B0503020204020204" pitchFamily="34" charset="-122"/>
                  <a:ea typeface="微软雅黑" panose="020B0503020204020204" pitchFamily="34" charset="-122"/>
                </a:rPr>
                <a:t>Peking University </a:t>
              </a:r>
              <a:r>
                <a:rPr kumimoji="1" lang="zh-CN" altLang="en-US" sz="1600" b="1" spc="300" dirty="0">
                  <a:solidFill>
                    <a:srgbClr val="141E8C"/>
                  </a:solidFill>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3DC1BF68-F3AE-9F3D-07F9-8F2D2732544A}"/>
                </a:ext>
              </a:extLst>
            </p:cNvPr>
            <p:cNvSpPr txBox="1"/>
            <p:nvPr/>
          </p:nvSpPr>
          <p:spPr>
            <a:xfrm>
              <a:off x="5222774" y="3596205"/>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grpSp>
        <p:nvGrpSpPr>
          <p:cNvPr id="12" name="组合 11">
            <a:extLst>
              <a:ext uri="{FF2B5EF4-FFF2-40B4-BE49-F238E27FC236}">
                <a16:creationId xmlns:a16="http://schemas.microsoft.com/office/drawing/2014/main" id="{43A62D04-2BDD-44CE-8088-257A1C04A4F5}"/>
              </a:ext>
            </a:extLst>
          </p:cNvPr>
          <p:cNvGrpSpPr/>
          <p:nvPr/>
        </p:nvGrpSpPr>
        <p:grpSpPr>
          <a:xfrm>
            <a:off x="5135716" y="4025257"/>
            <a:ext cx="6969226" cy="1323439"/>
            <a:chOff x="5222774" y="3596205"/>
            <a:chExt cx="6969226" cy="1323439"/>
          </a:xfrm>
        </p:grpSpPr>
        <p:sp>
          <p:nvSpPr>
            <p:cNvPr id="13" name="文本框 12">
              <a:extLst>
                <a:ext uri="{FF2B5EF4-FFF2-40B4-BE49-F238E27FC236}">
                  <a16:creationId xmlns:a16="http://schemas.microsoft.com/office/drawing/2014/main" id="{3F5C7F43-BE9B-4C05-8794-9087681CB08B}"/>
                </a:ext>
              </a:extLst>
            </p:cNvPr>
            <p:cNvSpPr txBox="1"/>
            <p:nvPr/>
          </p:nvSpPr>
          <p:spPr>
            <a:xfrm>
              <a:off x="6017644" y="3596205"/>
              <a:ext cx="6174356" cy="1323439"/>
            </a:xfrm>
            <a:prstGeom prst="rect">
              <a:avLst/>
            </a:prstGeom>
            <a:noFill/>
          </p:spPr>
          <p:txBody>
            <a:bodyPr wrap="square" rtlCol="0">
              <a:spAutoFit/>
            </a:bodyPr>
            <a:lstStyle/>
            <a:p>
              <a:r>
                <a:rPr kumimoji="1" lang="en-US" altLang="zh-CN" sz="1600" b="1" spc="300" dirty="0">
                  <a:solidFill>
                    <a:srgbClr val="141E8C"/>
                  </a:solidFill>
                  <a:latin typeface="微软雅黑" panose="020B0503020204020204" pitchFamily="34" charset="-122"/>
                  <a:ea typeface="微软雅黑" panose="020B0503020204020204" pitchFamily="34" charset="-122"/>
                </a:rPr>
                <a:t>Orders in Chaos: Enhancing Large-Scale </a:t>
              </a:r>
              <a:r>
                <a:rPr kumimoji="1" lang="en-US" altLang="zh-CN" sz="1600" b="1" spc="300" dirty="0" err="1">
                  <a:solidFill>
                    <a:srgbClr val="141E8C"/>
                  </a:solidFill>
                  <a:latin typeface="微软雅黑" panose="020B0503020204020204" pitchFamily="34" charset="-122"/>
                  <a:ea typeface="微软雅黑" panose="020B0503020204020204" pitchFamily="34" charset="-122"/>
                </a:rPr>
                <a:t>MoE</a:t>
              </a:r>
              <a:r>
                <a:rPr kumimoji="1" lang="en-US" altLang="zh-CN" sz="1600" b="1" spc="300" dirty="0">
                  <a:solidFill>
                    <a:srgbClr val="141E8C"/>
                  </a:solidFill>
                  <a:latin typeface="微软雅黑" panose="020B0503020204020204" pitchFamily="34" charset="-122"/>
                  <a:ea typeface="微软雅黑" panose="020B0503020204020204" pitchFamily="34" charset="-122"/>
                </a:rPr>
                <a:t> LLM  Serving with Data Movement Forecasting</a:t>
              </a:r>
            </a:p>
            <a:p>
              <a:r>
                <a:rPr kumimoji="1" lang="zh-CN" altLang="en-US" sz="1600" b="1" spc="300" dirty="0">
                  <a:solidFill>
                    <a:srgbClr val="141E8C"/>
                  </a:solidFill>
                  <a:latin typeface="微软雅黑" panose="020B0503020204020204" pitchFamily="34" charset="-122"/>
                  <a:ea typeface="微软雅黑" panose="020B0503020204020204" pitchFamily="34" charset="-122"/>
                </a:rPr>
                <a:t>（</a:t>
              </a:r>
              <a:r>
                <a:rPr kumimoji="1" lang="en-US" altLang="zh-CN" sz="1600" b="1" spc="300" dirty="0">
                  <a:solidFill>
                    <a:srgbClr val="141E8C"/>
                  </a:solidFill>
                  <a:latin typeface="微软雅黑" panose="020B0503020204020204" pitchFamily="34" charset="-122"/>
                  <a:ea typeface="微软雅黑" panose="020B0503020204020204" pitchFamily="34" charset="-122"/>
                </a:rPr>
                <a:t>2025 </a:t>
              </a:r>
              <a:r>
                <a:rPr kumimoji="1" lang="en-US" altLang="zh-CN" sz="1600" b="1" spc="300" dirty="0" err="1">
                  <a:solidFill>
                    <a:srgbClr val="141E8C"/>
                  </a:solidFill>
                  <a:latin typeface="微软雅黑" panose="020B0503020204020204" pitchFamily="34" charset="-122"/>
                  <a:ea typeface="微软雅黑" panose="020B0503020204020204" pitchFamily="34" charset="-122"/>
                </a:rPr>
                <a:t>arXiv</a:t>
              </a:r>
              <a:endParaRPr kumimoji="1" lang="en-US" altLang="zh-CN" sz="1600" b="1" spc="300" dirty="0">
                <a:solidFill>
                  <a:srgbClr val="141E8C"/>
                </a:solidFill>
                <a:latin typeface="微软雅黑" panose="020B0503020204020204" pitchFamily="34" charset="-122"/>
                <a:ea typeface="微软雅黑" panose="020B0503020204020204" pitchFamily="34" charset="-122"/>
              </a:endParaRPr>
            </a:p>
            <a:p>
              <a:r>
                <a:rPr kumimoji="1" lang="en-US" altLang="zh-CN" sz="1600" b="1" spc="300" dirty="0">
                  <a:solidFill>
                    <a:srgbClr val="141E8C"/>
                  </a:solidFill>
                  <a:latin typeface="微软雅黑" panose="020B0503020204020204" pitchFamily="34" charset="-122"/>
                  <a:ea typeface="微软雅黑" panose="020B0503020204020204" pitchFamily="34" charset="-122"/>
                </a:rPr>
                <a:t>NVIDIA</a:t>
              </a:r>
              <a:r>
                <a:rPr kumimoji="1" lang="zh-CN" altLang="en-US" sz="1600" b="1" spc="300" dirty="0">
                  <a:solidFill>
                    <a:srgbClr val="141E8C"/>
                  </a:solidFill>
                  <a:latin typeface="微软雅黑"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0B87BC1D-792B-4933-8417-F267F2B9A978}"/>
                </a:ext>
              </a:extLst>
            </p:cNvPr>
            <p:cNvSpPr txBox="1"/>
            <p:nvPr/>
          </p:nvSpPr>
          <p:spPr>
            <a:xfrm>
              <a:off x="5222774" y="3596205"/>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2CA21-C4F9-7BAE-A446-B747684FBDF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9147218F-0B44-3804-236D-35AC69D4F1FD}"/>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CA06908B-F51A-57C0-4FB8-0EA01A94F3ED}"/>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5690E9EF-D1DB-9B9B-72FD-C6898EED73BB}"/>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66A0E370-C176-39F9-21BB-D39BEB803CA0}"/>
                </a:ext>
              </a:extLst>
            </p:cNvPr>
            <p:cNvSpPr txBox="1"/>
            <p:nvPr>
              <p:custDataLst>
                <p:tags r:id="rId3"/>
              </p:custDataLst>
            </p:nvPr>
          </p:nvSpPr>
          <p:spPr>
            <a:xfrm>
              <a:off x="8891" y="3835"/>
              <a:ext cx="9612" cy="727"/>
            </a:xfrm>
            <a:prstGeom prst="rect">
              <a:avLst/>
            </a:prstGeom>
            <a:noFill/>
          </p:spPr>
          <p:txBody>
            <a:bodyPr wrap="square" rtlCol="0" anchor="t" anchorCtr="0">
              <a:spAutoFit/>
            </a:bodyPr>
            <a:lstStyle/>
            <a:p>
              <a:pPr lvl="0" algn="l">
                <a:buClrTx/>
                <a:buSzTx/>
                <a:buFontTx/>
              </a:pPr>
              <a:r>
                <a:rPr kumimoji="1" lang="en-US" altLang="zh-CN" sz="2400" b="1" i="1" dirty="0" err="1">
                  <a:solidFill>
                    <a:schemeClr val="bg1"/>
                  </a:solidFill>
                  <a:uFillTx/>
                  <a:latin typeface="Times New Roman Bold Italic" panose="02020803070505020304" charset="0"/>
                  <a:cs typeface="Times New Roman Bold Italic" panose="02020803070505020304" charset="0"/>
                  <a:sym typeface="+mn-ea"/>
                </a:rPr>
                <a:t>MoE</a:t>
              </a: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 all to all </a:t>
              </a:r>
              <a:r>
                <a:rPr kumimoji="1" lang="zh-CN" altLang="en-US" sz="2400" b="1" i="1" dirty="0">
                  <a:solidFill>
                    <a:schemeClr val="bg1"/>
                  </a:solidFill>
                  <a:uFillTx/>
                  <a:latin typeface="Times New Roman Bold Italic" panose="02020803070505020304" charset="0"/>
                  <a:cs typeface="Times New Roman Bold Italic" panose="02020803070505020304" charset="0"/>
                  <a:sym typeface="+mn-ea"/>
                </a:rPr>
                <a:t>通信算法</a:t>
              </a:r>
            </a:p>
          </p:txBody>
        </p:sp>
        <p:grpSp>
          <p:nvGrpSpPr>
            <p:cNvPr id="11" name="组合 10">
              <a:extLst>
                <a:ext uri="{FF2B5EF4-FFF2-40B4-BE49-F238E27FC236}">
                  <a16:creationId xmlns:a16="http://schemas.microsoft.com/office/drawing/2014/main" id="{61B2B93E-D8B1-C588-5760-86C13CAB5B4E}"/>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90D804DA-27AA-9D1E-6829-A9C6612FE6C8}"/>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96BF9D33-A27D-5D23-FE42-D3D456FEEC27}"/>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one</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grpSp>
      <p:pic>
        <p:nvPicPr>
          <p:cNvPr id="13" name="图片 12">
            <a:extLst>
              <a:ext uri="{FF2B5EF4-FFF2-40B4-BE49-F238E27FC236}">
                <a16:creationId xmlns:a16="http://schemas.microsoft.com/office/drawing/2014/main" id="{0422B35E-544F-1965-90C2-6DC73123B3AF}"/>
              </a:ext>
            </a:extLst>
          </p:cNvPr>
          <p:cNvPicPr>
            <a:picLocks noChangeAspect="1"/>
          </p:cNvPicPr>
          <p:nvPr/>
        </p:nvPicPr>
        <p:blipFill>
          <a:blip r:embed="rId8"/>
          <a:stretch>
            <a:fillRect/>
          </a:stretch>
        </p:blipFill>
        <p:spPr>
          <a:xfrm>
            <a:off x="4921278" y="133350"/>
            <a:ext cx="2349443" cy="1844147"/>
          </a:xfrm>
          <a:prstGeom prst="rect">
            <a:avLst/>
          </a:prstGeom>
        </p:spPr>
      </p:pic>
    </p:spTree>
    <p:extLst>
      <p:ext uri="{BB962C8B-B14F-4D97-AF65-F5344CB8AC3E}">
        <p14:creationId xmlns:p14="http://schemas.microsoft.com/office/powerpoint/2010/main" val="415221994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B8274-11DF-71D5-5B51-EC69676E1A5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20BF522-557A-AC71-924B-CD856CD4F11A}"/>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EE1CE979-2D94-8EC4-6C40-C6C9151114A3}"/>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46FC6D69-1333-94FB-2C66-E3D8EBFC09F0}"/>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49482A76-7ED6-70F5-89FE-BDFAC01844A9}"/>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7C9B5913-7431-27E1-5C1B-EC0FC5259646}"/>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D5E11AF-1F1E-A276-AF4E-69B70DD3FF9B}"/>
              </a:ext>
            </a:extLst>
          </p:cNvPr>
          <p:cNvSpPr txBox="1"/>
          <p:nvPr/>
        </p:nvSpPr>
        <p:spPr>
          <a:xfrm>
            <a:off x="1713380" y="26147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all to all </a:t>
            </a:r>
            <a:r>
              <a:rPr kumimoji="1" lang="zh-CN" altLang="en-US"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通信算法</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E9D6BF9-359D-FBDB-EB34-C5A947D59DAF}"/>
              </a:ext>
            </a:extLst>
          </p:cNvPr>
          <p:cNvSpPr txBox="1"/>
          <p:nvPr/>
        </p:nvSpPr>
        <p:spPr>
          <a:xfrm>
            <a:off x="1964003" y="1143054"/>
            <a:ext cx="449552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Ring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和</a:t>
            </a: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Pairwise</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F7872FCA-4284-6861-2CB2-5FC48B2DE914}"/>
              </a:ext>
            </a:extLst>
          </p:cNvPr>
          <p:cNvPicPr>
            <a:picLocks noChangeAspect="1"/>
          </p:cNvPicPr>
          <p:nvPr/>
        </p:nvPicPr>
        <p:blipFill>
          <a:blip r:embed="rId3"/>
          <a:stretch>
            <a:fillRect/>
          </a:stretch>
        </p:blipFill>
        <p:spPr>
          <a:xfrm>
            <a:off x="300368" y="170733"/>
            <a:ext cx="847725" cy="876300"/>
          </a:xfrm>
          <a:prstGeom prst="rect">
            <a:avLst/>
          </a:prstGeom>
        </p:spPr>
      </p:pic>
      <p:pic>
        <p:nvPicPr>
          <p:cNvPr id="11" name="图片 10">
            <a:extLst>
              <a:ext uri="{FF2B5EF4-FFF2-40B4-BE49-F238E27FC236}">
                <a16:creationId xmlns:a16="http://schemas.microsoft.com/office/drawing/2014/main" id="{E02BD304-3FE4-61B0-A80B-A1969E83A9C6}"/>
              </a:ext>
            </a:extLst>
          </p:cNvPr>
          <p:cNvPicPr>
            <a:picLocks noChangeAspect="1"/>
          </p:cNvPicPr>
          <p:nvPr/>
        </p:nvPicPr>
        <p:blipFill>
          <a:blip r:embed="rId4"/>
          <a:stretch>
            <a:fillRect/>
          </a:stretch>
        </p:blipFill>
        <p:spPr>
          <a:xfrm>
            <a:off x="1964003" y="1768510"/>
            <a:ext cx="9055385" cy="4327488"/>
          </a:xfrm>
          <a:prstGeom prst="rect">
            <a:avLst/>
          </a:prstGeom>
        </p:spPr>
      </p:pic>
    </p:spTree>
    <p:extLst>
      <p:ext uri="{BB962C8B-B14F-4D97-AF65-F5344CB8AC3E}">
        <p14:creationId xmlns:p14="http://schemas.microsoft.com/office/powerpoint/2010/main" val="605995678"/>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8AC7-6B56-FCAF-4CDA-420B05365AF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7134A71-1134-A84C-F641-6DEB735CA7EE}"/>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4B09C1AF-E14F-EC0E-7238-27B75245380D}"/>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D9B1FF10-61C7-BEFE-BDA2-2E59806E034A}"/>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CA4D699D-F434-C4A4-F1AF-572FE4422EBC}"/>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CA4A2F04-05A3-06D4-E1F7-980067FC82D9}"/>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6E313004-7CC9-61F0-DF23-345348CF4B9C}"/>
              </a:ext>
            </a:extLst>
          </p:cNvPr>
          <p:cNvSpPr txBox="1"/>
          <p:nvPr/>
        </p:nvSpPr>
        <p:spPr>
          <a:xfrm>
            <a:off x="1713380" y="26147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all to all </a:t>
            </a:r>
            <a:r>
              <a:rPr kumimoji="1" lang="zh-CN" altLang="en-US"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通信算法</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B97690F7-2369-9E61-75CF-EFF133AB1F07}"/>
              </a:ext>
            </a:extLst>
          </p:cNvPr>
          <p:cNvSpPr txBox="1"/>
          <p:nvPr/>
        </p:nvSpPr>
        <p:spPr>
          <a:xfrm>
            <a:off x="1964002" y="1143054"/>
            <a:ext cx="3505619"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1.2 Ring/Mesh/Cube </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AD7D67B0-ED65-22DD-331B-2C8621D33B44}"/>
              </a:ext>
            </a:extLst>
          </p:cNvPr>
          <p:cNvPicPr>
            <a:picLocks noChangeAspect="1"/>
          </p:cNvPicPr>
          <p:nvPr/>
        </p:nvPicPr>
        <p:blipFill>
          <a:blip r:embed="rId3"/>
          <a:stretch>
            <a:fillRect/>
          </a:stretch>
        </p:blipFill>
        <p:spPr>
          <a:xfrm>
            <a:off x="300368" y="170733"/>
            <a:ext cx="847725" cy="876300"/>
          </a:xfrm>
          <a:prstGeom prst="rect">
            <a:avLst/>
          </a:prstGeom>
        </p:spPr>
      </p:pic>
      <p:sp>
        <p:nvSpPr>
          <p:cNvPr id="12" name="椭圆 11">
            <a:extLst>
              <a:ext uri="{FF2B5EF4-FFF2-40B4-BE49-F238E27FC236}">
                <a16:creationId xmlns:a16="http://schemas.microsoft.com/office/drawing/2014/main" id="{C11D2D2F-CAD6-32DA-1438-4C1CBABF9941}"/>
              </a:ext>
            </a:extLst>
          </p:cNvPr>
          <p:cNvSpPr/>
          <p:nvPr/>
        </p:nvSpPr>
        <p:spPr>
          <a:xfrm>
            <a:off x="2072080" y="2192139"/>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16" name="椭圆 15">
            <a:extLst>
              <a:ext uri="{FF2B5EF4-FFF2-40B4-BE49-F238E27FC236}">
                <a16:creationId xmlns:a16="http://schemas.microsoft.com/office/drawing/2014/main" id="{96086DBD-16E9-105E-D939-67A7D891D617}"/>
              </a:ext>
            </a:extLst>
          </p:cNvPr>
          <p:cNvSpPr/>
          <p:nvPr/>
        </p:nvSpPr>
        <p:spPr>
          <a:xfrm>
            <a:off x="2919856" y="2192139"/>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17" name="椭圆 16">
            <a:extLst>
              <a:ext uri="{FF2B5EF4-FFF2-40B4-BE49-F238E27FC236}">
                <a16:creationId xmlns:a16="http://schemas.microsoft.com/office/drawing/2014/main" id="{684BF7AB-3F80-B0CD-966D-7A096CD6F1CF}"/>
              </a:ext>
            </a:extLst>
          </p:cNvPr>
          <p:cNvSpPr/>
          <p:nvPr/>
        </p:nvSpPr>
        <p:spPr>
          <a:xfrm>
            <a:off x="3769452" y="2192139"/>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8" name="椭圆 17">
            <a:extLst>
              <a:ext uri="{FF2B5EF4-FFF2-40B4-BE49-F238E27FC236}">
                <a16:creationId xmlns:a16="http://schemas.microsoft.com/office/drawing/2014/main" id="{26758DD3-8169-C358-181C-D4DD750D8972}"/>
              </a:ext>
            </a:extLst>
          </p:cNvPr>
          <p:cNvSpPr/>
          <p:nvPr/>
        </p:nvSpPr>
        <p:spPr>
          <a:xfrm>
            <a:off x="4647498" y="2192139"/>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19" name="椭圆 18">
            <a:extLst>
              <a:ext uri="{FF2B5EF4-FFF2-40B4-BE49-F238E27FC236}">
                <a16:creationId xmlns:a16="http://schemas.microsoft.com/office/drawing/2014/main" id="{6937C08C-D014-4094-FEDE-2C7DB51A481D}"/>
              </a:ext>
            </a:extLst>
          </p:cNvPr>
          <p:cNvSpPr/>
          <p:nvPr/>
        </p:nvSpPr>
        <p:spPr>
          <a:xfrm>
            <a:off x="2064180" y="2930781"/>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2" name="椭圆 21">
            <a:extLst>
              <a:ext uri="{FF2B5EF4-FFF2-40B4-BE49-F238E27FC236}">
                <a16:creationId xmlns:a16="http://schemas.microsoft.com/office/drawing/2014/main" id="{1D1350B5-F232-C53D-03B0-ED46F860A7AD}"/>
              </a:ext>
            </a:extLst>
          </p:cNvPr>
          <p:cNvSpPr/>
          <p:nvPr/>
        </p:nvSpPr>
        <p:spPr>
          <a:xfrm>
            <a:off x="2911956" y="2930781"/>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8</a:t>
            </a:r>
            <a:endParaRPr lang="zh-CN" altLang="en-US" dirty="0">
              <a:solidFill>
                <a:schemeClr val="tx1"/>
              </a:solidFill>
            </a:endParaRPr>
          </a:p>
        </p:txBody>
      </p:sp>
      <p:sp>
        <p:nvSpPr>
          <p:cNvPr id="23" name="椭圆 22">
            <a:extLst>
              <a:ext uri="{FF2B5EF4-FFF2-40B4-BE49-F238E27FC236}">
                <a16:creationId xmlns:a16="http://schemas.microsoft.com/office/drawing/2014/main" id="{98767FFB-F276-E88C-63F2-8D3362BA6392}"/>
              </a:ext>
            </a:extLst>
          </p:cNvPr>
          <p:cNvSpPr/>
          <p:nvPr/>
        </p:nvSpPr>
        <p:spPr>
          <a:xfrm>
            <a:off x="3761552" y="2930781"/>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24" name="椭圆 23">
            <a:extLst>
              <a:ext uri="{FF2B5EF4-FFF2-40B4-BE49-F238E27FC236}">
                <a16:creationId xmlns:a16="http://schemas.microsoft.com/office/drawing/2014/main" id="{88675F18-EED0-C86E-D086-EB2EFF3C199A}"/>
              </a:ext>
            </a:extLst>
          </p:cNvPr>
          <p:cNvSpPr/>
          <p:nvPr/>
        </p:nvSpPr>
        <p:spPr>
          <a:xfrm>
            <a:off x="4639598" y="2930781"/>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sp>
        <p:nvSpPr>
          <p:cNvPr id="25" name="椭圆 24">
            <a:extLst>
              <a:ext uri="{FF2B5EF4-FFF2-40B4-BE49-F238E27FC236}">
                <a16:creationId xmlns:a16="http://schemas.microsoft.com/office/drawing/2014/main" id="{D6135F7E-282C-58CD-9337-A5AAC2818643}"/>
              </a:ext>
            </a:extLst>
          </p:cNvPr>
          <p:cNvSpPr/>
          <p:nvPr/>
        </p:nvSpPr>
        <p:spPr>
          <a:xfrm>
            <a:off x="2416029" y="4799735"/>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6" name="椭圆 25">
            <a:extLst>
              <a:ext uri="{FF2B5EF4-FFF2-40B4-BE49-F238E27FC236}">
                <a16:creationId xmlns:a16="http://schemas.microsoft.com/office/drawing/2014/main" id="{C142F31B-7F8D-38F2-0EE2-5F71F6DC297A}"/>
              </a:ext>
            </a:extLst>
          </p:cNvPr>
          <p:cNvSpPr/>
          <p:nvPr/>
        </p:nvSpPr>
        <p:spPr>
          <a:xfrm>
            <a:off x="3263805" y="4799735"/>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7" name="椭圆 26">
            <a:extLst>
              <a:ext uri="{FF2B5EF4-FFF2-40B4-BE49-F238E27FC236}">
                <a16:creationId xmlns:a16="http://schemas.microsoft.com/office/drawing/2014/main" id="{5866E9CE-0EE5-D8EE-6359-0229493E5D62}"/>
              </a:ext>
            </a:extLst>
          </p:cNvPr>
          <p:cNvSpPr/>
          <p:nvPr/>
        </p:nvSpPr>
        <p:spPr>
          <a:xfrm>
            <a:off x="2408129" y="5538377"/>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8" name="椭圆 27">
            <a:extLst>
              <a:ext uri="{FF2B5EF4-FFF2-40B4-BE49-F238E27FC236}">
                <a16:creationId xmlns:a16="http://schemas.microsoft.com/office/drawing/2014/main" id="{068BCECF-A86C-F578-9E30-A9F8B51EB7F0}"/>
              </a:ext>
            </a:extLst>
          </p:cNvPr>
          <p:cNvSpPr/>
          <p:nvPr/>
        </p:nvSpPr>
        <p:spPr>
          <a:xfrm>
            <a:off x="3255905" y="5538377"/>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29" name="椭圆 28">
            <a:extLst>
              <a:ext uri="{FF2B5EF4-FFF2-40B4-BE49-F238E27FC236}">
                <a16:creationId xmlns:a16="http://schemas.microsoft.com/office/drawing/2014/main" id="{2949BF91-7302-7209-BC6B-38FFA125F863}"/>
              </a:ext>
            </a:extLst>
          </p:cNvPr>
          <p:cNvSpPr/>
          <p:nvPr/>
        </p:nvSpPr>
        <p:spPr>
          <a:xfrm>
            <a:off x="2896999" y="4283813"/>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30" name="椭圆 29">
            <a:extLst>
              <a:ext uri="{FF2B5EF4-FFF2-40B4-BE49-F238E27FC236}">
                <a16:creationId xmlns:a16="http://schemas.microsoft.com/office/drawing/2014/main" id="{EF5F94FF-40D8-F246-9FA3-79EDCE13EF8D}"/>
              </a:ext>
            </a:extLst>
          </p:cNvPr>
          <p:cNvSpPr/>
          <p:nvPr/>
        </p:nvSpPr>
        <p:spPr>
          <a:xfrm>
            <a:off x="3775045" y="4283813"/>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31" name="椭圆 30">
            <a:extLst>
              <a:ext uri="{FF2B5EF4-FFF2-40B4-BE49-F238E27FC236}">
                <a16:creationId xmlns:a16="http://schemas.microsoft.com/office/drawing/2014/main" id="{A78C6606-221C-C80D-4C41-F18FB99CF1D8}"/>
              </a:ext>
            </a:extLst>
          </p:cNvPr>
          <p:cNvSpPr/>
          <p:nvPr/>
        </p:nvSpPr>
        <p:spPr>
          <a:xfrm>
            <a:off x="2889099" y="5022455"/>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8</a:t>
            </a:r>
            <a:endParaRPr lang="zh-CN" altLang="en-US" dirty="0">
              <a:solidFill>
                <a:schemeClr val="tx1"/>
              </a:solidFill>
            </a:endParaRPr>
          </a:p>
        </p:txBody>
      </p:sp>
      <p:sp>
        <p:nvSpPr>
          <p:cNvPr id="33" name="椭圆 32">
            <a:extLst>
              <a:ext uri="{FF2B5EF4-FFF2-40B4-BE49-F238E27FC236}">
                <a16:creationId xmlns:a16="http://schemas.microsoft.com/office/drawing/2014/main" id="{6F9DF51B-8C67-1524-CB10-A9099B9458B8}"/>
              </a:ext>
            </a:extLst>
          </p:cNvPr>
          <p:cNvSpPr/>
          <p:nvPr/>
        </p:nvSpPr>
        <p:spPr>
          <a:xfrm>
            <a:off x="3767145" y="5022455"/>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cxnSp>
        <p:nvCxnSpPr>
          <p:cNvPr id="35" name="直接连接符 34">
            <a:extLst>
              <a:ext uri="{FF2B5EF4-FFF2-40B4-BE49-F238E27FC236}">
                <a16:creationId xmlns:a16="http://schemas.microsoft.com/office/drawing/2014/main" id="{3FB42564-54EA-AE6E-FF77-D9374F395C52}"/>
              </a:ext>
            </a:extLst>
          </p:cNvPr>
          <p:cNvCxnSpPr>
            <a:cxnSpLocks/>
            <a:stCxn id="30" idx="3"/>
            <a:endCxn id="26" idx="7"/>
          </p:cNvCxnSpPr>
          <p:nvPr/>
        </p:nvCxnSpPr>
        <p:spPr>
          <a:xfrm flipH="1">
            <a:off x="3550223" y="4541589"/>
            <a:ext cx="273964" cy="30237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00717466-9228-CC66-6B1E-80274DCFB797}"/>
              </a:ext>
            </a:extLst>
          </p:cNvPr>
          <p:cNvCxnSpPr>
            <a:cxnSpLocks/>
            <a:stCxn id="29" idx="3"/>
            <a:endCxn id="25" idx="7"/>
          </p:cNvCxnSpPr>
          <p:nvPr/>
        </p:nvCxnSpPr>
        <p:spPr>
          <a:xfrm flipH="1">
            <a:off x="2702447" y="4541589"/>
            <a:ext cx="243694" cy="30237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A06D9DA-D602-DD42-3BE5-3479920BE2FC}"/>
              </a:ext>
            </a:extLst>
          </p:cNvPr>
          <p:cNvCxnSpPr>
            <a:cxnSpLocks/>
          </p:cNvCxnSpPr>
          <p:nvPr/>
        </p:nvCxnSpPr>
        <p:spPr>
          <a:xfrm flipH="1">
            <a:off x="3562305" y="5324458"/>
            <a:ext cx="273964" cy="30237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CAB99711-3BAE-7B86-8ECF-98A971D21399}"/>
              </a:ext>
            </a:extLst>
          </p:cNvPr>
          <p:cNvCxnSpPr>
            <a:cxnSpLocks/>
            <a:stCxn id="31" idx="3"/>
            <a:endCxn id="27" idx="7"/>
          </p:cNvCxnSpPr>
          <p:nvPr/>
        </p:nvCxnSpPr>
        <p:spPr>
          <a:xfrm flipH="1">
            <a:off x="2694547" y="5280231"/>
            <a:ext cx="243694" cy="30237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A52ED1B8-F405-EB75-145B-633CCFF4F54C}"/>
              </a:ext>
            </a:extLst>
          </p:cNvPr>
          <p:cNvCxnSpPr>
            <a:cxnSpLocks/>
            <a:stCxn id="25" idx="6"/>
            <a:endCxn id="26" idx="2"/>
          </p:cNvCxnSpPr>
          <p:nvPr/>
        </p:nvCxnSpPr>
        <p:spPr>
          <a:xfrm>
            <a:off x="2751589" y="4950737"/>
            <a:ext cx="512216"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3A00A8B0-DB3C-36D3-BA8F-8B60E9210075}"/>
              </a:ext>
            </a:extLst>
          </p:cNvPr>
          <p:cNvCxnSpPr>
            <a:cxnSpLocks/>
            <a:stCxn id="29" idx="6"/>
          </p:cNvCxnSpPr>
          <p:nvPr/>
        </p:nvCxnSpPr>
        <p:spPr>
          <a:xfrm flipV="1">
            <a:off x="3232559" y="4423629"/>
            <a:ext cx="543462" cy="11186"/>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70B72D3C-949E-81B0-74DE-1621B9465CA6}"/>
              </a:ext>
            </a:extLst>
          </p:cNvPr>
          <p:cNvCxnSpPr>
            <a:cxnSpLocks/>
          </p:cNvCxnSpPr>
          <p:nvPr/>
        </p:nvCxnSpPr>
        <p:spPr>
          <a:xfrm>
            <a:off x="2743689" y="5715534"/>
            <a:ext cx="512216"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FCDE8709-CC4B-B31F-3448-423488392F7A}"/>
              </a:ext>
            </a:extLst>
          </p:cNvPr>
          <p:cNvCxnSpPr>
            <a:cxnSpLocks/>
            <a:stCxn id="31" idx="6"/>
            <a:endCxn id="33" idx="2"/>
          </p:cNvCxnSpPr>
          <p:nvPr/>
        </p:nvCxnSpPr>
        <p:spPr>
          <a:xfrm>
            <a:off x="3224659" y="5173457"/>
            <a:ext cx="542486"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BF8267A3-4AD5-2053-B321-591760984D1A}"/>
              </a:ext>
            </a:extLst>
          </p:cNvPr>
          <p:cNvCxnSpPr>
            <a:cxnSpLocks/>
            <a:stCxn id="30" idx="4"/>
            <a:endCxn id="33" idx="0"/>
          </p:cNvCxnSpPr>
          <p:nvPr/>
        </p:nvCxnSpPr>
        <p:spPr>
          <a:xfrm flipH="1">
            <a:off x="3934925" y="4585816"/>
            <a:ext cx="7900" cy="436639"/>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1B12EB69-14A7-1C95-8C14-1FA467E743A1}"/>
              </a:ext>
            </a:extLst>
          </p:cNvPr>
          <p:cNvCxnSpPr>
            <a:cxnSpLocks/>
            <a:stCxn id="26" idx="4"/>
            <a:endCxn id="28" idx="0"/>
          </p:cNvCxnSpPr>
          <p:nvPr/>
        </p:nvCxnSpPr>
        <p:spPr>
          <a:xfrm flipH="1">
            <a:off x="3423685" y="5101738"/>
            <a:ext cx="7900" cy="4366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C0B7D12-72EE-9C11-EA9B-62D3955AD91C}"/>
              </a:ext>
            </a:extLst>
          </p:cNvPr>
          <p:cNvCxnSpPr>
            <a:cxnSpLocks/>
          </p:cNvCxnSpPr>
          <p:nvPr/>
        </p:nvCxnSpPr>
        <p:spPr>
          <a:xfrm flipH="1">
            <a:off x="3069600" y="4580223"/>
            <a:ext cx="7900" cy="436639"/>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AFB1C7F-D114-50E9-289F-0927FA89C057}"/>
              </a:ext>
            </a:extLst>
          </p:cNvPr>
          <p:cNvCxnSpPr>
            <a:cxnSpLocks/>
          </p:cNvCxnSpPr>
          <p:nvPr/>
        </p:nvCxnSpPr>
        <p:spPr>
          <a:xfrm flipH="1">
            <a:off x="2558360" y="5096145"/>
            <a:ext cx="7900" cy="4366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6" name="连接符: 曲线 55">
            <a:extLst>
              <a:ext uri="{FF2B5EF4-FFF2-40B4-BE49-F238E27FC236}">
                <a16:creationId xmlns:a16="http://schemas.microsoft.com/office/drawing/2014/main" id="{AB5C35DD-86ED-CAC0-916C-39711F4E35E9}"/>
              </a:ext>
            </a:extLst>
          </p:cNvPr>
          <p:cNvCxnSpPr>
            <a:cxnSpLocks/>
            <a:stCxn id="12" idx="0"/>
            <a:endCxn id="17" idx="0"/>
          </p:cNvCxnSpPr>
          <p:nvPr/>
        </p:nvCxnSpPr>
        <p:spPr>
          <a:xfrm rot="5400000" flipH="1" flipV="1">
            <a:off x="3088546" y="1343453"/>
            <a:ext cx="12700" cy="1697372"/>
          </a:xfrm>
          <a:prstGeom prst="curvedConnector3">
            <a:avLst>
              <a:gd name="adj1" fmla="val 1800000"/>
            </a:avLst>
          </a:prstGeom>
          <a:ln w="12700"/>
        </p:spPr>
        <p:style>
          <a:lnRef idx="1">
            <a:schemeClr val="accent1"/>
          </a:lnRef>
          <a:fillRef idx="0">
            <a:schemeClr val="accent1"/>
          </a:fillRef>
          <a:effectRef idx="0">
            <a:schemeClr val="accent1"/>
          </a:effectRef>
          <a:fontRef idx="minor">
            <a:schemeClr val="tx1"/>
          </a:fontRef>
        </p:style>
      </p:cxnSp>
      <p:cxnSp>
        <p:nvCxnSpPr>
          <p:cNvPr id="59" name="连接符: 曲线 58">
            <a:extLst>
              <a:ext uri="{FF2B5EF4-FFF2-40B4-BE49-F238E27FC236}">
                <a16:creationId xmlns:a16="http://schemas.microsoft.com/office/drawing/2014/main" id="{005DCA9A-857A-A36A-C7B0-CFB886B944AA}"/>
              </a:ext>
            </a:extLst>
          </p:cNvPr>
          <p:cNvCxnSpPr>
            <a:cxnSpLocks/>
            <a:stCxn id="19" idx="0"/>
            <a:endCxn id="23" idx="0"/>
          </p:cNvCxnSpPr>
          <p:nvPr/>
        </p:nvCxnSpPr>
        <p:spPr>
          <a:xfrm rot="5400000" flipH="1" flipV="1">
            <a:off x="3080646" y="2082095"/>
            <a:ext cx="12700" cy="1697372"/>
          </a:xfrm>
          <a:prstGeom prst="curvedConnector3">
            <a:avLst>
              <a:gd name="adj1" fmla="val 1800000"/>
            </a:avLst>
          </a:prstGeom>
          <a:ln w="12700"/>
        </p:spPr>
        <p:style>
          <a:lnRef idx="1">
            <a:schemeClr val="accent1"/>
          </a:lnRef>
          <a:fillRef idx="0">
            <a:schemeClr val="accent1"/>
          </a:fillRef>
          <a:effectRef idx="0">
            <a:schemeClr val="accent1"/>
          </a:effectRef>
          <a:fontRef idx="minor">
            <a:schemeClr val="tx1"/>
          </a:fontRef>
        </p:style>
      </p:cxnSp>
      <p:cxnSp>
        <p:nvCxnSpPr>
          <p:cNvPr id="63" name="连接符: 曲线 62">
            <a:extLst>
              <a:ext uri="{FF2B5EF4-FFF2-40B4-BE49-F238E27FC236}">
                <a16:creationId xmlns:a16="http://schemas.microsoft.com/office/drawing/2014/main" id="{F2DB8F2A-9CAF-2BF5-72B3-8E0FE97A8514}"/>
              </a:ext>
            </a:extLst>
          </p:cNvPr>
          <p:cNvCxnSpPr>
            <a:cxnSpLocks/>
            <a:stCxn id="12" idx="4"/>
            <a:endCxn id="19" idx="0"/>
          </p:cNvCxnSpPr>
          <p:nvPr/>
        </p:nvCxnSpPr>
        <p:spPr>
          <a:xfrm rot="5400000">
            <a:off x="2017591" y="2708511"/>
            <a:ext cx="436639" cy="7900"/>
          </a:xfrm>
          <a:prstGeom prst="curved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67" name="连接符: 曲线 66">
            <a:extLst>
              <a:ext uri="{FF2B5EF4-FFF2-40B4-BE49-F238E27FC236}">
                <a16:creationId xmlns:a16="http://schemas.microsoft.com/office/drawing/2014/main" id="{2C763CF8-2FC9-85D9-98F0-841F09B59E40}"/>
              </a:ext>
            </a:extLst>
          </p:cNvPr>
          <p:cNvCxnSpPr>
            <a:cxnSpLocks/>
            <a:stCxn id="17" idx="4"/>
            <a:endCxn id="23" idx="0"/>
          </p:cNvCxnSpPr>
          <p:nvPr/>
        </p:nvCxnSpPr>
        <p:spPr>
          <a:xfrm rot="5400000">
            <a:off x="3714963" y="2708511"/>
            <a:ext cx="436639" cy="7900"/>
          </a:xfrm>
          <a:prstGeom prst="curved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71" name="连接符: 曲线 70">
            <a:extLst>
              <a:ext uri="{FF2B5EF4-FFF2-40B4-BE49-F238E27FC236}">
                <a16:creationId xmlns:a16="http://schemas.microsoft.com/office/drawing/2014/main" id="{AB2A82BA-05E6-E989-4A03-AD9C55A493C1}"/>
              </a:ext>
            </a:extLst>
          </p:cNvPr>
          <p:cNvCxnSpPr>
            <a:cxnSpLocks/>
          </p:cNvCxnSpPr>
          <p:nvPr/>
        </p:nvCxnSpPr>
        <p:spPr>
          <a:xfrm rot="5400000" flipH="1" flipV="1">
            <a:off x="3929332" y="1356153"/>
            <a:ext cx="12700" cy="1697372"/>
          </a:xfrm>
          <a:prstGeom prst="curvedConnector3">
            <a:avLst>
              <a:gd name="adj1" fmla="val 180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2" name="连接符: 曲线 71">
            <a:extLst>
              <a:ext uri="{FF2B5EF4-FFF2-40B4-BE49-F238E27FC236}">
                <a16:creationId xmlns:a16="http://schemas.microsoft.com/office/drawing/2014/main" id="{15615029-80FF-BF51-9247-18A824372E0D}"/>
              </a:ext>
            </a:extLst>
          </p:cNvPr>
          <p:cNvCxnSpPr>
            <a:cxnSpLocks/>
          </p:cNvCxnSpPr>
          <p:nvPr/>
        </p:nvCxnSpPr>
        <p:spPr>
          <a:xfrm rot="5400000" flipH="1" flipV="1">
            <a:off x="3921432" y="2094795"/>
            <a:ext cx="12700" cy="1697372"/>
          </a:xfrm>
          <a:prstGeom prst="curvedConnector3">
            <a:avLst>
              <a:gd name="adj1" fmla="val 180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3" name="连接符: 曲线 72">
            <a:extLst>
              <a:ext uri="{FF2B5EF4-FFF2-40B4-BE49-F238E27FC236}">
                <a16:creationId xmlns:a16="http://schemas.microsoft.com/office/drawing/2014/main" id="{4F407A6D-1276-09F4-9E41-8541278E8A09}"/>
              </a:ext>
            </a:extLst>
          </p:cNvPr>
          <p:cNvCxnSpPr>
            <a:cxnSpLocks/>
          </p:cNvCxnSpPr>
          <p:nvPr/>
        </p:nvCxnSpPr>
        <p:spPr>
          <a:xfrm rot="5400000">
            <a:off x="2858377" y="2721211"/>
            <a:ext cx="436639" cy="7900"/>
          </a:xfrm>
          <a:prstGeom prst="curved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4" name="连接符: 曲线 73">
            <a:extLst>
              <a:ext uri="{FF2B5EF4-FFF2-40B4-BE49-F238E27FC236}">
                <a16:creationId xmlns:a16="http://schemas.microsoft.com/office/drawing/2014/main" id="{EEE8CFEE-9A31-B517-ECBA-B311250FA33D}"/>
              </a:ext>
            </a:extLst>
          </p:cNvPr>
          <p:cNvCxnSpPr>
            <a:cxnSpLocks/>
          </p:cNvCxnSpPr>
          <p:nvPr/>
        </p:nvCxnSpPr>
        <p:spPr>
          <a:xfrm rot="5400000">
            <a:off x="4555749" y="2721211"/>
            <a:ext cx="436639" cy="7900"/>
          </a:xfrm>
          <a:prstGeom prst="curved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E6454EFF-C2A0-6E64-EB22-9AAF8ADD3F57}"/>
              </a:ext>
            </a:extLst>
          </p:cNvPr>
          <p:cNvCxnSpPr>
            <a:cxnSpLocks/>
            <a:stCxn id="19" idx="6"/>
            <a:endCxn id="22" idx="2"/>
          </p:cNvCxnSpPr>
          <p:nvPr/>
        </p:nvCxnSpPr>
        <p:spPr>
          <a:xfrm>
            <a:off x="2399740" y="3081783"/>
            <a:ext cx="512216"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E14DDDF8-2D4E-5DEE-D7BD-C01C0723CD55}"/>
              </a:ext>
            </a:extLst>
          </p:cNvPr>
          <p:cNvCxnSpPr>
            <a:cxnSpLocks/>
            <a:endCxn id="24" idx="2"/>
          </p:cNvCxnSpPr>
          <p:nvPr/>
        </p:nvCxnSpPr>
        <p:spPr>
          <a:xfrm>
            <a:off x="4097112" y="3081783"/>
            <a:ext cx="542486"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B60FDBA4-016F-7368-43A3-B22D2D2B57F9}"/>
              </a:ext>
            </a:extLst>
          </p:cNvPr>
          <p:cNvCxnSpPr>
            <a:cxnSpLocks/>
          </p:cNvCxnSpPr>
          <p:nvPr/>
        </p:nvCxnSpPr>
        <p:spPr>
          <a:xfrm>
            <a:off x="2399740" y="2319783"/>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79E1E508-1570-7494-163C-2746CF291CC2}"/>
              </a:ext>
            </a:extLst>
          </p:cNvPr>
          <p:cNvCxnSpPr>
            <a:cxnSpLocks/>
          </p:cNvCxnSpPr>
          <p:nvPr/>
        </p:nvCxnSpPr>
        <p:spPr>
          <a:xfrm>
            <a:off x="4097112" y="2319783"/>
            <a:ext cx="542486"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2" name="椭圆 81">
            <a:extLst>
              <a:ext uri="{FF2B5EF4-FFF2-40B4-BE49-F238E27FC236}">
                <a16:creationId xmlns:a16="http://schemas.microsoft.com/office/drawing/2014/main" id="{F5A4C834-11A4-D412-EAC1-C4B37D84AC3F}"/>
              </a:ext>
            </a:extLst>
          </p:cNvPr>
          <p:cNvSpPr/>
          <p:nvPr/>
        </p:nvSpPr>
        <p:spPr>
          <a:xfrm>
            <a:off x="7040673" y="1527667"/>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83" name="椭圆 82">
            <a:extLst>
              <a:ext uri="{FF2B5EF4-FFF2-40B4-BE49-F238E27FC236}">
                <a16:creationId xmlns:a16="http://schemas.microsoft.com/office/drawing/2014/main" id="{F5C415BB-4043-87FC-A9E7-F1C001EF5825}"/>
              </a:ext>
            </a:extLst>
          </p:cNvPr>
          <p:cNvSpPr/>
          <p:nvPr/>
        </p:nvSpPr>
        <p:spPr>
          <a:xfrm>
            <a:off x="7888449" y="1527667"/>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84" name="椭圆 83">
            <a:extLst>
              <a:ext uri="{FF2B5EF4-FFF2-40B4-BE49-F238E27FC236}">
                <a16:creationId xmlns:a16="http://schemas.microsoft.com/office/drawing/2014/main" id="{D6EA03C1-585C-E593-9403-32F638C678D5}"/>
              </a:ext>
            </a:extLst>
          </p:cNvPr>
          <p:cNvSpPr/>
          <p:nvPr/>
        </p:nvSpPr>
        <p:spPr>
          <a:xfrm>
            <a:off x="8738045" y="1527667"/>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85" name="椭圆 84">
            <a:extLst>
              <a:ext uri="{FF2B5EF4-FFF2-40B4-BE49-F238E27FC236}">
                <a16:creationId xmlns:a16="http://schemas.microsoft.com/office/drawing/2014/main" id="{D827D4C1-E4AF-A9EB-3F78-08D16BBA074F}"/>
              </a:ext>
            </a:extLst>
          </p:cNvPr>
          <p:cNvSpPr/>
          <p:nvPr/>
        </p:nvSpPr>
        <p:spPr>
          <a:xfrm>
            <a:off x="9616091" y="1527667"/>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86" name="椭圆 85">
            <a:extLst>
              <a:ext uri="{FF2B5EF4-FFF2-40B4-BE49-F238E27FC236}">
                <a16:creationId xmlns:a16="http://schemas.microsoft.com/office/drawing/2014/main" id="{22453799-2467-46B1-8E03-9098AAE5029E}"/>
              </a:ext>
            </a:extLst>
          </p:cNvPr>
          <p:cNvSpPr/>
          <p:nvPr/>
        </p:nvSpPr>
        <p:spPr>
          <a:xfrm>
            <a:off x="7032773" y="2266309"/>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87" name="椭圆 86">
            <a:extLst>
              <a:ext uri="{FF2B5EF4-FFF2-40B4-BE49-F238E27FC236}">
                <a16:creationId xmlns:a16="http://schemas.microsoft.com/office/drawing/2014/main" id="{E6976CE7-011C-1620-CF8B-BDB120729CEF}"/>
              </a:ext>
            </a:extLst>
          </p:cNvPr>
          <p:cNvSpPr/>
          <p:nvPr/>
        </p:nvSpPr>
        <p:spPr>
          <a:xfrm>
            <a:off x="7880549" y="2266309"/>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8</a:t>
            </a:r>
            <a:endParaRPr lang="zh-CN" altLang="en-US" dirty="0">
              <a:solidFill>
                <a:schemeClr val="tx1"/>
              </a:solidFill>
            </a:endParaRPr>
          </a:p>
        </p:txBody>
      </p:sp>
      <p:sp>
        <p:nvSpPr>
          <p:cNvPr id="88" name="椭圆 87">
            <a:extLst>
              <a:ext uri="{FF2B5EF4-FFF2-40B4-BE49-F238E27FC236}">
                <a16:creationId xmlns:a16="http://schemas.microsoft.com/office/drawing/2014/main" id="{0420AFD8-44EC-9EF4-DBEC-E9C6F49BB7F3}"/>
              </a:ext>
            </a:extLst>
          </p:cNvPr>
          <p:cNvSpPr/>
          <p:nvPr/>
        </p:nvSpPr>
        <p:spPr>
          <a:xfrm>
            <a:off x="8730145" y="2266309"/>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89" name="椭圆 88">
            <a:extLst>
              <a:ext uri="{FF2B5EF4-FFF2-40B4-BE49-F238E27FC236}">
                <a16:creationId xmlns:a16="http://schemas.microsoft.com/office/drawing/2014/main" id="{3937B9BD-9322-F371-AA60-AD2A3B136CB2}"/>
              </a:ext>
            </a:extLst>
          </p:cNvPr>
          <p:cNvSpPr/>
          <p:nvPr/>
        </p:nvSpPr>
        <p:spPr>
          <a:xfrm>
            <a:off x="9608191" y="2266309"/>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cxnSp>
        <p:nvCxnSpPr>
          <p:cNvPr id="92" name="连接符: 曲线 91">
            <a:extLst>
              <a:ext uri="{FF2B5EF4-FFF2-40B4-BE49-F238E27FC236}">
                <a16:creationId xmlns:a16="http://schemas.microsoft.com/office/drawing/2014/main" id="{D25A9805-EFAD-450C-D10C-EE5998ABFA58}"/>
              </a:ext>
            </a:extLst>
          </p:cNvPr>
          <p:cNvCxnSpPr>
            <a:cxnSpLocks/>
            <a:stCxn id="82" idx="4"/>
            <a:endCxn id="86" idx="0"/>
          </p:cNvCxnSpPr>
          <p:nvPr/>
        </p:nvCxnSpPr>
        <p:spPr>
          <a:xfrm rot="5400000">
            <a:off x="6986184" y="2044039"/>
            <a:ext cx="436639" cy="7900"/>
          </a:xfrm>
          <a:prstGeom prst="curved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93" name="连接符: 曲线 92">
            <a:extLst>
              <a:ext uri="{FF2B5EF4-FFF2-40B4-BE49-F238E27FC236}">
                <a16:creationId xmlns:a16="http://schemas.microsoft.com/office/drawing/2014/main" id="{63BC1381-0416-5B78-8135-0E89661CED0C}"/>
              </a:ext>
            </a:extLst>
          </p:cNvPr>
          <p:cNvCxnSpPr>
            <a:cxnSpLocks/>
            <a:stCxn id="84" idx="4"/>
            <a:endCxn id="88" idx="0"/>
          </p:cNvCxnSpPr>
          <p:nvPr/>
        </p:nvCxnSpPr>
        <p:spPr>
          <a:xfrm rot="5400000">
            <a:off x="8683556" y="2044039"/>
            <a:ext cx="436639" cy="7900"/>
          </a:xfrm>
          <a:prstGeom prst="curved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96" name="连接符: 曲线 95">
            <a:extLst>
              <a:ext uri="{FF2B5EF4-FFF2-40B4-BE49-F238E27FC236}">
                <a16:creationId xmlns:a16="http://schemas.microsoft.com/office/drawing/2014/main" id="{4B68CC5C-CA40-EEBA-1886-23E51D77E658}"/>
              </a:ext>
            </a:extLst>
          </p:cNvPr>
          <p:cNvCxnSpPr>
            <a:cxnSpLocks/>
          </p:cNvCxnSpPr>
          <p:nvPr/>
        </p:nvCxnSpPr>
        <p:spPr>
          <a:xfrm rot="5400000">
            <a:off x="7826970" y="2056739"/>
            <a:ext cx="436639" cy="7900"/>
          </a:xfrm>
          <a:prstGeom prst="curved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7" name="连接符: 曲线 96">
            <a:extLst>
              <a:ext uri="{FF2B5EF4-FFF2-40B4-BE49-F238E27FC236}">
                <a16:creationId xmlns:a16="http://schemas.microsoft.com/office/drawing/2014/main" id="{A32893D0-703A-8025-BE68-6A7B68AF1D59}"/>
              </a:ext>
            </a:extLst>
          </p:cNvPr>
          <p:cNvCxnSpPr>
            <a:cxnSpLocks/>
          </p:cNvCxnSpPr>
          <p:nvPr/>
        </p:nvCxnSpPr>
        <p:spPr>
          <a:xfrm rot="5400000">
            <a:off x="9524342" y="2056739"/>
            <a:ext cx="436639" cy="7900"/>
          </a:xfrm>
          <a:prstGeom prst="curved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10D663BC-4D9E-4E75-A16F-E97E9AC51B04}"/>
              </a:ext>
            </a:extLst>
          </p:cNvPr>
          <p:cNvCxnSpPr>
            <a:cxnSpLocks/>
            <a:stCxn id="86" idx="6"/>
            <a:endCxn id="87" idx="2"/>
          </p:cNvCxnSpPr>
          <p:nvPr/>
        </p:nvCxnSpPr>
        <p:spPr>
          <a:xfrm>
            <a:off x="7368333" y="24173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27993929-0D22-FCB1-D364-10F4C73901A9}"/>
              </a:ext>
            </a:extLst>
          </p:cNvPr>
          <p:cNvCxnSpPr>
            <a:cxnSpLocks/>
            <a:endCxn id="89" idx="2"/>
          </p:cNvCxnSpPr>
          <p:nvPr/>
        </p:nvCxnSpPr>
        <p:spPr>
          <a:xfrm>
            <a:off x="9065705" y="2417311"/>
            <a:ext cx="54248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D979D18D-AE88-BB2B-1F84-BAF30E014DF7}"/>
              </a:ext>
            </a:extLst>
          </p:cNvPr>
          <p:cNvCxnSpPr>
            <a:cxnSpLocks/>
          </p:cNvCxnSpPr>
          <p:nvPr/>
        </p:nvCxnSpPr>
        <p:spPr>
          <a:xfrm>
            <a:off x="7368333" y="16553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02516302-8E89-F8E8-773D-AF5E2140B755}"/>
              </a:ext>
            </a:extLst>
          </p:cNvPr>
          <p:cNvCxnSpPr>
            <a:cxnSpLocks/>
          </p:cNvCxnSpPr>
          <p:nvPr/>
        </p:nvCxnSpPr>
        <p:spPr>
          <a:xfrm>
            <a:off x="9065705" y="1655311"/>
            <a:ext cx="54248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71877F8-9367-C0AF-8FE0-EBE01DE3BCF8}"/>
              </a:ext>
            </a:extLst>
          </p:cNvPr>
          <p:cNvCxnSpPr>
            <a:cxnSpLocks/>
          </p:cNvCxnSpPr>
          <p:nvPr/>
        </p:nvCxnSpPr>
        <p:spPr>
          <a:xfrm>
            <a:off x="8225829" y="24173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743EA73D-C5AE-488B-40BB-8846B876FEDF}"/>
              </a:ext>
            </a:extLst>
          </p:cNvPr>
          <p:cNvCxnSpPr>
            <a:cxnSpLocks/>
          </p:cNvCxnSpPr>
          <p:nvPr/>
        </p:nvCxnSpPr>
        <p:spPr>
          <a:xfrm>
            <a:off x="8225829" y="16553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DEBF47B2-EEAD-6D29-1875-824CDB883F48}"/>
              </a:ext>
            </a:extLst>
          </p:cNvPr>
          <p:cNvSpPr txBox="1"/>
          <p:nvPr/>
        </p:nvSpPr>
        <p:spPr>
          <a:xfrm>
            <a:off x="4627485" y="4580223"/>
            <a:ext cx="7193047" cy="2276072"/>
          </a:xfrm>
          <a:prstGeom prst="rect">
            <a:avLst/>
          </a:prstGeom>
          <a:noFill/>
        </p:spPr>
        <p:txBody>
          <a:bodyPr wrap="square">
            <a:spAutoFit/>
          </a:bodyPr>
          <a:lstStyle/>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Ring</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拓扑通信次数：</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ring 8</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次</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Mesh</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拓扑通信：</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pairwise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每次单点发送，</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8*7</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次（每次通信的数据量小）</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Cube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拓扑通信：同平面同时进行，</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ring</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四次（此处已经积累到顶点</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1 5</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），再互通一次</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657350" lvl="3"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05" name="椭圆 104">
            <a:extLst>
              <a:ext uri="{FF2B5EF4-FFF2-40B4-BE49-F238E27FC236}">
                <a16:creationId xmlns:a16="http://schemas.microsoft.com/office/drawing/2014/main" id="{8076CB33-0994-7947-8F2E-EFEE8F8E0847}"/>
              </a:ext>
            </a:extLst>
          </p:cNvPr>
          <p:cNvSpPr/>
          <p:nvPr/>
        </p:nvSpPr>
        <p:spPr>
          <a:xfrm>
            <a:off x="7048573" y="3088067"/>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106" name="椭圆 105">
            <a:extLst>
              <a:ext uri="{FF2B5EF4-FFF2-40B4-BE49-F238E27FC236}">
                <a16:creationId xmlns:a16="http://schemas.microsoft.com/office/drawing/2014/main" id="{94F31E3F-BAA6-898F-0FEF-9E0600E2C5C8}"/>
              </a:ext>
            </a:extLst>
          </p:cNvPr>
          <p:cNvSpPr/>
          <p:nvPr/>
        </p:nvSpPr>
        <p:spPr>
          <a:xfrm>
            <a:off x="7896349" y="3088067"/>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5</a:t>
            </a:r>
            <a:endParaRPr lang="zh-CN" altLang="en-US" dirty="0">
              <a:solidFill>
                <a:schemeClr val="tx1"/>
              </a:solidFill>
            </a:endParaRPr>
          </a:p>
        </p:txBody>
      </p:sp>
      <p:sp>
        <p:nvSpPr>
          <p:cNvPr id="107" name="椭圆 106">
            <a:extLst>
              <a:ext uri="{FF2B5EF4-FFF2-40B4-BE49-F238E27FC236}">
                <a16:creationId xmlns:a16="http://schemas.microsoft.com/office/drawing/2014/main" id="{A7182F13-6E4D-9205-75EA-9A6A72FA493D}"/>
              </a:ext>
            </a:extLst>
          </p:cNvPr>
          <p:cNvSpPr/>
          <p:nvPr/>
        </p:nvSpPr>
        <p:spPr>
          <a:xfrm>
            <a:off x="8745945" y="3088067"/>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8" name="椭圆 107">
            <a:extLst>
              <a:ext uri="{FF2B5EF4-FFF2-40B4-BE49-F238E27FC236}">
                <a16:creationId xmlns:a16="http://schemas.microsoft.com/office/drawing/2014/main" id="{542F4C14-C9EE-7479-993A-129B8A04CB8E}"/>
              </a:ext>
            </a:extLst>
          </p:cNvPr>
          <p:cNvSpPr/>
          <p:nvPr/>
        </p:nvSpPr>
        <p:spPr>
          <a:xfrm>
            <a:off x="9623991" y="3088067"/>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109" name="椭圆 108">
            <a:extLst>
              <a:ext uri="{FF2B5EF4-FFF2-40B4-BE49-F238E27FC236}">
                <a16:creationId xmlns:a16="http://schemas.microsoft.com/office/drawing/2014/main" id="{434CBCE3-A03D-9227-9C6B-7FA0718B6434}"/>
              </a:ext>
            </a:extLst>
          </p:cNvPr>
          <p:cNvSpPr/>
          <p:nvPr/>
        </p:nvSpPr>
        <p:spPr>
          <a:xfrm>
            <a:off x="7040673" y="3826709"/>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110" name="椭圆 109">
            <a:extLst>
              <a:ext uri="{FF2B5EF4-FFF2-40B4-BE49-F238E27FC236}">
                <a16:creationId xmlns:a16="http://schemas.microsoft.com/office/drawing/2014/main" id="{BEA466C8-53E1-6197-771F-015828381950}"/>
              </a:ext>
            </a:extLst>
          </p:cNvPr>
          <p:cNvSpPr/>
          <p:nvPr/>
        </p:nvSpPr>
        <p:spPr>
          <a:xfrm>
            <a:off x="7888449" y="3826709"/>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8</a:t>
            </a:r>
            <a:endParaRPr lang="zh-CN" altLang="en-US" dirty="0">
              <a:solidFill>
                <a:schemeClr val="tx1"/>
              </a:solidFill>
            </a:endParaRPr>
          </a:p>
        </p:txBody>
      </p:sp>
      <p:sp>
        <p:nvSpPr>
          <p:cNvPr id="111" name="椭圆 110">
            <a:extLst>
              <a:ext uri="{FF2B5EF4-FFF2-40B4-BE49-F238E27FC236}">
                <a16:creationId xmlns:a16="http://schemas.microsoft.com/office/drawing/2014/main" id="{A7583F75-1E14-5043-136A-2FFAC4F63F36}"/>
              </a:ext>
            </a:extLst>
          </p:cNvPr>
          <p:cNvSpPr/>
          <p:nvPr/>
        </p:nvSpPr>
        <p:spPr>
          <a:xfrm>
            <a:off x="8738045" y="3826709"/>
            <a:ext cx="335560" cy="3020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12" name="椭圆 111">
            <a:extLst>
              <a:ext uri="{FF2B5EF4-FFF2-40B4-BE49-F238E27FC236}">
                <a16:creationId xmlns:a16="http://schemas.microsoft.com/office/drawing/2014/main" id="{864AA84F-F05C-1E11-A4A2-94056132D403}"/>
              </a:ext>
            </a:extLst>
          </p:cNvPr>
          <p:cNvSpPr/>
          <p:nvPr/>
        </p:nvSpPr>
        <p:spPr>
          <a:xfrm>
            <a:off x="9616091" y="3826709"/>
            <a:ext cx="335560" cy="302003"/>
          </a:xfrm>
          <a:prstGeom prst="ellipse">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7</a:t>
            </a:r>
            <a:endParaRPr lang="zh-CN" altLang="en-US" dirty="0">
              <a:solidFill>
                <a:schemeClr val="tx1"/>
              </a:solidFill>
            </a:endParaRPr>
          </a:p>
        </p:txBody>
      </p:sp>
      <p:cxnSp>
        <p:nvCxnSpPr>
          <p:cNvPr id="113" name="连接符: 曲线 112">
            <a:extLst>
              <a:ext uri="{FF2B5EF4-FFF2-40B4-BE49-F238E27FC236}">
                <a16:creationId xmlns:a16="http://schemas.microsoft.com/office/drawing/2014/main" id="{03A11228-24EA-DC8E-67D4-1C3CB81EFEF4}"/>
              </a:ext>
            </a:extLst>
          </p:cNvPr>
          <p:cNvCxnSpPr>
            <a:cxnSpLocks/>
            <a:stCxn id="105" idx="4"/>
            <a:endCxn id="109" idx="0"/>
          </p:cNvCxnSpPr>
          <p:nvPr/>
        </p:nvCxnSpPr>
        <p:spPr>
          <a:xfrm rot="5400000">
            <a:off x="6994084" y="3604439"/>
            <a:ext cx="436639" cy="7900"/>
          </a:xfrm>
          <a:prstGeom prst="curved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116" name="连接符: 曲线 115">
            <a:extLst>
              <a:ext uri="{FF2B5EF4-FFF2-40B4-BE49-F238E27FC236}">
                <a16:creationId xmlns:a16="http://schemas.microsoft.com/office/drawing/2014/main" id="{B9BD4967-8567-8F8E-D93C-E01CA084AD39}"/>
              </a:ext>
            </a:extLst>
          </p:cNvPr>
          <p:cNvCxnSpPr>
            <a:cxnSpLocks/>
          </p:cNvCxnSpPr>
          <p:nvPr/>
        </p:nvCxnSpPr>
        <p:spPr>
          <a:xfrm rot="5400000">
            <a:off x="9532242" y="3617139"/>
            <a:ext cx="436639" cy="7900"/>
          </a:xfrm>
          <a:prstGeom prst="curvedConnector3">
            <a:avLst>
              <a:gd name="adj1" fmla="val 50000"/>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3752E4E0-1FD6-B059-7D39-22402AE45792}"/>
              </a:ext>
            </a:extLst>
          </p:cNvPr>
          <p:cNvCxnSpPr>
            <a:cxnSpLocks/>
            <a:stCxn id="109" idx="6"/>
            <a:endCxn id="110" idx="2"/>
          </p:cNvCxnSpPr>
          <p:nvPr/>
        </p:nvCxnSpPr>
        <p:spPr>
          <a:xfrm>
            <a:off x="7376233" y="39777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09634031-82D6-32F8-87AF-910D5D900A96}"/>
              </a:ext>
            </a:extLst>
          </p:cNvPr>
          <p:cNvCxnSpPr>
            <a:cxnSpLocks/>
            <a:endCxn id="112" idx="2"/>
          </p:cNvCxnSpPr>
          <p:nvPr/>
        </p:nvCxnSpPr>
        <p:spPr>
          <a:xfrm>
            <a:off x="9073605" y="3977711"/>
            <a:ext cx="54248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146D4E12-F128-E48B-6F04-504F41997C09}"/>
              </a:ext>
            </a:extLst>
          </p:cNvPr>
          <p:cNvCxnSpPr>
            <a:cxnSpLocks/>
          </p:cNvCxnSpPr>
          <p:nvPr/>
        </p:nvCxnSpPr>
        <p:spPr>
          <a:xfrm>
            <a:off x="7376233" y="32157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60676B61-5DEF-AA2D-A565-6954701858A4}"/>
              </a:ext>
            </a:extLst>
          </p:cNvPr>
          <p:cNvCxnSpPr>
            <a:cxnSpLocks/>
          </p:cNvCxnSpPr>
          <p:nvPr/>
        </p:nvCxnSpPr>
        <p:spPr>
          <a:xfrm>
            <a:off x="9073605" y="3215711"/>
            <a:ext cx="54248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451F8B6C-A7E6-7F67-9EF0-721743960925}"/>
              </a:ext>
            </a:extLst>
          </p:cNvPr>
          <p:cNvCxnSpPr>
            <a:cxnSpLocks/>
          </p:cNvCxnSpPr>
          <p:nvPr/>
        </p:nvCxnSpPr>
        <p:spPr>
          <a:xfrm>
            <a:off x="8233729" y="39777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EDAA7ACB-DCF8-DBEA-58E9-515AC4D43062}"/>
              </a:ext>
            </a:extLst>
          </p:cNvPr>
          <p:cNvCxnSpPr>
            <a:cxnSpLocks/>
          </p:cNvCxnSpPr>
          <p:nvPr/>
        </p:nvCxnSpPr>
        <p:spPr>
          <a:xfrm>
            <a:off x="8233729" y="3215711"/>
            <a:ext cx="512216"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203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63B-2353-FA90-5B2C-BD860E92957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3A525901-2C19-64B6-0115-C29C7B064F88}"/>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5949082B-14B6-7CDC-E12A-73C38F068BFD}"/>
                </a:ext>
              </a:extLst>
            </p:cNvPr>
            <p:cNvSpPr/>
            <p:nvPr>
              <p:custDataLst>
                <p:tags r:id="rId3"/>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A62AF432-531B-E32A-736F-BCB27B03E2C1}"/>
                </a:ext>
              </a:extLst>
            </p:cNvPr>
            <p:cNvCxnSpPr/>
            <p:nvPr>
              <p:custDataLst>
                <p:tags r:id="rId4"/>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A60B6048-639C-010F-B7C6-1867337A5C44}"/>
                </a:ext>
              </a:extLst>
            </p:cNvPr>
            <p:cNvSpPr txBox="1"/>
            <p:nvPr>
              <p:custDataLst>
                <p:tags r:id="rId5"/>
              </p:custDataLst>
            </p:nvPr>
          </p:nvSpPr>
          <p:spPr>
            <a:xfrm>
              <a:off x="8952" y="3398"/>
              <a:ext cx="9612" cy="1891"/>
            </a:xfrm>
            <a:prstGeom prst="rect">
              <a:avLst/>
            </a:prstGeom>
            <a:noFill/>
          </p:spPr>
          <p:txBody>
            <a:bodyPr wrap="square" rtlCol="0" anchor="t" anchorCtr="0">
              <a:spAutoFit/>
            </a:bodyPr>
            <a:lstStyle/>
            <a:p>
              <a:pPr lvl="0" algn="l">
                <a:buClrTx/>
                <a:buSzTx/>
                <a:buFontTx/>
              </a:pP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Orders in Chaos: Enhancing Large-Scale </a:t>
              </a:r>
              <a:r>
                <a:rPr kumimoji="1" lang="en-US" altLang="zh-CN" sz="2400" b="1" i="1" dirty="0" err="1">
                  <a:solidFill>
                    <a:schemeClr val="bg1"/>
                  </a:solidFill>
                  <a:uFillTx/>
                  <a:latin typeface="Times New Roman Bold Italic" panose="02020803070505020304" charset="0"/>
                  <a:cs typeface="Times New Roman Bold Italic" panose="02020803070505020304" charset="0"/>
                  <a:sym typeface="+mn-ea"/>
                </a:rPr>
                <a:t>MoE</a:t>
              </a: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 LLM  Serving with Data Movement Forecasting</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pic>
        <p:nvPicPr>
          <p:cNvPr id="13" name="图片 12">
            <a:extLst>
              <a:ext uri="{FF2B5EF4-FFF2-40B4-BE49-F238E27FC236}">
                <a16:creationId xmlns:a16="http://schemas.microsoft.com/office/drawing/2014/main" id="{8D4285A3-B04F-B20A-A2F4-8FDB6AF7C5BB}"/>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6" name="文本框 5">
            <a:extLst>
              <a:ext uri="{FF2B5EF4-FFF2-40B4-BE49-F238E27FC236}">
                <a16:creationId xmlns:a16="http://schemas.microsoft.com/office/drawing/2014/main" id="{B14EE4E1-D5B5-A3D2-BE03-12C581BE1142}"/>
              </a:ext>
            </a:extLst>
          </p:cNvPr>
          <p:cNvSpPr txBox="1"/>
          <p:nvPr/>
        </p:nvSpPr>
        <p:spPr>
          <a:xfrm>
            <a:off x="301232" y="6081974"/>
            <a:ext cx="11064240" cy="642676"/>
          </a:xfrm>
          <a:prstGeom prst="rect">
            <a:avLst/>
          </a:prstGeom>
          <a:noFill/>
        </p:spPr>
        <p:txBody>
          <a:bodyPr wrap="square">
            <a:spAutoFit/>
          </a:bodyPr>
          <a:lstStyle/>
          <a:p>
            <a:pPr>
              <a:lnSpc>
                <a:spcPct val="115000"/>
              </a:lnSpc>
              <a:spcAft>
                <a:spcPts val="800"/>
              </a:spcAft>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[1] Yu Z, Guan Y, Yu Z, et al. Orders in Chaos: Enhancing Large-Scale </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MoE</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LLM Serving with Data Movement Forecasting[J]. </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arXiv</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preprint arXiv:2510.05497, 2025.</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0E872D6D-24EF-4331-99F2-F7FF125274F5}"/>
              </a:ext>
            </a:extLst>
          </p:cNvPr>
          <p:cNvSpPr txBox="1"/>
          <p:nvPr>
            <p:custDataLst>
              <p:tags r:id="rId1"/>
            </p:custDataLst>
          </p:nvPr>
        </p:nvSpPr>
        <p:spPr>
          <a:xfrm>
            <a:off x="4091305" y="2671539"/>
            <a:ext cx="723265" cy="646350"/>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2</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15" name="文本框 14">
            <a:extLst>
              <a:ext uri="{FF2B5EF4-FFF2-40B4-BE49-F238E27FC236}">
                <a16:creationId xmlns:a16="http://schemas.microsoft.com/office/drawing/2014/main" id="{FE72E290-95C5-487E-81FB-07E027C48955}"/>
              </a:ext>
            </a:extLst>
          </p:cNvPr>
          <p:cNvSpPr txBox="1"/>
          <p:nvPr>
            <p:custDataLst>
              <p:tags r:id="rId2"/>
            </p:custDataLst>
          </p:nvPr>
        </p:nvSpPr>
        <p:spPr>
          <a:xfrm>
            <a:off x="3505200" y="3244873"/>
            <a:ext cx="1887855" cy="368254"/>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two</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spTree>
    <p:extLst>
      <p:ext uri="{BB962C8B-B14F-4D97-AF65-F5344CB8AC3E}">
        <p14:creationId xmlns:p14="http://schemas.microsoft.com/office/powerpoint/2010/main" val="1682685868"/>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Orders in Chaos: Enhancing Large-Scale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LLM  Serving with Data Movement Forecasting</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2069420" y="1699103"/>
            <a:ext cx="9825203" cy="430182"/>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主要看文中提出的</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5</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点观察</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8" name="图片 7">
            <a:extLst>
              <a:ext uri="{FF2B5EF4-FFF2-40B4-BE49-F238E27FC236}">
                <a16:creationId xmlns:a16="http://schemas.microsoft.com/office/drawing/2014/main" id="{0260622F-DAEF-4CB9-A9C8-70BE5B3424A0}"/>
              </a:ext>
            </a:extLst>
          </p:cNvPr>
          <p:cNvPicPr>
            <a:picLocks noChangeAspect="1"/>
          </p:cNvPicPr>
          <p:nvPr/>
        </p:nvPicPr>
        <p:blipFill>
          <a:blip r:embed="rId4"/>
          <a:stretch>
            <a:fillRect/>
          </a:stretch>
        </p:blipFill>
        <p:spPr>
          <a:xfrm>
            <a:off x="1746210" y="2650786"/>
            <a:ext cx="9939951" cy="2565753"/>
          </a:xfrm>
          <a:prstGeom prst="rect">
            <a:avLst/>
          </a:prstGeom>
        </p:spPr>
      </p:pic>
    </p:spTree>
    <p:extLst>
      <p:ext uri="{BB962C8B-B14F-4D97-AF65-F5344CB8AC3E}">
        <p14:creationId xmlns:p14="http://schemas.microsoft.com/office/powerpoint/2010/main" val="277257388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Orders in Chaos: Enhancing Large-Scale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LLM  Serving with Data Movement Forecasting</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2958193"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时间相关性</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336549" y="1669078"/>
            <a:ext cx="4568140" cy="4797724"/>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layer-level</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相关性</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相邻层之间的专家选择关系；</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Qwen3 </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明显更亮的热图表明跨层相关性比 </a:t>
            </a:r>
            <a:r>
              <a:rPr lang="en-US" altLang="zh-CN" sz="14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Deepseek</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更强</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无论之前的图层选择如何，某些专家都经常被选择。这些模式表明普遍受欢迎的专家</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 token-level</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相关性</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相邻</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之间同一层的专家选择关系；明亮的对角线表明在相邻代币中选择相同专家的倾向。</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无论模型如何，这种对角线图案主要出现在较高层（</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17 </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 </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43</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）中</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3: prefill-decoder</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相关性</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各个阶段的热图，亮点的分布相似，表明在预填充期间经常选择的专家对也可能在解码期间被选择</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CC47EFF4-5D09-4021-8304-A192CAD5347D}"/>
              </a:ext>
            </a:extLst>
          </p:cNvPr>
          <p:cNvPicPr>
            <a:picLocks noChangeAspect="1"/>
          </p:cNvPicPr>
          <p:nvPr/>
        </p:nvPicPr>
        <p:blipFill>
          <a:blip r:embed="rId4"/>
          <a:stretch>
            <a:fillRect/>
          </a:stretch>
        </p:blipFill>
        <p:spPr>
          <a:xfrm>
            <a:off x="5992196" y="1047033"/>
            <a:ext cx="4568140" cy="1804426"/>
          </a:xfrm>
          <a:prstGeom prst="rect">
            <a:avLst/>
          </a:prstGeom>
        </p:spPr>
      </p:pic>
      <p:pic>
        <p:nvPicPr>
          <p:cNvPr id="11" name="图片 10">
            <a:extLst>
              <a:ext uri="{FF2B5EF4-FFF2-40B4-BE49-F238E27FC236}">
                <a16:creationId xmlns:a16="http://schemas.microsoft.com/office/drawing/2014/main" id="{AEC33F98-178C-4484-866C-4A396BA5145A}"/>
              </a:ext>
            </a:extLst>
          </p:cNvPr>
          <p:cNvPicPr>
            <a:picLocks noChangeAspect="1"/>
          </p:cNvPicPr>
          <p:nvPr/>
        </p:nvPicPr>
        <p:blipFill>
          <a:blip r:embed="rId5"/>
          <a:stretch>
            <a:fillRect/>
          </a:stretch>
        </p:blipFill>
        <p:spPr>
          <a:xfrm>
            <a:off x="6040834" y="2851459"/>
            <a:ext cx="5922523" cy="1600984"/>
          </a:xfrm>
          <a:prstGeom prst="rect">
            <a:avLst/>
          </a:prstGeom>
        </p:spPr>
      </p:pic>
      <p:pic>
        <p:nvPicPr>
          <p:cNvPr id="14" name="图片 13">
            <a:extLst>
              <a:ext uri="{FF2B5EF4-FFF2-40B4-BE49-F238E27FC236}">
                <a16:creationId xmlns:a16="http://schemas.microsoft.com/office/drawing/2014/main" id="{C8738017-5324-426B-AF71-3A25EF63A005}"/>
              </a:ext>
            </a:extLst>
          </p:cNvPr>
          <p:cNvPicPr>
            <a:picLocks noChangeAspect="1"/>
          </p:cNvPicPr>
          <p:nvPr/>
        </p:nvPicPr>
        <p:blipFill>
          <a:blip r:embed="rId6"/>
          <a:stretch>
            <a:fillRect/>
          </a:stretch>
        </p:blipFill>
        <p:spPr>
          <a:xfrm>
            <a:off x="6096000" y="4636704"/>
            <a:ext cx="3234223" cy="2134587"/>
          </a:xfrm>
          <a:prstGeom prst="rect">
            <a:avLst/>
          </a:prstGeom>
        </p:spPr>
      </p:pic>
    </p:spTree>
    <p:extLst>
      <p:ext uri="{BB962C8B-B14F-4D97-AF65-F5344CB8AC3E}">
        <p14:creationId xmlns:p14="http://schemas.microsoft.com/office/powerpoint/2010/main" val="40130175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Orders in Chaos: Enhancing Large-Scale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LLM  Serving with Data Movement Forecasting</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2958193"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时间相关性洞察</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403498" y="1693399"/>
            <a:ext cx="10190728" cy="3172663"/>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见解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prefill</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数据驱动预测 （观察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3</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利用</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prefill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阶段的专家选择跟踪来预测解码阶段的专家选择。</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prefill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阶段收集的专家选择信息可以作为解码阶段开始时专家选择预测的重要参考</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利用</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prefill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信息在解码阶段动态调整专家分布</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这在采用参数分解的现代服务系统中特别有用，其中</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prefill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和解码阶段可能驻留在不同的机器上。</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见解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：跨层次结构内存管理（观察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1</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令牌级和层级时间关系支持跨内存层次结构的动态专家预取和缓存。</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Layer-level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的相关性在时间距离上更短，适合</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cache/buffer</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存储；而</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token-level</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距离更长，</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DRAM</a:t>
            </a:r>
          </a:p>
        </p:txBody>
      </p:sp>
    </p:spTree>
    <p:extLst>
      <p:ext uri="{BB962C8B-B14F-4D97-AF65-F5344CB8AC3E}">
        <p14:creationId xmlns:p14="http://schemas.microsoft.com/office/powerpoint/2010/main" val="410138715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Orders in Chaos: Enhancing Large-Scale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LLM  Serving with Data Movement Forecasting</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2958193"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空间相关性</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098459" y="1603236"/>
            <a:ext cx="5112652" cy="5563126"/>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：单个专家激活不平衡</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水平亮线表示某些专家无论主题如何都始终被激活，而仍然受欢迎的专家在主题之间差异很大，这表明基于任务的专家选择的重叠和区别。</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5:</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专家对共激活亲和化</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除了单个专家模式之外，我们还观察到专家对的空间关系，其中</a:t>
            </a:r>
            <a:r>
              <a:rPr lang="zh-CN" altLang="en-US" sz="14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某些专家更有可能被共同激活</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每个像素代表一个专家对，其值显示通过理论随机选择概率归一化的共激活频率</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亮点的出现概率是理论值的 </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20-40 </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倍，表明共激活倾向很强。</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在 </a:t>
            </a:r>
            <a:r>
              <a:rPr lang="en-US" altLang="zh-CN" sz="14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Deepseek</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的热图图 </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6</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中，经常激活的对位于红线之间，形成明亮的方块，反映了 </a:t>
            </a:r>
            <a:r>
              <a:rPr lang="en-US" altLang="zh-CN" sz="14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Deepseek</a:t>
            </a:r>
            <a:r>
              <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的路由限制，即代币仅路由到相邻节点以减少通信开销。这表明分离共激活的专家对以平衡工作量的潜力。</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16" name="图片 15">
            <a:extLst>
              <a:ext uri="{FF2B5EF4-FFF2-40B4-BE49-F238E27FC236}">
                <a16:creationId xmlns:a16="http://schemas.microsoft.com/office/drawing/2014/main" id="{059E4216-D858-4C5F-959B-FFB0CA2E736B}"/>
              </a:ext>
            </a:extLst>
          </p:cNvPr>
          <p:cNvPicPr>
            <a:picLocks noChangeAspect="1"/>
          </p:cNvPicPr>
          <p:nvPr/>
        </p:nvPicPr>
        <p:blipFill>
          <a:blip r:embed="rId4"/>
          <a:stretch>
            <a:fillRect/>
          </a:stretch>
        </p:blipFill>
        <p:spPr>
          <a:xfrm>
            <a:off x="6248716" y="3273357"/>
            <a:ext cx="5472234" cy="3152591"/>
          </a:xfrm>
          <a:prstGeom prst="rect">
            <a:avLst/>
          </a:prstGeom>
        </p:spPr>
      </p:pic>
      <p:pic>
        <p:nvPicPr>
          <p:cNvPr id="18" name="图片 17">
            <a:extLst>
              <a:ext uri="{FF2B5EF4-FFF2-40B4-BE49-F238E27FC236}">
                <a16:creationId xmlns:a16="http://schemas.microsoft.com/office/drawing/2014/main" id="{50579B58-C3BE-44AE-9566-B398C8ACF6D5}"/>
              </a:ext>
            </a:extLst>
          </p:cNvPr>
          <p:cNvPicPr>
            <a:picLocks noChangeAspect="1"/>
          </p:cNvPicPr>
          <p:nvPr/>
        </p:nvPicPr>
        <p:blipFill>
          <a:blip r:embed="rId5"/>
          <a:stretch>
            <a:fillRect/>
          </a:stretch>
        </p:blipFill>
        <p:spPr>
          <a:xfrm>
            <a:off x="7630745" y="2054495"/>
            <a:ext cx="3660843" cy="1374505"/>
          </a:xfrm>
          <a:prstGeom prst="rect">
            <a:avLst/>
          </a:prstGeom>
        </p:spPr>
      </p:pic>
      <p:pic>
        <p:nvPicPr>
          <p:cNvPr id="8" name="图片 7">
            <a:extLst>
              <a:ext uri="{FF2B5EF4-FFF2-40B4-BE49-F238E27FC236}">
                <a16:creationId xmlns:a16="http://schemas.microsoft.com/office/drawing/2014/main" id="{6392BE3E-3F95-4587-B6BA-FEBB5BC1AA88}"/>
              </a:ext>
            </a:extLst>
          </p:cNvPr>
          <p:cNvPicPr>
            <a:picLocks noChangeAspect="1"/>
          </p:cNvPicPr>
          <p:nvPr/>
        </p:nvPicPr>
        <p:blipFill>
          <a:blip r:embed="rId6"/>
          <a:stretch>
            <a:fillRect/>
          </a:stretch>
        </p:blipFill>
        <p:spPr>
          <a:xfrm>
            <a:off x="6483975" y="1047033"/>
            <a:ext cx="2599182" cy="1343979"/>
          </a:xfrm>
          <a:prstGeom prst="rect">
            <a:avLst/>
          </a:prstGeom>
        </p:spPr>
      </p:pic>
    </p:spTree>
    <p:extLst>
      <p:ext uri="{BB962C8B-B14F-4D97-AF65-F5344CB8AC3E}">
        <p14:creationId xmlns:p14="http://schemas.microsoft.com/office/powerpoint/2010/main" val="374407369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Orders in Chaos: Enhancing Large-Scale </a:t>
            </a:r>
            <a:r>
              <a:rPr kumimoji="1" lang="en-US" altLang="zh-CN" sz="2400" b="1" spc="300" dirty="0" err="1">
                <a:solidFill>
                  <a:srgbClr val="141E8C"/>
                </a:solidFill>
                <a:latin typeface="Arial" panose="020B0704020202020204" pitchFamily="34" charset="0"/>
                <a:ea typeface="微软雅黑" panose="020B0503020204020204" pitchFamily="34" charset="-122"/>
                <a:cs typeface="Arial" panose="020B0704020202020204" pitchFamily="34" charset="0"/>
              </a:rPr>
              <a:t>MoE</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LLM  Serving with Data Movement Forecasting</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2958193"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空间相关性洞察</a:t>
            </a: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275501" y="1707990"/>
            <a:ext cx="6616957" cy="476079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见解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3</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：专家放置感知工作负载分布（观察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5</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在为系统单元分配工作量时，应考虑专家安置，以更好地平衡工作量。</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见解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：流行的专家去中心化（观察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例如</a:t>
            </a:r>
            <a:r>
              <a:rPr lang="en-US" altLang="zh-CN" sz="14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FasterMoE</a:t>
            </a: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的影子专家策略，跨多个计算单元复制热门专家可以更均匀地分配负载。</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避免将高度受欢迎的专家放在同一单元上，进一步增强工作量平衡。 </a:t>
            </a:r>
            <a:endParaRPr lang="en-US" altLang="zh-CN" sz="16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见解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5</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：专家对分离 （观察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5</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分离经常共激活的专家对，以最大限度地提高并行度。</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将这些共同激活的专家对分配给不同的计算单元可以最大限度地提高硬件并行性，并防止工作负载集中在特定单元上。</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见解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6</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：工作负载感知服务系统 （观察</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4</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1200150" lvl="2" indent="-285750">
              <a:lnSpc>
                <a:spcPct val="120000"/>
              </a:lnSpc>
              <a:buSzPct val="80000"/>
              <a:buFont typeface="Wingdings" panose="05000000000000000000" charset="0"/>
              <a:buChar char=""/>
            </a:pPr>
            <a:r>
              <a:rPr lang="zh-CN" altLang="en-US"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利用工作负载信息（如任务类型和语言）在提供服务之前进行专家迁移。热门专家可以更均匀地分配负载。</a:t>
            </a:r>
            <a:endParaRPr lang="en-US" altLang="zh-CN" sz="14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4EF268B8-43A4-4812-8BA3-5E6DD9BF9CBE}"/>
              </a:ext>
            </a:extLst>
          </p:cNvPr>
          <p:cNvPicPr>
            <a:picLocks noChangeAspect="1"/>
          </p:cNvPicPr>
          <p:nvPr/>
        </p:nvPicPr>
        <p:blipFill>
          <a:blip r:embed="rId4"/>
          <a:stretch>
            <a:fillRect/>
          </a:stretch>
        </p:blipFill>
        <p:spPr>
          <a:xfrm>
            <a:off x="7892458" y="4005178"/>
            <a:ext cx="3829187" cy="2638954"/>
          </a:xfrm>
          <a:prstGeom prst="rect">
            <a:avLst/>
          </a:prstGeom>
        </p:spPr>
      </p:pic>
      <p:pic>
        <p:nvPicPr>
          <p:cNvPr id="10" name="图片 9">
            <a:extLst>
              <a:ext uri="{FF2B5EF4-FFF2-40B4-BE49-F238E27FC236}">
                <a16:creationId xmlns:a16="http://schemas.microsoft.com/office/drawing/2014/main" id="{096BB6F7-86CD-449B-A42E-8FE3E8B6C96A}"/>
              </a:ext>
            </a:extLst>
          </p:cNvPr>
          <p:cNvPicPr>
            <a:picLocks noChangeAspect="1"/>
          </p:cNvPicPr>
          <p:nvPr/>
        </p:nvPicPr>
        <p:blipFill>
          <a:blip r:embed="rId5"/>
          <a:stretch>
            <a:fillRect/>
          </a:stretch>
        </p:blipFill>
        <p:spPr>
          <a:xfrm>
            <a:off x="8275536" y="977967"/>
            <a:ext cx="3487462" cy="2777001"/>
          </a:xfrm>
          <a:prstGeom prst="rect">
            <a:avLst/>
          </a:prstGeom>
        </p:spPr>
      </p:pic>
    </p:spTree>
    <p:extLst>
      <p:ext uri="{BB962C8B-B14F-4D97-AF65-F5344CB8AC3E}">
        <p14:creationId xmlns:p14="http://schemas.microsoft.com/office/powerpoint/2010/main" val="42778029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63B-2353-FA90-5B2C-BD860E92957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3A525901-2C19-64B6-0115-C29C7B064F88}"/>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5949082B-14B6-7CDC-E12A-73C38F068BFD}"/>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A62AF432-531B-E32A-736F-BCB27B03E2C1}"/>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A60B6048-639C-010F-B7C6-1867337A5C44}"/>
                </a:ext>
              </a:extLst>
            </p:cNvPr>
            <p:cNvSpPr txBox="1"/>
            <p:nvPr>
              <p:custDataLst>
                <p:tags r:id="rId3"/>
              </p:custDataLst>
            </p:nvPr>
          </p:nvSpPr>
          <p:spPr>
            <a:xfrm>
              <a:off x="8952" y="3398"/>
              <a:ext cx="9612" cy="1891"/>
            </a:xfrm>
            <a:prstGeom prst="rect">
              <a:avLst/>
            </a:prstGeom>
            <a:noFill/>
          </p:spPr>
          <p:txBody>
            <a:bodyPr wrap="square" rtlCol="0" anchor="t" anchorCtr="0">
              <a:spAutoFit/>
            </a:bodyPr>
            <a:lstStyle/>
            <a:p>
              <a:pPr lvl="0" algn="l">
                <a:buClrTx/>
                <a:buSzTx/>
                <a:buFontTx/>
              </a:pP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NETMOE: ACCELERATING MOE TRAINING THROUGH  DYNAMIC SAMPLE PLACEMENT</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3F4736AB-06FB-5B61-5C4D-22E415653AF6}"/>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4293E849-5609-7D84-1D4C-E7AFE76DBEFA}"/>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2</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85DD8D6C-C2FD-204B-A89E-D09E09E157B9}"/>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two</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grpSp>
      <p:pic>
        <p:nvPicPr>
          <p:cNvPr id="13" name="图片 12">
            <a:extLst>
              <a:ext uri="{FF2B5EF4-FFF2-40B4-BE49-F238E27FC236}">
                <a16:creationId xmlns:a16="http://schemas.microsoft.com/office/drawing/2014/main" id="{8D4285A3-B04F-B20A-A2F4-8FDB6AF7C5BB}"/>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6" name="文本框 5">
            <a:extLst>
              <a:ext uri="{FF2B5EF4-FFF2-40B4-BE49-F238E27FC236}">
                <a16:creationId xmlns:a16="http://schemas.microsoft.com/office/drawing/2014/main" id="{B14EE4E1-D5B5-A3D2-BE03-12C581BE1142}"/>
              </a:ext>
            </a:extLst>
          </p:cNvPr>
          <p:cNvSpPr txBox="1"/>
          <p:nvPr/>
        </p:nvSpPr>
        <p:spPr>
          <a:xfrm>
            <a:off x="563879" y="5932169"/>
            <a:ext cx="11064240" cy="642676"/>
          </a:xfrm>
          <a:prstGeom prst="rect">
            <a:avLst/>
          </a:prstGeom>
          <a:noFill/>
        </p:spPr>
        <p:txBody>
          <a:bodyPr wrap="square">
            <a:spAutoFit/>
          </a:bodyPr>
          <a:lstStyle/>
          <a:p>
            <a:pPr>
              <a:lnSpc>
                <a:spcPct val="115000"/>
              </a:lnSpc>
              <a:spcAft>
                <a:spcPts val="800"/>
              </a:spcAft>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[2] Liu X, Wang Y, Fu F, et al. </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Netmoe</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Accelerating </a:t>
            </a:r>
            <a:r>
              <a:rPr lang="en-US" altLang="zh-CN" sz="1600" kern="100" dirty="0" err="1">
                <a:effectLst/>
                <a:latin typeface="等线" panose="02010600030101010101" pitchFamily="2" charset="-122"/>
                <a:ea typeface="等线" panose="02010600030101010101" pitchFamily="2" charset="-122"/>
                <a:cs typeface="Times New Roman" panose="02020603050405020304" pitchFamily="18" charset="0"/>
              </a:rPr>
              <a:t>moe</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training through dynamic sample placement[C]//The Thirteenth International Conference on Learning Representations. 2025</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5910002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NETMOE: ACCELERATING MOE TRAINING THROUGH  DYNAMIC SAMPLE PLACEMENT</a:t>
            </a: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1839901"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intro</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pic>
        <p:nvPicPr>
          <p:cNvPr id="5" name="图片 4">
            <a:extLst>
              <a:ext uri="{FF2B5EF4-FFF2-40B4-BE49-F238E27FC236}">
                <a16:creationId xmlns:a16="http://schemas.microsoft.com/office/drawing/2014/main" id="{78B03F6C-A122-4E0C-B9F4-155F2B916F6A}"/>
              </a:ext>
            </a:extLst>
          </p:cNvPr>
          <p:cNvPicPr>
            <a:picLocks noChangeAspect="1"/>
          </p:cNvPicPr>
          <p:nvPr/>
        </p:nvPicPr>
        <p:blipFill>
          <a:blip r:embed="rId4"/>
          <a:stretch>
            <a:fillRect/>
          </a:stretch>
        </p:blipFill>
        <p:spPr>
          <a:xfrm>
            <a:off x="1552578" y="1799890"/>
            <a:ext cx="5750396" cy="4192621"/>
          </a:xfrm>
          <a:prstGeom prst="rect">
            <a:avLst/>
          </a:prstGeom>
        </p:spPr>
      </p:pic>
      <p:pic>
        <p:nvPicPr>
          <p:cNvPr id="10" name="图片 9">
            <a:extLst>
              <a:ext uri="{FF2B5EF4-FFF2-40B4-BE49-F238E27FC236}">
                <a16:creationId xmlns:a16="http://schemas.microsoft.com/office/drawing/2014/main" id="{E99342FA-F91A-490F-8EC4-6DBA29C820B3}"/>
              </a:ext>
            </a:extLst>
          </p:cNvPr>
          <p:cNvPicPr>
            <a:picLocks noChangeAspect="1"/>
          </p:cNvPicPr>
          <p:nvPr/>
        </p:nvPicPr>
        <p:blipFill>
          <a:blip r:embed="rId5"/>
          <a:stretch>
            <a:fillRect/>
          </a:stretch>
        </p:blipFill>
        <p:spPr>
          <a:xfrm>
            <a:off x="4920355" y="945087"/>
            <a:ext cx="7271645" cy="2889709"/>
          </a:xfrm>
          <a:prstGeom prst="rect">
            <a:avLst/>
          </a:prstGeom>
        </p:spPr>
      </p:pic>
    </p:spTree>
    <p:extLst>
      <p:ext uri="{BB962C8B-B14F-4D97-AF65-F5344CB8AC3E}">
        <p14:creationId xmlns:p14="http://schemas.microsoft.com/office/powerpoint/2010/main" val="364056114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3060333"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motivation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828800" y="1725964"/>
            <a:ext cx="9825203" cy="799514"/>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NetMoE</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的基本思想是根据专家路由结果，在训练过程中动态调整数据样本的位置，以便通过</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高速通道</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传输更多的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token</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，而不是</a:t>
            </a:r>
            <a:r>
              <a:rPr lang="zh-CN" altLang="en-US" sz="2000" b="1"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低速通道</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pic>
        <p:nvPicPr>
          <p:cNvPr id="5" name="图片 4">
            <a:extLst>
              <a:ext uri="{FF2B5EF4-FFF2-40B4-BE49-F238E27FC236}">
                <a16:creationId xmlns:a16="http://schemas.microsoft.com/office/drawing/2014/main" id="{824F6D40-ED64-467C-A4D9-028367F8D18B}"/>
              </a:ext>
            </a:extLst>
          </p:cNvPr>
          <p:cNvPicPr>
            <a:picLocks noChangeAspect="1"/>
          </p:cNvPicPr>
          <p:nvPr/>
        </p:nvPicPr>
        <p:blipFill>
          <a:blip r:embed="rId4"/>
          <a:stretch>
            <a:fillRect/>
          </a:stretch>
        </p:blipFill>
        <p:spPr>
          <a:xfrm>
            <a:off x="1448460" y="2490546"/>
            <a:ext cx="7535057" cy="4367454"/>
          </a:xfrm>
          <a:prstGeom prst="rect">
            <a:avLst/>
          </a:prstGeom>
        </p:spPr>
      </p:pic>
      <p:sp>
        <p:nvSpPr>
          <p:cNvPr id="12" name="文本框 11">
            <a:extLst>
              <a:ext uri="{FF2B5EF4-FFF2-40B4-BE49-F238E27FC236}">
                <a16:creationId xmlns:a16="http://schemas.microsoft.com/office/drawing/2014/main" id="{91260EEC-EFE1-4754-89D2-75EE1A6823E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NETMOE: ACCELERATING MOE TRAINING THROUGH  DYNAMIC SAMPLE PLACEMENT</a:t>
            </a:r>
          </a:p>
        </p:txBody>
      </p:sp>
      <p:pic>
        <p:nvPicPr>
          <p:cNvPr id="8" name="图片 7">
            <a:extLst>
              <a:ext uri="{FF2B5EF4-FFF2-40B4-BE49-F238E27FC236}">
                <a16:creationId xmlns:a16="http://schemas.microsoft.com/office/drawing/2014/main" id="{F2134462-62F9-4A4C-8591-528B72B954C4}"/>
              </a:ext>
            </a:extLst>
          </p:cNvPr>
          <p:cNvPicPr>
            <a:picLocks noChangeAspect="1"/>
          </p:cNvPicPr>
          <p:nvPr/>
        </p:nvPicPr>
        <p:blipFill>
          <a:blip r:embed="rId5"/>
          <a:stretch>
            <a:fillRect/>
          </a:stretch>
        </p:blipFill>
        <p:spPr>
          <a:xfrm>
            <a:off x="8954226" y="3229148"/>
            <a:ext cx="2699777" cy="1074802"/>
          </a:xfrm>
          <a:prstGeom prst="rect">
            <a:avLst/>
          </a:prstGeom>
        </p:spPr>
      </p:pic>
    </p:spTree>
    <p:extLst>
      <p:ext uri="{BB962C8B-B14F-4D97-AF65-F5344CB8AC3E}">
        <p14:creationId xmlns:p14="http://schemas.microsoft.com/office/powerpoint/2010/main" val="302793610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521501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1.2 PROBLEM FORMULATION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828800" y="1711373"/>
            <a:ext cx="9825203" cy="4122732"/>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通信建模：</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α represents the latency cost and β represents the bandwidth cost</a:t>
            </a: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通信分为三类：设备内通信、节点内通信和节点间通信</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The bandwidths of these channels are represented by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Vintra</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and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Vinter</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 represents the communication volume</a:t>
            </a: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设路由∈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NI×L×K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是门控网络的令牌路由结果，它代表每个令牌将发送到的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K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专家</a:t>
            </a: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2" name="文本框 11">
            <a:extLst>
              <a:ext uri="{FF2B5EF4-FFF2-40B4-BE49-F238E27FC236}">
                <a16:creationId xmlns:a16="http://schemas.microsoft.com/office/drawing/2014/main" id="{91260EEC-EFE1-4754-89D2-75EE1A6823E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NETMOE: ACCELERATING MOE TRAINING THROUGH  DYNAMIC SAMPLE PLACEMENT</a:t>
            </a:r>
          </a:p>
        </p:txBody>
      </p:sp>
      <p:pic>
        <p:nvPicPr>
          <p:cNvPr id="10" name="图片 9">
            <a:extLst>
              <a:ext uri="{FF2B5EF4-FFF2-40B4-BE49-F238E27FC236}">
                <a16:creationId xmlns:a16="http://schemas.microsoft.com/office/drawing/2014/main" id="{F7CBBFAD-3921-4530-966E-AA2AF04ECFF3}"/>
              </a:ext>
            </a:extLst>
          </p:cNvPr>
          <p:cNvPicPr>
            <a:picLocks noChangeAspect="1"/>
          </p:cNvPicPr>
          <p:nvPr/>
        </p:nvPicPr>
        <p:blipFill>
          <a:blip r:embed="rId4"/>
          <a:stretch>
            <a:fillRect/>
          </a:stretch>
        </p:blipFill>
        <p:spPr>
          <a:xfrm>
            <a:off x="7937397" y="382822"/>
            <a:ext cx="2668581" cy="1266628"/>
          </a:xfrm>
          <a:prstGeom prst="rect">
            <a:avLst/>
          </a:prstGeom>
        </p:spPr>
      </p:pic>
      <p:pic>
        <p:nvPicPr>
          <p:cNvPr id="14" name="图片 13">
            <a:extLst>
              <a:ext uri="{FF2B5EF4-FFF2-40B4-BE49-F238E27FC236}">
                <a16:creationId xmlns:a16="http://schemas.microsoft.com/office/drawing/2014/main" id="{8CADA4AE-6810-4061-843E-889F0F18CAE3}"/>
              </a:ext>
            </a:extLst>
          </p:cNvPr>
          <p:cNvPicPr>
            <a:picLocks noChangeAspect="1"/>
          </p:cNvPicPr>
          <p:nvPr/>
        </p:nvPicPr>
        <p:blipFill>
          <a:blip r:embed="rId5"/>
          <a:stretch>
            <a:fillRect/>
          </a:stretch>
        </p:blipFill>
        <p:spPr>
          <a:xfrm>
            <a:off x="2235844" y="3429000"/>
            <a:ext cx="9011113" cy="711237"/>
          </a:xfrm>
          <a:prstGeom prst="rect">
            <a:avLst/>
          </a:prstGeom>
        </p:spPr>
      </p:pic>
      <p:pic>
        <p:nvPicPr>
          <p:cNvPr id="16" name="图片 15">
            <a:extLst>
              <a:ext uri="{FF2B5EF4-FFF2-40B4-BE49-F238E27FC236}">
                <a16:creationId xmlns:a16="http://schemas.microsoft.com/office/drawing/2014/main" id="{075FEEC1-37C2-4529-AC50-88CCA512D8C3}"/>
              </a:ext>
            </a:extLst>
          </p:cNvPr>
          <p:cNvPicPr>
            <a:picLocks noChangeAspect="1"/>
          </p:cNvPicPr>
          <p:nvPr/>
        </p:nvPicPr>
        <p:blipFill>
          <a:blip r:embed="rId6"/>
          <a:stretch>
            <a:fillRect/>
          </a:stretch>
        </p:blipFill>
        <p:spPr>
          <a:xfrm>
            <a:off x="3770562" y="5603725"/>
            <a:ext cx="5416828" cy="673135"/>
          </a:xfrm>
          <a:prstGeom prst="rect">
            <a:avLst/>
          </a:prstGeom>
        </p:spPr>
      </p:pic>
    </p:spTree>
    <p:extLst>
      <p:ext uri="{BB962C8B-B14F-4D97-AF65-F5344CB8AC3E}">
        <p14:creationId xmlns:p14="http://schemas.microsoft.com/office/powerpoint/2010/main" val="306959954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43054"/>
            <a:ext cx="5215010"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1.2 PROBLEM FORMULATION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1828800" y="1711373"/>
            <a:ext cx="9825203" cy="190674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设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ExpDev</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是第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e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个专家的设备索引，</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SmpDev</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是第 </a:t>
            </a:r>
            <a:r>
              <a:rPr lang="en-US" altLang="zh-CN" sz="2000" spc="120" dirty="0" err="1">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i</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个样本应路由到的设备索引，</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Node</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 是第 </a:t>
            </a:r>
            <a:r>
              <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j </a:t>
            </a:r>
            <a:r>
              <a:rPr lang="zh-CN" altLang="en-US"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个设备的节点索引。通过将通信量视为需要传输的代币数量</a:t>
            </a: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p>
            <a:pPr marL="742950" lvl="1" indent="-285750">
              <a:lnSpc>
                <a:spcPct val="120000"/>
              </a:lnSpc>
              <a:buSzPct val="80000"/>
              <a:buFont typeface="Wingdings" panose="05000000000000000000" charset="0"/>
              <a:buChar char=""/>
            </a:pPr>
            <a:endParaRPr lang="en-US" altLang="zh-CN" sz="200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p:txBody>
      </p:sp>
      <p:sp>
        <p:nvSpPr>
          <p:cNvPr id="12" name="文本框 11">
            <a:extLst>
              <a:ext uri="{FF2B5EF4-FFF2-40B4-BE49-F238E27FC236}">
                <a16:creationId xmlns:a16="http://schemas.microsoft.com/office/drawing/2014/main" id="{91260EEC-EFE1-4754-89D2-75EE1A6823E2}"/>
              </a:ext>
            </a:extLst>
          </p:cNvPr>
          <p:cNvSpPr txBox="1"/>
          <p:nvPr/>
        </p:nvSpPr>
        <p:spPr>
          <a:xfrm>
            <a:off x="1663046" y="86709"/>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r>
              <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rPr>
              <a:t> NETMOE: ACCELERATING MOE TRAINING THROUGH  DYNAMIC SAMPLE PLACEMENT</a:t>
            </a:r>
          </a:p>
        </p:txBody>
      </p:sp>
      <p:pic>
        <p:nvPicPr>
          <p:cNvPr id="10" name="图片 9">
            <a:extLst>
              <a:ext uri="{FF2B5EF4-FFF2-40B4-BE49-F238E27FC236}">
                <a16:creationId xmlns:a16="http://schemas.microsoft.com/office/drawing/2014/main" id="{F7CBBFAD-3921-4530-966E-AA2AF04ECFF3}"/>
              </a:ext>
            </a:extLst>
          </p:cNvPr>
          <p:cNvPicPr>
            <a:picLocks noChangeAspect="1"/>
          </p:cNvPicPr>
          <p:nvPr/>
        </p:nvPicPr>
        <p:blipFill>
          <a:blip r:embed="rId4"/>
          <a:stretch>
            <a:fillRect/>
          </a:stretch>
        </p:blipFill>
        <p:spPr>
          <a:xfrm>
            <a:off x="9187390" y="498939"/>
            <a:ext cx="2668581" cy="1266628"/>
          </a:xfrm>
          <a:prstGeom prst="rect">
            <a:avLst/>
          </a:prstGeom>
        </p:spPr>
      </p:pic>
      <p:pic>
        <p:nvPicPr>
          <p:cNvPr id="5" name="图片 4">
            <a:extLst>
              <a:ext uri="{FF2B5EF4-FFF2-40B4-BE49-F238E27FC236}">
                <a16:creationId xmlns:a16="http://schemas.microsoft.com/office/drawing/2014/main" id="{39B54446-4AFB-452E-A927-9504638E58D3}"/>
              </a:ext>
            </a:extLst>
          </p:cNvPr>
          <p:cNvPicPr>
            <a:picLocks noChangeAspect="1"/>
          </p:cNvPicPr>
          <p:nvPr/>
        </p:nvPicPr>
        <p:blipFill>
          <a:blip r:embed="rId5"/>
          <a:stretch>
            <a:fillRect/>
          </a:stretch>
        </p:blipFill>
        <p:spPr>
          <a:xfrm>
            <a:off x="3848269" y="2914491"/>
            <a:ext cx="6073944" cy="748110"/>
          </a:xfrm>
          <a:prstGeom prst="rect">
            <a:avLst/>
          </a:prstGeom>
        </p:spPr>
      </p:pic>
      <p:pic>
        <p:nvPicPr>
          <p:cNvPr id="11" name="图片 10">
            <a:extLst>
              <a:ext uri="{FF2B5EF4-FFF2-40B4-BE49-F238E27FC236}">
                <a16:creationId xmlns:a16="http://schemas.microsoft.com/office/drawing/2014/main" id="{CF6C10F3-AF8A-4206-BF92-952CE508BC88}"/>
              </a:ext>
            </a:extLst>
          </p:cNvPr>
          <p:cNvPicPr>
            <a:picLocks noChangeAspect="1"/>
          </p:cNvPicPr>
          <p:nvPr/>
        </p:nvPicPr>
        <p:blipFill>
          <a:blip r:embed="rId6"/>
          <a:stretch>
            <a:fillRect/>
          </a:stretch>
        </p:blipFill>
        <p:spPr>
          <a:xfrm>
            <a:off x="2548646" y="4829265"/>
            <a:ext cx="8804997" cy="1788695"/>
          </a:xfrm>
          <a:prstGeom prst="rect">
            <a:avLst/>
          </a:prstGeom>
        </p:spPr>
      </p:pic>
      <p:pic>
        <p:nvPicPr>
          <p:cNvPr id="17" name="图片 16">
            <a:extLst>
              <a:ext uri="{FF2B5EF4-FFF2-40B4-BE49-F238E27FC236}">
                <a16:creationId xmlns:a16="http://schemas.microsoft.com/office/drawing/2014/main" id="{50220DF0-231D-4FDB-855E-ED379E8F7785}"/>
              </a:ext>
            </a:extLst>
          </p:cNvPr>
          <p:cNvPicPr>
            <a:picLocks noChangeAspect="1"/>
          </p:cNvPicPr>
          <p:nvPr/>
        </p:nvPicPr>
        <p:blipFill>
          <a:blip r:embed="rId7"/>
          <a:stretch>
            <a:fillRect/>
          </a:stretch>
        </p:blipFill>
        <p:spPr>
          <a:xfrm>
            <a:off x="3848269" y="3896202"/>
            <a:ext cx="7519882" cy="574436"/>
          </a:xfrm>
          <a:prstGeom prst="rect">
            <a:avLst/>
          </a:prstGeom>
        </p:spPr>
      </p:pic>
    </p:spTree>
    <p:extLst>
      <p:ext uri="{BB962C8B-B14F-4D97-AF65-F5344CB8AC3E}">
        <p14:creationId xmlns:p14="http://schemas.microsoft.com/office/powerpoint/2010/main" val="180202915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58*36"/>
  <p:tag name="TABLE_ENDDRAG_RECT" val="573*376*258*3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3815</TotalTime>
  <Words>2537</Words>
  <Application>Microsoft Office PowerPoint</Application>
  <PresentationFormat>宽屏</PresentationFormat>
  <Paragraphs>212</Paragraphs>
  <Slides>16</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-apple-system</vt:lpstr>
      <vt:lpstr>Inter</vt:lpstr>
      <vt:lpstr>Times New Roman Regular</vt:lpstr>
      <vt:lpstr>ui-sans-serif</vt:lpstr>
      <vt:lpstr>等线</vt:lpstr>
      <vt:lpstr>微软雅黑</vt:lpstr>
      <vt:lpstr>Arial</vt:lpstr>
      <vt:lpstr>Times New Roman Bold</vt:lpstr>
      <vt:lpstr>Times New Roman Bold Italic</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liao huang</dc:creator>
  <cp:lastModifiedBy>liao huang</cp:lastModifiedBy>
  <cp:revision>5</cp:revision>
  <dcterms:created xsi:type="dcterms:W3CDTF">2025-08-20T06:57:41Z</dcterms:created>
  <dcterms:modified xsi:type="dcterms:W3CDTF">2025-10-24T10:56:32Z</dcterms:modified>
</cp:coreProperties>
</file>