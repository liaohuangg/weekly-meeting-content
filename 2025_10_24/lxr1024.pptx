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72" r:id="rId3"/>
    <p:sldId id="313" r:id="rId4"/>
    <p:sldId id="333" r:id="rId5"/>
    <p:sldId id="335" r:id="rId6"/>
    <p:sldId id="336" r:id="rId7"/>
    <p:sldId id="334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0DD1131-E15C-442C-ADEB-F5A77FD726CB}">
          <p14:sldIdLst>
            <p14:sldId id="257"/>
            <p14:sldId id="272"/>
          </p14:sldIdLst>
        </p14:section>
        <p14:section name="1" id="{3CE12ECF-0D44-4DDB-A890-C7DBAE28C2AA}">
          <p14:sldIdLst>
            <p14:sldId id="313"/>
            <p14:sldId id="333"/>
            <p14:sldId id="335"/>
            <p14:sldId id="336"/>
            <p14:sldId id="334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DC39F1-6E61-4B04-BA5E-FD9AD573E169}" v="33" dt="2025-10-09T05:44:56.573"/>
    <p1510:client id="{AC12F19B-E514-4570-8AFA-B0EFD247729C}" v="2" dt="2025-10-09T05:37:19.8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01" autoAdjust="0"/>
    <p:restoredTop sz="80133" autoAdjust="0"/>
  </p:normalViewPr>
  <p:slideViewPr>
    <p:cSldViewPr snapToGrid="0">
      <p:cViewPr varScale="1">
        <p:scale>
          <a:sx n="97" d="100"/>
          <a:sy n="97" d="100"/>
        </p:scale>
        <p:origin x="180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o huang" userId="ec82cc6f13daab8b" providerId="LiveId" clId="{E24E8AD7-CEE0-4A90-923C-3E20E97F8D52}"/>
    <pc:docChg chg="undo custSel addSld delSld modSld sldOrd addSection modSection">
      <pc:chgData name="liao huang" userId="ec82cc6f13daab8b" providerId="LiveId" clId="{E24E8AD7-CEE0-4A90-923C-3E20E97F8D52}" dt="2025-09-03T09:19:37.138" v="2832" actId="20577"/>
      <pc:docMkLst>
        <pc:docMk/>
      </pc:docMkLst>
      <pc:sldChg chg="modSp add mod">
        <pc:chgData name="liao huang" userId="ec82cc6f13daab8b" providerId="LiveId" clId="{E24E8AD7-CEE0-4A90-923C-3E20E97F8D52}" dt="2025-08-20T06:58:31.479" v="50" actId="20577"/>
        <pc:sldMkLst>
          <pc:docMk/>
          <pc:sldMk cId="0" sldId="257"/>
        </pc:sldMkLst>
      </pc:sldChg>
      <pc:sldChg chg="modSp add mod">
        <pc:chgData name="liao huang" userId="ec82cc6f13daab8b" providerId="LiveId" clId="{E24E8AD7-CEE0-4A90-923C-3E20E97F8D52}" dt="2025-08-21T05:10:23.264" v="1882"/>
        <pc:sldMkLst>
          <pc:docMk/>
          <pc:sldMk cId="0" sldId="272"/>
        </pc:sldMkLst>
      </pc:sldChg>
      <pc:sldChg chg="delSp modSp add mod">
        <pc:chgData name="liao huang" userId="ec82cc6f13daab8b" providerId="LiveId" clId="{E24E8AD7-CEE0-4A90-923C-3E20E97F8D52}" dt="2025-08-20T07:09:07.756" v="95" actId="114"/>
        <pc:sldMkLst>
          <pc:docMk/>
          <pc:sldMk cId="1682685868" sldId="313"/>
        </pc:sldMkLst>
      </pc:sldChg>
      <pc:sldChg chg="modSp add mod modNotesTx">
        <pc:chgData name="liao huang" userId="ec82cc6f13daab8b" providerId="LiveId" clId="{E24E8AD7-CEE0-4A90-923C-3E20E97F8D52}" dt="2025-08-20T09:55:14.973" v="347"/>
        <pc:sldMkLst>
          <pc:docMk/>
          <pc:sldMk cId="3027936104" sldId="333"/>
        </pc:sldMkLst>
      </pc:sldChg>
      <pc:sldChg chg="addSp delSp modSp add mod modNotesTx">
        <pc:chgData name="liao huang" userId="ec82cc6f13daab8b" providerId="LiveId" clId="{E24E8AD7-CEE0-4A90-923C-3E20E97F8D52}" dt="2025-08-20T10:00:23.973" v="348" actId="20577"/>
        <pc:sldMkLst>
          <pc:docMk/>
          <pc:sldMk cId="621122138" sldId="334"/>
        </pc:sldMkLst>
      </pc:sldChg>
      <pc:sldChg chg="addSp modSp add mod modNotesTx">
        <pc:chgData name="liao huang" userId="ec82cc6f13daab8b" providerId="LiveId" clId="{E24E8AD7-CEE0-4A90-923C-3E20E97F8D52}" dt="2025-08-20T10:05:37.132" v="373" actId="1076"/>
        <pc:sldMkLst>
          <pc:docMk/>
          <pc:sldMk cId="2504641328" sldId="335"/>
        </pc:sldMkLst>
      </pc:sldChg>
      <pc:sldChg chg="addSp delSp modSp add mod modNotesTx">
        <pc:chgData name="liao huang" userId="ec82cc6f13daab8b" providerId="LiveId" clId="{E24E8AD7-CEE0-4A90-923C-3E20E97F8D52}" dt="2025-08-20T10:45:57.248" v="1027" actId="22"/>
        <pc:sldMkLst>
          <pc:docMk/>
          <pc:sldMk cId="1848639983" sldId="336"/>
        </pc:sldMkLst>
      </pc:sldChg>
      <pc:sldChg chg="addSp delSp modSp add mod modNotesTx">
        <pc:chgData name="liao huang" userId="ec82cc6f13daab8b" providerId="LiveId" clId="{E24E8AD7-CEE0-4A90-923C-3E20E97F8D52}" dt="2025-08-21T03:44:50.700" v="1305" actId="22"/>
        <pc:sldMkLst>
          <pc:docMk/>
          <pc:sldMk cId="969987762" sldId="337"/>
        </pc:sldMkLst>
      </pc:sldChg>
      <pc:sldChg chg="addSp delSp modSp add mod modNotesTx">
        <pc:chgData name="liao huang" userId="ec82cc6f13daab8b" providerId="LiveId" clId="{E24E8AD7-CEE0-4A90-923C-3E20E97F8D52}" dt="2025-08-21T04:01:48.662" v="1868" actId="20577"/>
        <pc:sldMkLst>
          <pc:docMk/>
          <pc:sldMk cId="896632247" sldId="338"/>
        </pc:sldMkLst>
      </pc:sldChg>
      <pc:sldChg chg="modSp add mod">
        <pc:chgData name="liao huang" userId="ec82cc6f13daab8b" providerId="LiveId" clId="{E24E8AD7-CEE0-4A90-923C-3E20E97F8D52}" dt="2025-08-21T05:13:17.780" v="1886"/>
        <pc:sldMkLst>
          <pc:docMk/>
          <pc:sldMk cId="2177563654" sldId="339"/>
        </pc:sldMkLst>
      </pc:sldChg>
      <pc:sldChg chg="addSp delSp modSp add mod ord modNotesTx">
        <pc:chgData name="liao huang" userId="ec82cc6f13daab8b" providerId="LiveId" clId="{E24E8AD7-CEE0-4A90-923C-3E20E97F8D52}" dt="2025-08-21T07:11:07.551" v="1956" actId="22"/>
        <pc:sldMkLst>
          <pc:docMk/>
          <pc:sldMk cId="3400952436" sldId="340"/>
        </pc:sldMkLst>
      </pc:sldChg>
      <pc:sldChg chg="add modNotesTx">
        <pc:chgData name="liao huang" userId="ec82cc6f13daab8b" providerId="LiveId" clId="{E24E8AD7-CEE0-4A90-923C-3E20E97F8D52}" dt="2025-08-21T05:15:56.498" v="1917"/>
        <pc:sldMkLst>
          <pc:docMk/>
          <pc:sldMk cId="428877371" sldId="341"/>
        </pc:sldMkLst>
      </pc:sldChg>
      <pc:sldChg chg="addSp delSp modSp add mod modNotesTx">
        <pc:chgData name="liao huang" userId="ec82cc6f13daab8b" providerId="LiveId" clId="{E24E8AD7-CEE0-4A90-923C-3E20E97F8D52}" dt="2025-08-21T07:41:19.475" v="1973" actId="20577"/>
        <pc:sldMkLst>
          <pc:docMk/>
          <pc:sldMk cId="1389603188" sldId="342"/>
        </pc:sldMkLst>
      </pc:sldChg>
      <pc:sldChg chg="addSp delSp modSp add mod">
        <pc:chgData name="liao huang" userId="ec82cc6f13daab8b" providerId="LiveId" clId="{E24E8AD7-CEE0-4A90-923C-3E20E97F8D52}" dt="2025-08-27T08:45:14.998" v="1980" actId="1076"/>
        <pc:sldMkLst>
          <pc:docMk/>
          <pc:sldMk cId="3082033537" sldId="343"/>
        </pc:sldMkLst>
      </pc:sldChg>
      <pc:sldChg chg="new del">
        <pc:chgData name="liao huang" userId="ec82cc6f13daab8b" providerId="LiveId" clId="{E24E8AD7-CEE0-4A90-923C-3E20E97F8D52}" dt="2025-08-27T10:08:55.259" v="1983" actId="680"/>
        <pc:sldMkLst>
          <pc:docMk/>
          <pc:sldMk cId="284051779" sldId="344"/>
        </pc:sldMkLst>
      </pc:sldChg>
      <pc:sldChg chg="modSp add mod">
        <pc:chgData name="liao huang" userId="ec82cc6f13daab8b" providerId="LiveId" clId="{E24E8AD7-CEE0-4A90-923C-3E20E97F8D52}" dt="2025-09-01T05:40:00.929" v="2024" actId="20577"/>
        <pc:sldMkLst>
          <pc:docMk/>
          <pc:sldMk cId="3878932586" sldId="344"/>
        </pc:sldMkLst>
      </pc:sldChg>
      <pc:sldChg chg="modSp add mod">
        <pc:chgData name="liao huang" userId="ec82cc6f13daab8b" providerId="LiveId" clId="{E24E8AD7-CEE0-4A90-923C-3E20E97F8D52}" dt="2025-08-27T10:21:05.877" v="2015" actId="20577"/>
        <pc:sldMkLst>
          <pc:docMk/>
          <pc:sldMk cId="2379408487" sldId="345"/>
        </pc:sldMkLst>
      </pc:sldChg>
      <pc:sldChg chg="addSp delSp modSp add mod">
        <pc:chgData name="liao huang" userId="ec82cc6f13daab8b" providerId="LiveId" clId="{E24E8AD7-CEE0-4A90-923C-3E20E97F8D52}" dt="2025-09-03T08:11:40.628" v="2038" actId="478"/>
        <pc:sldMkLst>
          <pc:docMk/>
          <pc:sldMk cId="2386988284" sldId="346"/>
        </pc:sldMkLst>
      </pc:sldChg>
      <pc:sldChg chg="new del">
        <pc:chgData name="liao huang" userId="ec82cc6f13daab8b" providerId="LiveId" clId="{E24E8AD7-CEE0-4A90-923C-3E20E97F8D52}" dt="2025-09-03T08:10:59.792" v="2026" actId="680"/>
        <pc:sldMkLst>
          <pc:docMk/>
          <pc:sldMk cId="4173274157" sldId="346"/>
        </pc:sldMkLst>
      </pc:sldChg>
      <pc:sldChg chg="addSp delSp modSp add mod">
        <pc:chgData name="liao huang" userId="ec82cc6f13daab8b" providerId="LiveId" clId="{E24E8AD7-CEE0-4A90-923C-3E20E97F8D52}" dt="2025-09-03T08:58:20.426" v="2579" actId="1076"/>
        <pc:sldMkLst>
          <pc:docMk/>
          <pc:sldMk cId="2160905716" sldId="347"/>
        </pc:sldMkLst>
      </pc:sldChg>
      <pc:sldChg chg="addSp delSp modSp add mod">
        <pc:chgData name="liao huang" userId="ec82cc6f13daab8b" providerId="LiveId" clId="{E24E8AD7-CEE0-4A90-923C-3E20E97F8D52}" dt="2025-09-03T09:16:33.196" v="2741" actId="21"/>
        <pc:sldMkLst>
          <pc:docMk/>
          <pc:sldMk cId="3574788686" sldId="348"/>
        </pc:sldMkLst>
      </pc:sldChg>
      <pc:sldChg chg="modSp add mod">
        <pc:chgData name="liao huang" userId="ec82cc6f13daab8b" providerId="LiveId" clId="{E24E8AD7-CEE0-4A90-923C-3E20E97F8D52}" dt="2025-09-03T09:19:37.138" v="2832" actId="20577"/>
        <pc:sldMkLst>
          <pc:docMk/>
          <pc:sldMk cId="2799807660" sldId="349"/>
        </pc:sldMkLst>
      </pc:sldChg>
    </pc:docChg>
  </pc:docChgLst>
  <pc:docChgLst>
    <pc:chgData name="liao huang" userId="ec82cc6f13daab8b" providerId="LiveId" clId="{AA54D501-5D86-4123-B440-108FCE7D8FB7}"/>
    <pc:docChg chg="undo custSel addSld delSld modSld delSection modSection">
      <pc:chgData name="liao huang" userId="ec82cc6f13daab8b" providerId="LiveId" clId="{AA54D501-5D86-4123-B440-108FCE7D8FB7}" dt="2025-10-09T05:44:56.572" v="244"/>
      <pc:docMkLst>
        <pc:docMk/>
      </pc:docMkLst>
      <pc:sldChg chg="modSp mod">
        <pc:chgData name="liao huang" userId="ec82cc6f13daab8b" providerId="LiveId" clId="{AA54D501-5D86-4123-B440-108FCE7D8FB7}" dt="2025-10-09T05:43:24.277" v="148" actId="20577"/>
        <pc:sldMkLst>
          <pc:docMk/>
          <pc:sldMk cId="0" sldId="257"/>
        </pc:sldMkLst>
        <pc:spChg chg="mod">
          <ac:chgData name="liao huang" userId="ec82cc6f13daab8b" providerId="LiveId" clId="{AA54D501-5D86-4123-B440-108FCE7D8FB7}" dt="2025-10-09T05:43:18.566" v="142"/>
          <ac:spMkLst>
            <pc:docMk/>
            <pc:sldMk cId="0" sldId="257"/>
            <ac:spMk id="8" creationId="{00000000-0000-0000-0000-000000000000}"/>
          </ac:spMkLst>
        </pc:spChg>
        <pc:graphicFrameChg chg="modGraphic">
          <ac:chgData name="liao huang" userId="ec82cc6f13daab8b" providerId="LiveId" clId="{AA54D501-5D86-4123-B440-108FCE7D8FB7}" dt="2025-10-09T05:43:24.277" v="148" actId="20577"/>
          <ac:graphicFrameMkLst>
            <pc:docMk/>
            <pc:sldMk cId="0" sldId="257"/>
            <ac:graphicFrameMk id="23" creationId="{00000000-0000-0000-0000-000000000000}"/>
          </ac:graphicFrameMkLst>
        </pc:graphicFrameChg>
        <pc:graphicFrameChg chg="modGraphic">
          <ac:chgData name="liao huang" userId="ec82cc6f13daab8b" providerId="LiveId" clId="{AA54D501-5D86-4123-B440-108FCE7D8FB7}" dt="2025-10-09T05:37:24.215" v="126" actId="20577"/>
          <ac:graphicFrameMkLst>
            <pc:docMk/>
            <pc:sldMk cId="0" sldId="257"/>
            <ac:graphicFrameMk id="33" creationId="{00000000-0000-0000-0000-000000000000}"/>
          </ac:graphicFrameMkLst>
        </pc:graphicFrameChg>
      </pc:sldChg>
      <pc:sldChg chg="modSp mod">
        <pc:chgData name="liao huang" userId="ec82cc6f13daab8b" providerId="LiveId" clId="{AA54D501-5D86-4123-B440-108FCE7D8FB7}" dt="2025-10-09T05:44:03.816" v="190" actId="255"/>
        <pc:sldMkLst>
          <pc:docMk/>
          <pc:sldMk cId="0" sldId="272"/>
        </pc:sldMkLst>
        <pc:spChg chg="mod">
          <ac:chgData name="liao huang" userId="ec82cc6f13daab8b" providerId="LiveId" clId="{AA54D501-5D86-4123-B440-108FCE7D8FB7}" dt="2025-10-09T05:44:03.816" v="190" actId="255"/>
          <ac:spMkLst>
            <pc:docMk/>
            <pc:sldMk cId="0" sldId="272"/>
            <ac:spMk id="2" creationId="{64998951-640F-6C08-A8BC-65E1246B73D6}"/>
          </ac:spMkLst>
        </pc:spChg>
      </pc:sldChg>
      <pc:sldChg chg="modSp add del mod">
        <pc:chgData name="liao huang" userId="ec82cc6f13daab8b" providerId="LiveId" clId="{AA54D501-5D86-4123-B440-108FCE7D8FB7}" dt="2025-10-09T05:44:14.996" v="196"/>
        <pc:sldMkLst>
          <pc:docMk/>
          <pc:sldMk cId="1682685868" sldId="313"/>
        </pc:sldMkLst>
        <pc:spChg chg="mod">
          <ac:chgData name="liao huang" userId="ec82cc6f13daab8b" providerId="LiveId" clId="{AA54D501-5D86-4123-B440-108FCE7D8FB7}" dt="2025-10-09T05:44:14.996" v="196"/>
          <ac:spMkLst>
            <pc:docMk/>
            <pc:sldMk cId="1682685868" sldId="313"/>
            <ac:spMk id="6" creationId="{B14EE4E1-D5B5-A3D2-BE03-12C581BE1142}"/>
          </ac:spMkLst>
        </pc:spChg>
      </pc:sldChg>
      <pc:sldChg chg="modSp mod modNotesTx">
        <pc:chgData name="liao huang" userId="ec82cc6f13daab8b" providerId="LiveId" clId="{AA54D501-5D86-4123-B440-108FCE7D8FB7}" dt="2025-10-09T05:44:56.572" v="244"/>
        <pc:sldMkLst>
          <pc:docMk/>
          <pc:sldMk cId="3027936104" sldId="333"/>
        </pc:sldMkLst>
        <pc:spChg chg="mod">
          <ac:chgData name="liao huang" userId="ec82cc6f13daab8b" providerId="LiveId" clId="{AA54D501-5D86-4123-B440-108FCE7D8FB7}" dt="2025-10-09T05:44:56.572" v="244"/>
          <ac:spMkLst>
            <pc:docMk/>
            <pc:sldMk cId="3027936104" sldId="333"/>
            <ac:spMk id="7" creationId="{AB1A0C70-2EC6-48A1-9DE6-1865D03C0A3F}"/>
          </ac:spMkLst>
        </pc:spChg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621122138" sldId="334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2504641328" sldId="335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1848639983" sldId="336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969987762" sldId="337"/>
        </pc:sldMkLst>
      </pc:sldChg>
      <pc:sldChg chg="del">
        <pc:chgData name="liao huang" userId="ec82cc6f13daab8b" providerId="LiveId" clId="{AA54D501-5D86-4123-B440-108FCE7D8FB7}" dt="2025-10-09T05:37:32.807" v="127" actId="47"/>
        <pc:sldMkLst>
          <pc:docMk/>
          <pc:sldMk cId="896632247" sldId="338"/>
        </pc:sldMkLst>
      </pc:sldChg>
      <pc:sldChg chg="del">
        <pc:chgData name="liao huang" userId="ec82cc6f13daab8b" providerId="LiveId" clId="{AA54D501-5D86-4123-B440-108FCE7D8FB7}" dt="2025-10-09T05:37:54.127" v="132" actId="47"/>
        <pc:sldMkLst>
          <pc:docMk/>
          <pc:sldMk cId="2177563654" sldId="339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400952436" sldId="340"/>
        </pc:sldMkLst>
      </pc:sldChg>
      <pc:sldChg chg="del">
        <pc:chgData name="liao huang" userId="ec82cc6f13daab8b" providerId="LiveId" clId="{AA54D501-5D86-4123-B440-108FCE7D8FB7}" dt="2025-10-09T05:37:55.318" v="133" actId="47"/>
        <pc:sldMkLst>
          <pc:docMk/>
          <pc:sldMk cId="428877371" sldId="341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1389603188" sldId="342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082033537" sldId="343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878932586" sldId="344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79408487" sldId="345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386988284" sldId="346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2160905716" sldId="347"/>
        </pc:sldMkLst>
      </pc:sldChg>
      <pc:sldChg chg="del">
        <pc:chgData name="liao huang" userId="ec82cc6f13daab8b" providerId="LiveId" clId="{AA54D501-5D86-4123-B440-108FCE7D8FB7}" dt="2025-10-09T05:37:46.387" v="129" actId="2696"/>
        <pc:sldMkLst>
          <pc:docMk/>
          <pc:sldMk cId="3574788686" sldId="348"/>
        </pc:sldMkLst>
      </pc:sldChg>
      <pc:sldChg chg="addSp delSp modSp del mod">
        <pc:chgData name="liao huang" userId="ec82cc6f13daab8b" providerId="LiveId" clId="{AA54D501-5D86-4123-B440-108FCE7D8FB7}" dt="2025-10-09T05:37:46.387" v="129" actId="2696"/>
        <pc:sldMkLst>
          <pc:docMk/>
          <pc:sldMk cId="2799807660" sldId="349"/>
        </pc:sldMkLst>
      </pc:sldChg>
      <pc:sldChg chg="delSp add del mod">
        <pc:chgData name="liao huang" userId="ec82cc6f13daab8b" providerId="LiveId" clId="{AA54D501-5D86-4123-B440-108FCE7D8FB7}" dt="2025-10-09T05:37:46.387" v="129" actId="2696"/>
        <pc:sldMkLst>
          <pc:docMk/>
          <pc:sldMk cId="1506959899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E31D2-F85F-48D9-85E1-643E8A75D6DA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6FDFC-FEF2-4F9D-A0AF-43D16A2C7A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3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4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8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299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9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34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551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176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00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701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91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768A4-6C70-36EE-8BE2-F36C0C8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0BCC5-AE06-1DF5-5F41-59AB9C5B0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FB7706-69C0-60C4-935D-2556FFE78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1800"/>
              </a:lnSpc>
              <a:buNone/>
            </a:pPr>
            <a:endParaRPr lang="zh-CN" altLang="en-US" b="0" i="0" dirty="0">
              <a:solidFill>
                <a:srgbClr val="06060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E8CBD5-2A1D-D959-EE75-D56F1A4F1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628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201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54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184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292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323F-D7FA-897F-162D-3C70FBB4A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4B1550-077A-3C4D-5E3C-CAD9410B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5CA16A-0649-48C2-22A1-231A47848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64A8C9-9B66-15F6-5B98-6F3D9055B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56971-6A61-4E96-B3F0-2E6ACC9F9D6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9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D02B8-8476-189C-1438-6FC513E50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3F6F6D-F8DD-AE7E-6C55-3E53AEDBE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16232-DD58-DB9D-18BB-2439B1B1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A89B93-F3C9-2EE8-96E7-67D317F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8DB78-BB4A-AA85-E4A0-EC342A51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48D38-E5ED-980C-C7BF-9910626F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D7898-17C3-8665-06E2-7F513653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B3437-3E06-C63C-DE90-E0818545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C797-49CB-488C-B5C8-E1FA88B0251E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62AFD-BB3E-DE3D-3004-12E315A9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5C4AB0-602A-3D15-9E95-081DAA65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3742-82C4-4B4E-8D83-DDB5C6EF9D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34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7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.png"/><Relationship Id="rId4" Type="http://schemas.openxmlformats.org/officeDocument/2006/relationships/tags" Target="../tags/tag4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4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5D877A0-4804-4917-810F-DD3372FB1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979950"/>
            <a:ext cx="12192000" cy="2205024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0" y="1975169"/>
            <a:ext cx="12192000" cy="2219218"/>
          </a:xfrm>
          <a:prstGeom prst="rect">
            <a:avLst/>
          </a:prstGeom>
          <a:solidFill>
            <a:srgbClr val="141E8C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23545" y="2481687"/>
            <a:ext cx="10040472" cy="830997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在不同设备上部署</a:t>
            </a:r>
            <a:r>
              <a:rPr kumimoji="1" lang="en-US" altLang="zh-CN" sz="4800" b="1" spc="6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MoE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kumimoji="1" lang="en-US" altLang="zh-CN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/>
          <p:nvPr>
            <p:custDataLst>
              <p:tags r:id="rId2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charset="0"/>
                          <a:ea typeface="微软雅黑" charset="0"/>
                        </a:rPr>
                        <a:t>考生姓名</a:t>
                      </a:r>
                    </a:p>
                  </a:txBody>
                  <a:tcPr anchor="ctr">
                    <a:solidFill>
                      <a:srgbClr val="9A0E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/>
          <p:nvPr>
            <p:custDataLst>
              <p:tags r:id="rId3"/>
            </p:custDataLst>
          </p:nvPr>
        </p:nvGraphicFramePr>
        <p:xfrm>
          <a:off x="3501390" y="4700905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汇报人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表格 2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841579771"/>
              </p:ext>
            </p:extLst>
          </p:nvPr>
        </p:nvGraphicFramePr>
        <p:xfrm>
          <a:off x="5488305" y="4700905"/>
          <a:ext cx="327787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zh-CN" altLang="en-US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李旭蕤</a:t>
                      </a:r>
                      <a:endParaRPr kumimoji="1" lang="en-US" altLang="zh-CN" sz="2000" b="0" spc="12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Times New Roman Regular" panose="02020803070505020304" charset="0"/>
                        <a:ea typeface="微软雅黑" panose="020B0503020204020204" pitchFamily="34" charset="-122"/>
                        <a:cs typeface="Times New Roman Regular" panose="02020803070505020304" charset="0"/>
                        <a:sym typeface="+mn-ea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/>
          <p:nvPr>
            <p:custDataLst>
              <p:tags r:id="rId5"/>
            </p:custDataLst>
          </p:nvPr>
        </p:nvGraphicFramePr>
        <p:xfrm>
          <a:off x="3507740" y="5422582"/>
          <a:ext cx="1980565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charset="0"/>
                          <a:ea typeface="微软雅黑" charset="0"/>
                        </a:rPr>
                        <a:t>汇报时间</a:t>
                      </a:r>
                    </a:p>
                  </a:txBody>
                  <a:tcPr anchor="ctr">
                    <a:solidFill>
                      <a:srgbClr val="141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322260463"/>
              </p:ext>
            </p:extLst>
          </p:nvPr>
        </p:nvGraphicFramePr>
        <p:xfrm>
          <a:off x="5488305" y="5439092"/>
          <a:ext cx="3284220" cy="467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4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kumimoji="1" lang="en-US" altLang="zh-CN" sz="2000" b="0" spc="12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imes New Roman Regular" panose="02020803070505020304" charset="0"/>
                          <a:ea typeface="微软雅黑" panose="020B0503020204020204" pitchFamily="34" charset="-122"/>
                          <a:cs typeface="Times New Roman Regular" panose="02020803070505020304" charset="0"/>
                          <a:sym typeface="+mn-ea"/>
                        </a:rPr>
                        <a:t>2025.10.24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1236066" y="3335912"/>
            <a:ext cx="2834140" cy="46037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b="1" dirty="0">
                <a:solidFill>
                  <a:srgbClr val="141E8C"/>
                </a:solidFill>
                <a:latin typeface="Times New Roman Bold" panose="02020803070505020304" charset="0"/>
                <a:cs typeface="Times New Roman Bold" panose="02020803070505020304" charset="0"/>
              </a:rPr>
              <a:t>CONTENS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822499" y="2613895"/>
            <a:ext cx="1662545" cy="706755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kumimoji="1" lang="en-US" altLang="zh-CN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4000" b="1" spc="30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24" name="直线连接符 23"/>
          <p:cNvCxnSpPr/>
          <p:nvPr/>
        </p:nvCxnSpPr>
        <p:spPr>
          <a:xfrm>
            <a:off x="4462500" y="1297515"/>
            <a:ext cx="0" cy="419589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F7C0971-7369-E9FF-7DCF-2CA105016570}"/>
              </a:ext>
            </a:extLst>
          </p:cNvPr>
          <p:cNvGrpSpPr/>
          <p:nvPr/>
        </p:nvGrpSpPr>
        <p:grpSpPr>
          <a:xfrm>
            <a:off x="5222774" y="1535473"/>
            <a:ext cx="5733160" cy="1384995"/>
            <a:chOff x="5439957" y="3724593"/>
            <a:chExt cx="5733160" cy="1384995"/>
          </a:xfrm>
        </p:grpSpPr>
        <p:sp>
          <p:nvSpPr>
            <p:cNvPr id="8" name="文本框 7"/>
            <p:cNvSpPr txBox="1"/>
            <p:nvPr/>
          </p:nvSpPr>
          <p:spPr>
            <a:xfrm>
              <a:off x="6200063" y="3724593"/>
              <a:ext cx="497305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Hierarchical Power Co-Optimization and Management for LLM </a:t>
              </a:r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Chiplet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Designs</a:t>
              </a:r>
            </a:p>
            <a:p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2024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ICCAD, </a:t>
              </a:r>
            </a:p>
            <a:p>
              <a:r>
                <a:rPr kumimoji="1" lang="en-US" altLang="zh-CN" sz="1400" b="1" spc="300" dirty="0" err="1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Tianyu</a:t>
              </a:r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Jia, </a:t>
              </a:r>
            </a:p>
            <a:p>
              <a:r>
                <a:rPr kumimoji="1" lang="en-US" altLang="zh-CN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Peking University</a:t>
              </a:r>
              <a:r>
                <a:rPr kumimoji="1" lang="zh-CN" altLang="en-US" sz="14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439957" y="3724593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1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4F142AE-D5C7-E772-E6A0-876037A4F2A7}"/>
              </a:ext>
            </a:extLst>
          </p:cNvPr>
          <p:cNvGrpSpPr/>
          <p:nvPr/>
        </p:nvGrpSpPr>
        <p:grpSpPr>
          <a:xfrm>
            <a:off x="5222774" y="3403845"/>
            <a:ext cx="6969226" cy="523220"/>
            <a:chOff x="5222774" y="3596205"/>
            <a:chExt cx="6969226" cy="523220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4998951-640F-6C08-A8BC-65E1246B73D6}"/>
                </a:ext>
              </a:extLst>
            </p:cNvPr>
            <p:cNvSpPr txBox="1"/>
            <p:nvPr/>
          </p:nvSpPr>
          <p:spPr>
            <a:xfrm>
              <a:off x="6017644" y="3596205"/>
              <a:ext cx="61743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600" b="1" spc="300" dirty="0">
                  <a:solidFill>
                    <a:srgbClr val="141E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如果汇报论文需要在标题标注的内容如上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DC1BF68-F3AE-9F3D-07F9-8F2D2732544A}"/>
                </a:ext>
              </a:extLst>
            </p:cNvPr>
            <p:cNvSpPr txBox="1"/>
            <p:nvPr/>
          </p:nvSpPr>
          <p:spPr>
            <a:xfrm>
              <a:off x="5222774" y="3596205"/>
              <a:ext cx="6206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0</a:t>
              </a:r>
              <a:r>
                <a:rPr kumimoji="1" lang="en-US" altLang="zh-CN" sz="2800" b="1" spc="300" dirty="0">
                  <a:solidFill>
                    <a:srgbClr val="141E8C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rPr>
                <a:t>2</a:t>
              </a:r>
              <a:endParaRPr kumimoji="1" lang="zh-CN" altLang="en-US" sz="28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55284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544"/>
              <a:ext cx="9612" cy="1018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FLAME: Fully Leveraging </a:t>
              </a:r>
              <a:r>
                <a:rPr kumimoji="1" lang="en-US" altLang="zh-CN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MoE</a:t>
              </a: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 Sparsity for Transformer on FPGA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563879" y="5932169"/>
            <a:ext cx="11064240" cy="64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Dong Y, Liu X, Hao X, et al. Hierarchical Power Co-Optimization and Management for LLM </a:t>
            </a:r>
            <a:r>
              <a:rPr lang="en-US" altLang="zh-CN" sz="1600" i="1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Chiplet</a:t>
            </a:r>
            <a:r>
              <a:rPr lang="en-US" altLang="zh-CN" sz="1600" i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Designs[C]//Proceedings of the 43rd IEEE/ACM International Conference on Computer-Aided Design. 2024: 1-9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（引用文献）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B7BE4E-CF9F-6D91-9A52-AF2C34E46133}"/>
              </a:ext>
            </a:extLst>
          </p:cNvPr>
          <p:cNvSpPr txBox="1"/>
          <p:nvPr/>
        </p:nvSpPr>
        <p:spPr>
          <a:xfrm>
            <a:off x="2284030" y="1194704"/>
            <a:ext cx="6191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要么必须分配大量片上内存来存储所有专家权重，从而产生大量内存开销，要么频繁地向激活的专家加载大量的片外数据移动。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F549DA-699E-2B48-DA05-8A585A066724}"/>
              </a:ext>
            </a:extLst>
          </p:cNvPr>
          <p:cNvSpPr txBox="1"/>
          <p:nvPr/>
        </p:nvSpPr>
        <p:spPr>
          <a:xfrm>
            <a:off x="8475936" y="1240870"/>
            <a:ext cx="6191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FLAME</a:t>
            </a:r>
            <a:r>
              <a:rPr lang="zh-CN" altLang="en-US" dirty="0"/>
              <a:t>框架利用两个特点：</a:t>
            </a:r>
            <a:r>
              <a:rPr lang="en-US" altLang="zh-CN" dirty="0"/>
              <a:t>1.</a:t>
            </a:r>
            <a:r>
              <a:rPr lang="zh-CN" altLang="en-US" dirty="0"/>
              <a:t>专家权重稀疏； (2)专家激活稀疏性。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7873030-AAF8-A134-2E46-B69A5A89B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49" y="2266649"/>
            <a:ext cx="5806612" cy="397610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B9B1085-E2F0-C8B7-A048-6AC4C535D799}"/>
              </a:ext>
            </a:extLst>
          </p:cNvPr>
          <p:cNvSpPr txBox="1"/>
          <p:nvPr/>
        </p:nvSpPr>
        <p:spPr>
          <a:xfrm>
            <a:off x="6779171" y="2197809"/>
            <a:ext cx="44439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专家权重虽大但使用率低：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 </a:t>
            </a:r>
            <a:r>
              <a:rPr lang="en-US" altLang="zh-CN" b="0" i="0" dirty="0" err="1">
                <a:solidFill>
                  <a:srgbClr val="1A1C1E"/>
                </a:solidFill>
                <a:effectLst/>
                <a:latin typeface="Inter"/>
              </a:rPr>
              <a:t>MoE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中的“专家”权重占据大量存储空间，但在推理时只有少数被激活。针对这一“重而冷”的特性，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FLAME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采用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N:M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剪枝算法，在不显著影响模型精度的前提下，对专家权重进行稀疏化处理，从而减少存储需求。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专家激活路径高度倾斜：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 模型在处理任务时，激活某些专家的序列（路径）存在很强的规律性，是高度可预测的。基于这一点，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FLAME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设计了一种创新的“循环专家预测”（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CEPR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）策略。该策略能够预先判断接下来可能需要哪些专家，并将其权重从外部存储提前加载到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FPGA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的片上缓存中。</a:t>
            </a:r>
          </a:p>
        </p:txBody>
      </p:sp>
    </p:spTree>
    <p:extLst>
      <p:ext uri="{BB962C8B-B14F-4D97-AF65-F5344CB8AC3E}">
        <p14:creationId xmlns:p14="http://schemas.microsoft.com/office/powerpoint/2010/main" val="30279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r>
              <a:rPr kumimoji="1" lang="zh-CN" altLang="en-US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问题：专家通过</a:t>
            </a:r>
            <a:r>
              <a:rPr kumimoji="1" lang="en-US" altLang="zh-CN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gate</a:t>
            </a:r>
            <a:r>
              <a:rPr kumimoji="1" lang="zh-CN" altLang="en-US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选择，但是边缘设备通常缺乏足够的片上内存来容纳所有专家权重</a:t>
            </a:r>
            <a:endParaRPr kumimoji="1" lang="en-US" altLang="zh-CN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r>
              <a:rPr kumimoji="1" lang="zh-CN" altLang="en-US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，并且专家的使用也非常不均衡</a:t>
            </a:r>
            <a:endParaRPr kumimoji="1" lang="en-US" altLang="zh-CN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E586E7-5238-6B7F-B839-DCD631F59F8C}"/>
              </a:ext>
            </a:extLst>
          </p:cNvPr>
          <p:cNvSpPr txBox="1"/>
          <p:nvPr/>
        </p:nvSpPr>
        <p:spPr>
          <a:xfrm>
            <a:off x="1598230" y="1329421"/>
            <a:ext cx="619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u"/>
            </a:pPr>
            <a:r>
              <a:rPr kumimoji="1" lang="zh-CN" altLang="en-US" sz="18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解决专家激活稀疏性</a:t>
            </a:r>
            <a:endParaRPr kumimoji="1" lang="en-US" altLang="zh-CN" sz="18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7D5057E-D321-D7DF-3983-3FEED0E45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2664" y="3569734"/>
            <a:ext cx="6456487" cy="309887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026A2B6E-3E9A-9105-E510-AF410B1FF5DB}"/>
              </a:ext>
            </a:extLst>
          </p:cNvPr>
          <p:cNvSpPr txBox="1"/>
          <p:nvPr/>
        </p:nvSpPr>
        <p:spPr>
          <a:xfrm>
            <a:off x="6920592" y="5827138"/>
            <a:ext cx="2995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路径的不均衡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6F35B8-CB08-61D1-A2EB-093EADD065D5}"/>
              </a:ext>
            </a:extLst>
          </p:cNvPr>
          <p:cNvSpPr txBox="1"/>
          <p:nvPr/>
        </p:nvSpPr>
        <p:spPr>
          <a:xfrm>
            <a:off x="1818711" y="2788689"/>
            <a:ext cx="10431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理论上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：如果模型有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6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个</a:t>
            </a:r>
            <a:r>
              <a:rPr lang="en-US" altLang="zh-CN" b="0" i="0" dirty="0" err="1">
                <a:solidFill>
                  <a:srgbClr val="1A1C1E"/>
                </a:solidFill>
                <a:effectLst/>
                <a:latin typeface="Inter"/>
              </a:rPr>
              <a:t>MoE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层，每层有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8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个专家，路径数量是 </a:t>
            </a:r>
            <a:r>
              <a:rPr lang="en-US" altLang="zh-CN" i="0" dirty="0">
                <a:solidFill>
                  <a:srgbClr val="1A1C1E"/>
                </a:solidFill>
                <a:effectLst/>
                <a:latin typeface="Inter"/>
              </a:rPr>
              <a:t>8 x 8 x 8 x 8 x 8 x 8 = </a:t>
            </a:r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262,144</a:t>
            </a:r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 条。</a:t>
            </a:r>
            <a:endParaRPr lang="en-US" altLang="zh-CN" i="0" dirty="0">
              <a:solidFill>
                <a:srgbClr val="1A1C1E"/>
              </a:solidFill>
              <a:effectLst/>
              <a:latin typeface="Inter"/>
            </a:endParaRPr>
          </a:p>
          <a:p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实际上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：在一个具体的文本摘要任务中，实际被使用到的路径</a:t>
            </a:r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只有 </a:t>
            </a:r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11,693</a:t>
            </a:r>
            <a:r>
              <a:rPr lang="en-US" altLang="zh-CN" i="0" dirty="0">
                <a:solidFill>
                  <a:srgbClr val="1A1C1E"/>
                </a:solidFill>
                <a:effectLst/>
                <a:latin typeface="Inter"/>
              </a:rPr>
              <a:t> </a:t>
            </a:r>
            <a:r>
              <a:rPr lang="zh-CN" altLang="en-US" i="0" dirty="0">
                <a:solidFill>
                  <a:srgbClr val="1A1C1E"/>
                </a:solidFill>
                <a:effectLst/>
                <a:latin typeface="Inter"/>
              </a:rPr>
              <a:t>条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49A53E-6BD1-1D9D-8128-14FEB56C4CF3}"/>
              </a:ext>
            </a:extLst>
          </p:cNvPr>
          <p:cNvSpPr txBox="1"/>
          <p:nvPr/>
        </p:nvSpPr>
        <p:spPr>
          <a:xfrm>
            <a:off x="6658961" y="3767705"/>
            <a:ext cx="61919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在实际被用到的</a:t>
            </a:r>
            <a:r>
              <a:rPr lang="en-US" altLang="zh-CN" b="0" i="0" dirty="0">
                <a:solidFill>
                  <a:srgbClr val="1A1C1E"/>
                </a:solidFill>
                <a:effectLst/>
                <a:latin typeface="Inter"/>
              </a:rPr>
              <a:t>11,693</a:t>
            </a:r>
            <a:r>
              <a:rPr lang="zh-CN" altLang="en-US" b="0" i="0" dirty="0">
                <a:solidFill>
                  <a:srgbClr val="1A1C1E"/>
                </a:solidFill>
                <a:effectLst/>
                <a:latin typeface="Inter"/>
              </a:rPr>
              <a:t>条路径中，它们被使用的频率相差巨大。</a:t>
            </a:r>
          </a:p>
        </p:txBody>
      </p:sp>
    </p:spTree>
    <p:extLst>
      <p:ext uri="{BB962C8B-B14F-4D97-AF65-F5344CB8AC3E}">
        <p14:creationId xmlns:p14="http://schemas.microsoft.com/office/powerpoint/2010/main" val="3324424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E586E7-5238-6B7F-B839-DCD631F59F8C}"/>
              </a:ext>
            </a:extLst>
          </p:cNvPr>
          <p:cNvSpPr txBox="1"/>
          <p:nvPr/>
        </p:nvSpPr>
        <p:spPr>
          <a:xfrm>
            <a:off x="1565424" y="1205978"/>
            <a:ext cx="9596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u"/>
            </a:pPr>
            <a:r>
              <a:rPr kumimoji="1" lang="zh-CN" altLang="en-US" sz="18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专家预测：给定</a:t>
            </a:r>
            <a:r>
              <a:rPr kumimoji="1" lang="pt-BR" altLang="zh-CN" sz="18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n − m, n − m + 1, ..., n − 1 MoE</a:t>
            </a:r>
            <a:r>
              <a:rPr kumimoji="1" lang="zh-CN" altLang="en-US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层激活的专家索引，计算出第</a:t>
            </a:r>
            <a:r>
              <a:rPr kumimoji="1" lang="en-US" altLang="zh-CN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n</a:t>
            </a:r>
            <a:r>
              <a:rPr kumimoji="1" lang="zh-CN" altLang="en-US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层使用专家的概率</a:t>
            </a:r>
            <a:endParaRPr kumimoji="1" lang="en-US" altLang="zh-CN" sz="18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C3EA30-81E2-4669-FFA6-EDACD43B1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527" y="1965118"/>
            <a:ext cx="8011672" cy="304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18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4E024C-50FB-FDE7-F34C-19701D288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5527" y="1047033"/>
            <a:ext cx="8047619" cy="319047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AE6755F-FE5C-E571-1FBB-A8399FE8F844}"/>
              </a:ext>
            </a:extLst>
          </p:cNvPr>
          <p:cNvSpPr txBox="1"/>
          <p:nvPr/>
        </p:nvSpPr>
        <p:spPr>
          <a:xfrm>
            <a:off x="1685527" y="4366834"/>
            <a:ext cx="619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离线阶段：专家剪枝和建议专家预测模型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CD29FE-AECB-51CB-336E-F16D16080A74}"/>
              </a:ext>
            </a:extLst>
          </p:cNvPr>
          <p:cNvSpPr txBox="1"/>
          <p:nvPr/>
        </p:nvSpPr>
        <p:spPr>
          <a:xfrm>
            <a:off x="1685527" y="4874667"/>
            <a:ext cx="8112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1A1C1E"/>
                </a:solidFill>
                <a:latin typeface="Inter"/>
              </a:rPr>
              <a:t>执行阶段：预测和预加载 ，</a:t>
            </a:r>
            <a:r>
              <a:rPr lang="en-US" altLang="zh-CN" b="1" dirty="0">
                <a:solidFill>
                  <a:srgbClr val="1A1C1E"/>
                </a:solidFill>
                <a:latin typeface="Inter"/>
              </a:rPr>
              <a:t>MISS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时，去外部加载专家参数</a:t>
            </a:r>
            <a:endParaRPr lang="en-US" altLang="zh-CN" b="1" dirty="0">
              <a:solidFill>
                <a:srgbClr val="1A1C1E"/>
              </a:solidFill>
              <a:latin typeface="Inter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7667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解决专家权重稀疏性：剪枝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6181A49-4CE5-B581-4D2D-56A75CEA7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201205"/>
            <a:ext cx="4333333" cy="1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59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B4D89C-6FAB-7BF4-C6CD-C2D13F25CD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284" y="1047033"/>
            <a:ext cx="9006242" cy="396584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7EE8D9C-105D-C5A8-A827-0B5FE5DB621C}"/>
              </a:ext>
            </a:extLst>
          </p:cNvPr>
          <p:cNvSpPr txBox="1"/>
          <p:nvPr/>
        </p:nvSpPr>
        <p:spPr>
          <a:xfrm>
            <a:off x="2807634" y="5242034"/>
            <a:ext cx="484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循环专家预测</a:t>
            </a:r>
          </a:p>
        </p:txBody>
      </p:sp>
    </p:spTree>
    <p:extLst>
      <p:ext uri="{BB962C8B-B14F-4D97-AF65-F5344CB8AC3E}">
        <p14:creationId xmlns:p14="http://schemas.microsoft.com/office/powerpoint/2010/main" val="176070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1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Hierarchical Power Co-Optimization and Management for LLM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Chiplet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Arial" panose="020B0704020202020204" pitchFamily="34" charset="0"/>
                <a:ea typeface="微软雅黑" panose="020B0503020204020204" pitchFamily="34" charset="-122"/>
                <a:cs typeface="Arial" panose="020B0704020202020204" pitchFamily="34" charset="0"/>
              </a:rPr>
              <a:t> Designs</a:t>
            </a:r>
          </a:p>
          <a:p>
            <a:pPr>
              <a:buSzPct val="85000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7EE8D9C-105D-C5A8-A827-0B5FE5DB621C}"/>
              </a:ext>
            </a:extLst>
          </p:cNvPr>
          <p:cNvSpPr txBox="1"/>
          <p:nvPr/>
        </p:nvSpPr>
        <p:spPr>
          <a:xfrm>
            <a:off x="1918451" y="1144755"/>
            <a:ext cx="4846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总结：</a:t>
            </a:r>
            <a:endParaRPr lang="en-US" altLang="zh-CN" dirty="0"/>
          </a:p>
          <a:p>
            <a:r>
              <a:rPr lang="en-US" altLang="zh-CN" dirty="0"/>
              <a:t>We propose FLAME, the first </a:t>
            </a:r>
            <a:r>
              <a:rPr lang="en-US" altLang="zh-CN" dirty="0" err="1"/>
              <a:t>MoE</a:t>
            </a:r>
            <a:r>
              <a:rPr lang="en-US" altLang="zh-CN" dirty="0"/>
              <a:t> accelerating framework which fully exploits </a:t>
            </a:r>
            <a:r>
              <a:rPr lang="en-US" altLang="zh-CN" dirty="0" err="1"/>
              <a:t>MoE</a:t>
            </a:r>
            <a:r>
              <a:rPr lang="en-US" altLang="zh-CN" dirty="0"/>
              <a:t> sparsity for transformer on FPGA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3543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963B-2353-FA90-5B2C-BD860E92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525901-2C19-64B6-0115-C29C7B064F88}"/>
              </a:ext>
            </a:extLst>
          </p:cNvPr>
          <p:cNvGrpSpPr/>
          <p:nvPr/>
        </p:nvGrpSpPr>
        <p:grpSpPr>
          <a:xfrm>
            <a:off x="0" y="2455284"/>
            <a:ext cx="12192000" cy="1440001"/>
            <a:chOff x="0" y="3114"/>
            <a:chExt cx="19200" cy="226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49082B-14B6-7CDC-E12A-73C38F068BF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0" y="3114"/>
              <a:ext cx="19200" cy="2268"/>
            </a:xfrm>
            <a:prstGeom prst="rect">
              <a:avLst/>
            </a:prstGeom>
            <a:solidFill>
              <a:srgbClr val="14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A62AF432-531B-E32A-736F-BCB27B03E2C1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>
            <a:xfrm>
              <a:off x="8646" y="3398"/>
              <a:ext cx="0" cy="1701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60B6048-639C-010F-B7C6-1867337A5C4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8891" y="3544"/>
              <a:ext cx="9612" cy="1454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kumimoji="1" lang="en-US" altLang="zh-CN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PIMoE</a:t>
              </a: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: Towards Efficient </a:t>
              </a:r>
              <a:r>
                <a:rPr kumimoji="1" lang="en-US" altLang="zh-CN" b="1" i="1" dirty="0" err="1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MoE</a:t>
              </a:r>
              <a:r>
                <a: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 Transformer  Deployment on NPU-PIM System through  Throttle-Aware Task Offloading</a:t>
              </a:r>
            </a:p>
            <a:p>
              <a:pPr lvl="0" algn="l">
                <a:buClrTx/>
                <a:buSzTx/>
                <a:buFontTx/>
              </a:pPr>
              <a:r>
                <a:rPr kumimoji="1" lang="zh-CN" altLang="en-US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（</a:t>
              </a:r>
              <a:r>
                <a:rPr kumimoji="1" lang="en-US" altLang="zh-CN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25DAC</a:t>
              </a:r>
              <a:r>
                <a:rPr kumimoji="1" lang="zh-CN" altLang="en-US" b="1" i="1" dirty="0">
                  <a:solidFill>
                    <a:schemeClr val="bg1"/>
                  </a:solidFill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rPr>
                <a:t>）</a:t>
              </a:r>
              <a:endParaRPr kumimoji="1" lang="en-US" altLang="zh-CN" b="1" i="1" dirty="0">
                <a:solidFill>
                  <a:schemeClr val="bg1"/>
                </a:solidFill>
                <a:uFillTx/>
                <a:latin typeface="Times New Roman Bold Italic" panose="02020803070505020304" charset="0"/>
                <a:cs typeface="Times New Roman Bold Italic" panose="02020803070505020304" charset="0"/>
                <a:sym typeface="+mn-ea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4736AB-06FB-5B61-5C4D-22E415653AF6}"/>
                </a:ext>
              </a:extLst>
            </p:cNvPr>
            <p:cNvGrpSpPr/>
            <p:nvPr/>
          </p:nvGrpSpPr>
          <p:grpSpPr>
            <a:xfrm>
              <a:off x="5428" y="3544"/>
              <a:ext cx="2973" cy="1483"/>
              <a:chOff x="5428" y="3544"/>
              <a:chExt cx="2973" cy="1483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93E849-5609-7D84-1D4C-E7AFE76DBEF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351" y="3544"/>
                <a:ext cx="1139" cy="1018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kumimoji="1" lang="zh-CN" altLang="en-US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0</a:t>
                </a:r>
                <a:r>
                  <a:rPr kumimoji="1" lang="en-US" altLang="zh-CN" sz="3600" b="1" spc="300" dirty="0">
                    <a:solidFill>
                      <a:schemeClr val="bg1"/>
                    </a:solidFill>
                    <a:latin typeface="Times New Roman Bold" panose="02020803070505020304" charset="0"/>
                    <a:ea typeface="微软雅黑" panose="020B0503020204020204" pitchFamily="34" charset="-122"/>
                    <a:cs typeface="Times New Roman Bold" panose="02020803070505020304" charset="0"/>
                  </a:rPr>
                  <a:t>1</a:t>
                </a:r>
                <a:endParaRPr kumimoji="1" lang="zh-CN" altLang="en-US" sz="3600" b="1" spc="300" dirty="0">
                  <a:solidFill>
                    <a:schemeClr val="bg1"/>
                  </a:solidFill>
                  <a:latin typeface="Times New Roman Bold" panose="02020803070505020304" charset="0"/>
                  <a:ea typeface="微软雅黑" panose="020B0503020204020204" pitchFamily="34" charset="-122"/>
                  <a:cs typeface="Times New Roman Bold" panose="02020803070505020304" charset="0"/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5DD8D6C-C2FD-204B-A89E-D09E09E157B9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28" y="4447"/>
                <a:ext cx="2973" cy="58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sp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kumimoji="1" lang="en-US" altLang="zh-CN" b="1" i="1" dirty="0">
                    <a:solidFill>
                      <a:schemeClr val="bg1"/>
                    </a:solidFill>
                    <a:uFillTx/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Part </a:t>
                </a:r>
                <a:r>
                  <a:rPr kumimoji="1" lang="en-US" altLang="zh-CN" b="1" i="1" dirty="0">
                    <a:solidFill>
                      <a:schemeClr val="bg1"/>
                    </a:solidFill>
                    <a:latin typeface="Times New Roman Bold Italic" panose="02020803070505020304" charset="0"/>
                    <a:cs typeface="Times New Roman Bold Italic" panose="02020803070505020304" charset="0"/>
                    <a:sym typeface="+mn-ea"/>
                  </a:rPr>
                  <a:t>one</a:t>
                </a:r>
                <a:endParaRPr kumimoji="1" lang="en-US" altLang="zh-CN" b="1" i="1" dirty="0">
                  <a:solidFill>
                    <a:schemeClr val="bg1"/>
                  </a:solidFill>
                  <a:uFillTx/>
                  <a:latin typeface="Times New Roman Bold Italic" panose="02020803070505020304" charset="0"/>
                  <a:cs typeface="Times New Roman Bold Italic" panose="02020803070505020304" charset="0"/>
                  <a:sym typeface="+mn-ea"/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8D4285A3-B04F-B20A-A2F4-8FDB6AF7C5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278" y="133350"/>
            <a:ext cx="2349443" cy="18441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14EE4E1-D5B5-A3D2-BE03-12C581BE1142}"/>
              </a:ext>
            </a:extLst>
          </p:cNvPr>
          <p:cNvSpPr txBox="1"/>
          <p:nvPr/>
        </p:nvSpPr>
        <p:spPr>
          <a:xfrm>
            <a:off x="563879" y="5932169"/>
            <a:ext cx="11064240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506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PIMoE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: Towards Efficient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 Transformer  Deployment on NPU-PIM System through  Throttle-Aware Task Offloading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C67370B-6B59-193E-7001-76010CBC7678}"/>
              </a:ext>
            </a:extLst>
          </p:cNvPr>
          <p:cNvSpPr txBox="1"/>
          <p:nvPr/>
        </p:nvSpPr>
        <p:spPr>
          <a:xfrm>
            <a:off x="1559164" y="1329421"/>
            <a:ext cx="619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在</a:t>
            </a:r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NPU-PIM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系统上实现高效</a:t>
            </a:r>
            <a:r>
              <a:rPr lang="en-US" altLang="zh-CN" b="1" i="0" dirty="0" err="1">
                <a:solidFill>
                  <a:srgbClr val="1A1C1E"/>
                </a:solidFill>
                <a:effectLst/>
                <a:latin typeface="Inter"/>
              </a:rPr>
              <a:t>MoE</a:t>
            </a:r>
            <a:r>
              <a:rPr lang="en-US" altLang="zh-CN" b="1" i="0" dirty="0">
                <a:solidFill>
                  <a:srgbClr val="1A1C1E"/>
                </a:solidFill>
                <a:effectLst/>
                <a:latin typeface="Inter"/>
              </a:rPr>
              <a:t> Transformer</a:t>
            </a:r>
            <a:r>
              <a:rPr lang="zh-CN" altLang="en-US" b="1" i="0" dirty="0">
                <a:solidFill>
                  <a:srgbClr val="1A1C1E"/>
                </a:solidFill>
                <a:effectLst/>
                <a:latin typeface="Inter"/>
              </a:rPr>
              <a:t>部署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6FE3E60-23EB-BAF1-3B93-F3882A1EC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164" y="1698753"/>
            <a:ext cx="10215448" cy="307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20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PIMoE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: Towards Efficient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 Transformer  Deployment on NPU-PIM System through  Throttle-Aware Task Offloading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3EF4CCD-5D41-7580-5660-EFF9E6F3E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861" y="1047033"/>
            <a:ext cx="4650990" cy="569746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3F7E57F-ECF8-538E-CA95-2ED89D1CF46E}"/>
              </a:ext>
            </a:extLst>
          </p:cNvPr>
          <p:cNvSpPr txBox="1"/>
          <p:nvPr/>
        </p:nvSpPr>
        <p:spPr>
          <a:xfrm>
            <a:off x="7803931" y="1841036"/>
            <a:ext cx="4388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</a:t>
            </a:r>
            <a:r>
              <a:rPr lang="en-US" altLang="zh-CN" sz="1400" dirty="0"/>
              <a:t>CH-EP</a:t>
            </a:r>
            <a:r>
              <a:rPr lang="zh-CN" altLang="en-US" sz="1200" dirty="0"/>
              <a:t>：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专家</a:t>
            </a:r>
            <a:r>
              <a:rPr lang="en-US" altLang="zh-CN" b="1" dirty="0">
                <a:solidFill>
                  <a:srgbClr val="1A1C1E"/>
                </a:solidFill>
                <a:latin typeface="Inter"/>
              </a:rPr>
              <a:t>-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通道映射表</a:t>
            </a:r>
            <a:endParaRPr lang="en-US" altLang="zh-CN" b="1" dirty="0">
              <a:solidFill>
                <a:srgbClr val="1A1C1E"/>
              </a:solidFill>
              <a:latin typeface="Inter"/>
            </a:endParaRPr>
          </a:p>
          <a:p>
            <a:r>
              <a:rPr lang="en-US" altLang="zh-CN" dirty="0"/>
              <a:t>M</a:t>
            </a:r>
            <a:r>
              <a:rPr lang="en-US" altLang="zh-CN" sz="1400" dirty="0"/>
              <a:t>EP-TK</a:t>
            </a:r>
            <a:r>
              <a:rPr lang="zh-CN" altLang="en-US" sz="1400" dirty="0"/>
              <a:t>：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专家</a:t>
            </a:r>
            <a:r>
              <a:rPr lang="en-US" altLang="zh-CN" b="1" dirty="0">
                <a:solidFill>
                  <a:srgbClr val="1A1C1E"/>
                </a:solidFill>
                <a:latin typeface="Inter"/>
              </a:rPr>
              <a:t>-</a:t>
            </a:r>
            <a:r>
              <a:rPr lang="zh-CN" altLang="en-US" b="1" dirty="0">
                <a:solidFill>
                  <a:srgbClr val="1A1C1E"/>
                </a:solidFill>
                <a:latin typeface="Inter"/>
              </a:rPr>
              <a:t>令牌分配表</a:t>
            </a:r>
          </a:p>
        </p:txBody>
      </p:sp>
    </p:spTree>
    <p:extLst>
      <p:ext uri="{BB962C8B-B14F-4D97-AF65-F5344CB8AC3E}">
        <p14:creationId xmlns:p14="http://schemas.microsoft.com/office/powerpoint/2010/main" val="2814141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PIMoE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: Towards Efficient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 Transformer  Deployment on NPU-PIM System through  Throttle-Aware Task Offloading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4994F92-70E1-9E9B-0D5B-4AB6159FA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645" y="1329421"/>
            <a:ext cx="7314286" cy="3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06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PIMoE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: Towards Efficient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 Transformer  Deployment on NPU-PIM System through  Throttle-Aware Task Offloading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39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B7A96-A452-1957-078B-ABF06768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2863D5D-07DE-E8B3-8242-669B821F6011}"/>
              </a:ext>
            </a:extLst>
          </p:cNvPr>
          <p:cNvSpPr/>
          <p:nvPr/>
        </p:nvSpPr>
        <p:spPr>
          <a:xfrm>
            <a:off x="0" y="926055"/>
            <a:ext cx="1403498" cy="5940293"/>
          </a:xfrm>
          <a:prstGeom prst="rect">
            <a:avLst/>
          </a:prstGeom>
          <a:solidFill>
            <a:srgbClr val="14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32F396-268F-820C-3DB9-1C1A5CFA202E}"/>
              </a:ext>
            </a:extLst>
          </p:cNvPr>
          <p:cNvSpPr/>
          <p:nvPr/>
        </p:nvSpPr>
        <p:spPr>
          <a:xfrm>
            <a:off x="155666" y="237257"/>
            <a:ext cx="1092166" cy="10921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F4120AE1-32D5-3EC7-5A71-C8F600D8CB3D}"/>
              </a:ext>
            </a:extLst>
          </p:cNvPr>
          <p:cNvCxnSpPr/>
          <p:nvPr/>
        </p:nvCxnSpPr>
        <p:spPr>
          <a:xfrm>
            <a:off x="1828800" y="917707"/>
            <a:ext cx="9811657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  <a:alpha val="46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A389604-D78E-76EC-6B4A-6ADFA85FCF12}"/>
              </a:ext>
            </a:extLst>
          </p:cNvPr>
          <p:cNvSpPr/>
          <p:nvPr/>
        </p:nvSpPr>
        <p:spPr>
          <a:xfrm>
            <a:off x="0" y="3429000"/>
            <a:ext cx="1403498" cy="4672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A5D296-17D7-B65D-E04E-8AC327E5872D}"/>
              </a:ext>
            </a:extLst>
          </p:cNvPr>
          <p:cNvSpPr txBox="1"/>
          <p:nvPr/>
        </p:nvSpPr>
        <p:spPr>
          <a:xfrm>
            <a:off x="178147" y="3490471"/>
            <a:ext cx="1092166" cy="344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zh-CN" sz="1600" b="1" spc="110" dirty="0">
                <a:solidFill>
                  <a:srgbClr val="141E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kumimoji="1" lang="zh-CN" altLang="en-US" sz="1600" b="1" spc="110" dirty="0">
              <a:solidFill>
                <a:srgbClr val="141E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748739-1FCB-C161-D2C4-012219597422}"/>
              </a:ext>
            </a:extLst>
          </p:cNvPr>
          <p:cNvSpPr txBox="1"/>
          <p:nvPr/>
        </p:nvSpPr>
        <p:spPr>
          <a:xfrm>
            <a:off x="1663046" y="86709"/>
            <a:ext cx="107228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85000"/>
            </a:pP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PIMoE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: Towards Efficient </a:t>
            </a:r>
            <a:r>
              <a:rPr kumimoji="1" lang="en-US" altLang="zh-CN" sz="2400" b="1" spc="300" dirty="0" err="1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MoE</a:t>
            </a:r>
            <a:r>
              <a:rPr kumimoji="1" lang="en-US" altLang="zh-CN" sz="2400" b="1" spc="300" dirty="0">
                <a:solidFill>
                  <a:srgbClr val="141E8C"/>
                </a:solidFill>
                <a:latin typeface="Times New Roman Bold" panose="02020803070505020304" charset="0"/>
                <a:ea typeface="微软雅黑" panose="020B0503020204020204" pitchFamily="34" charset="-122"/>
                <a:cs typeface="Times New Roman Bold" panose="02020803070505020304" charset="0"/>
              </a:rPr>
              <a:t> Transformer  Deployment on NPU-PIM System through  Throttle-Aware Task Offloading</a:t>
            </a: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endParaRPr kumimoji="1" lang="en-US" altLang="zh-CN" sz="2400" b="1" spc="300" dirty="0">
              <a:solidFill>
                <a:srgbClr val="141E8C"/>
              </a:solidFill>
              <a:latin typeface="Arial" panose="020B0704020202020204" pitchFamily="34" charset="0"/>
              <a:ea typeface="微软雅黑" panose="020B0503020204020204" pitchFamily="34" charset="-122"/>
              <a:cs typeface="Arial" panose="020B07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29EBC9-ED3D-3A33-1D86-EDF82757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68" y="170733"/>
            <a:ext cx="8477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3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58*36"/>
  <p:tag name="TABLE_ENDDRAG_RECT" val="573*376*258*3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5*29"/>
  <p:tag name="TABLE_ENDDRAG_RECT" val="416*376*155*29"/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4936</TotalTime>
  <Words>734</Words>
  <Application>Microsoft Office PowerPoint</Application>
  <PresentationFormat>宽屏</PresentationFormat>
  <Paragraphs>93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-apple-system</vt:lpstr>
      <vt:lpstr>Inter</vt:lpstr>
      <vt:lpstr>Times New Roman Regular</vt:lpstr>
      <vt:lpstr>等线</vt:lpstr>
      <vt:lpstr>微软雅黑</vt:lpstr>
      <vt:lpstr>Arial</vt:lpstr>
      <vt:lpstr>Times New Roman Bold</vt:lpstr>
      <vt:lpstr>Times New Roman Bold Italic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liao huang</dc:creator>
  <cp:lastModifiedBy>旭蕤 李</cp:lastModifiedBy>
  <cp:revision>7</cp:revision>
  <dcterms:created xsi:type="dcterms:W3CDTF">2025-08-20T06:57:41Z</dcterms:created>
  <dcterms:modified xsi:type="dcterms:W3CDTF">2025-10-23T11:02:42Z</dcterms:modified>
</cp:coreProperties>
</file>