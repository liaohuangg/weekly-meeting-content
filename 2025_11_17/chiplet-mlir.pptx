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2" r:id="rId3"/>
    <p:sldId id="335" r:id="rId4"/>
    <p:sldId id="336" r:id="rId5"/>
    <p:sldId id="341" r:id="rId6"/>
    <p:sldId id="342" r:id="rId7"/>
    <p:sldId id="34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  <p14:sldId id="272"/>
          </p14:sldIdLst>
        </p14:section>
        <p14:section name="1" id="{3CE12ECF-0D44-4DDB-A890-C7DBAE28C2AA}">
          <p14:sldIdLst>
            <p14:sldId id="335"/>
            <p14:sldId id="336"/>
            <p14:sldId id="341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1" autoAdjust="0"/>
    <p:restoredTop sz="82734" autoAdjust="0"/>
  </p:normalViewPr>
  <p:slideViewPr>
    <p:cSldViewPr snapToGrid="0">
      <p:cViewPr varScale="1">
        <p:scale>
          <a:sx n="85" d="100"/>
          <a:sy n="85" d="100"/>
        </p:scale>
        <p:origin x="1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o huang" userId="ec82cc6f13daab8b" providerId="LiveId" clId="{AA54D501-5D86-4123-B440-108FCE7D8FB7}"/>
    <pc:docChg chg="undo custSel addSld delSld modSld delSection modSection">
      <pc:chgData name="liao huang" userId="ec82cc6f13daab8b" providerId="LiveId" clId="{AA54D501-5D86-4123-B440-108FCE7D8FB7}" dt="2025-11-14T08:41:31.322" v="674" actId="20577"/>
      <pc:docMkLst>
        <pc:docMk/>
      </pc:docMkLst>
      <pc:sldChg chg="addSp modSp mod">
        <pc:chgData name="liao huang" userId="ec82cc6f13daab8b" providerId="LiveId" clId="{AA54D501-5D86-4123-B440-108FCE7D8FB7}" dt="2025-10-31T16:17:52.357" v="444"/>
        <pc:sldMkLst>
          <pc:docMk/>
          <pc:sldMk cId="0" sldId="272"/>
        </pc:sldMkLst>
        <pc:spChg chg="mod">
          <ac:chgData name="liao huang" userId="ec82cc6f13daab8b" providerId="LiveId" clId="{AA54D501-5D86-4123-B440-108FCE7D8FB7}" dt="2025-10-31T16:17:52.357" v="444"/>
          <ac:spMkLst>
            <pc:docMk/>
            <pc:sldMk cId="0" sldId="272"/>
            <ac:spMk id="3" creationId="{A8AB1CFA-1D0E-E169-FDE5-5875C674196B}"/>
          </ac:spMkLst>
        </pc:spChg>
        <pc:spChg chg="mod">
          <ac:chgData name="liao huang" userId="ec82cc6f13daab8b" providerId="LiveId" clId="{AA54D501-5D86-4123-B440-108FCE7D8FB7}" dt="2025-10-31T16:17:27.265" v="413" actId="20577"/>
          <ac:spMkLst>
            <pc:docMk/>
            <pc:sldMk cId="0" sldId="272"/>
            <ac:spMk id="4" creationId="{A18BB62E-9169-91E3-C59F-8916BF411933}"/>
          </ac:spMkLst>
        </pc:spChg>
        <pc:grpChg chg="add mod">
          <ac:chgData name="liao huang" userId="ec82cc6f13daab8b" providerId="LiveId" clId="{AA54D501-5D86-4123-B440-108FCE7D8FB7}" dt="2025-10-31T16:17:25.845" v="412" actId="1076"/>
          <ac:grpSpMkLst>
            <pc:docMk/>
            <pc:sldMk cId="0" sldId="272"/>
            <ac:grpSpMk id="2" creationId="{B3B52EBA-2408-7248-23A4-65CCA91C2774}"/>
          </ac:grpSpMkLst>
        </pc:grpChg>
      </pc:sldChg>
      <pc:sldChg chg="add">
        <pc:chgData name="liao huang" userId="ec82cc6f13daab8b" providerId="LiveId" clId="{AA54D501-5D86-4123-B440-108FCE7D8FB7}" dt="2025-10-31T16:17:14.436" v="410"/>
        <pc:sldMkLst>
          <pc:docMk/>
          <pc:sldMk cId="4258253362" sldId="335"/>
        </pc:sldMkLst>
      </pc:sldChg>
      <pc:sldChg chg="modSp add mod">
        <pc:chgData name="liao huang" userId="ec82cc6f13daab8b" providerId="LiveId" clId="{AA54D501-5D86-4123-B440-108FCE7D8FB7}" dt="2025-10-31T16:18:12.374" v="449" actId="20577"/>
        <pc:sldMkLst>
          <pc:docMk/>
          <pc:sldMk cId="672240012" sldId="336"/>
        </pc:sldMkLst>
        <pc:spChg chg="mod">
          <ac:chgData name="liao huang" userId="ec82cc6f13daab8b" providerId="LiveId" clId="{AA54D501-5D86-4123-B440-108FCE7D8FB7}" dt="2025-10-31T16:18:12.374" v="449" actId="20577"/>
          <ac:spMkLst>
            <pc:docMk/>
            <pc:sldMk cId="672240012" sldId="336"/>
            <ac:spMk id="21" creationId="{FD5FEAEB-1EAD-CE5D-3412-7593049E0798}"/>
          </ac:spMkLst>
        </pc:spChg>
      </pc:sldChg>
      <pc:sldChg chg="modSp mod">
        <pc:chgData name="liao huang" userId="ec82cc6f13daab8b" providerId="LiveId" clId="{AA54D501-5D86-4123-B440-108FCE7D8FB7}" dt="2025-11-14T08:41:31.322" v="674" actId="20577"/>
        <pc:sldMkLst>
          <pc:docMk/>
          <pc:sldMk cId="4174017083" sldId="343"/>
        </pc:sldMkLst>
        <pc:spChg chg="mod">
          <ac:chgData name="liao huang" userId="ec82cc6f13daab8b" providerId="LiveId" clId="{AA54D501-5D86-4123-B440-108FCE7D8FB7}" dt="2025-11-14T08:41:31.322" v="674" actId="20577"/>
          <ac:spMkLst>
            <pc:docMk/>
            <pc:sldMk cId="4174017083" sldId="343"/>
            <ac:spMk id="74" creationId="{B3A93F80-ACAD-44AF-9A0C-206C6F4A1E6F}"/>
          </ac:spMkLst>
        </pc:spChg>
      </pc:sldChg>
    </pc:docChg>
  </pc:docChgLst>
  <pc:docChgLst>
    <pc:chgData name="liao huang" userId="ec82cc6f13daab8b" providerId="LiveId" clId="{849F8E9A-1DDE-44AC-B802-9F958221FCCC}"/>
    <pc:docChg chg="undo custSel addSld modSld sldOrd">
      <pc:chgData name="liao huang" userId="ec82cc6f13daab8b" providerId="LiveId" clId="{849F8E9A-1DDE-44AC-B802-9F958221FCCC}" dt="2025-11-04T07:44:32.306" v="529"/>
      <pc:docMkLst>
        <pc:docMk/>
      </pc:docMkLst>
      <pc:sldChg chg="modSp mod">
        <pc:chgData name="liao huang" userId="ec82cc6f13daab8b" providerId="LiveId" clId="{849F8E9A-1DDE-44AC-B802-9F958221FCCC}" dt="2025-10-26T13:30:27.876" v="21" actId="20577"/>
        <pc:sldMkLst>
          <pc:docMk/>
          <pc:sldMk cId="0" sldId="257"/>
        </pc:sldMkLst>
        <pc:spChg chg="mod">
          <ac:chgData name="liao huang" userId="ec82cc6f13daab8b" providerId="LiveId" clId="{849F8E9A-1DDE-44AC-B802-9F958221FCCC}" dt="2025-10-26T13:30:16.463" v="14"/>
          <ac:spMkLst>
            <pc:docMk/>
            <pc:sldMk cId="0" sldId="257"/>
            <ac:spMk id="8" creationId="{00000000-0000-0000-0000-000000000000}"/>
          </ac:spMkLst>
        </pc:spChg>
        <pc:graphicFrameChg chg="mod modGraphic">
          <ac:chgData name="liao huang" userId="ec82cc6f13daab8b" providerId="LiveId" clId="{849F8E9A-1DDE-44AC-B802-9F958221FCCC}" dt="2025-10-26T13:30:23.038" v="17"/>
          <ac:graphicFrameMkLst>
            <pc:docMk/>
            <pc:sldMk cId="0" sldId="257"/>
            <ac:graphicFrameMk id="23" creationId="{00000000-0000-0000-0000-000000000000}"/>
          </ac:graphicFrameMkLst>
        </pc:graphicFrameChg>
        <pc:graphicFrameChg chg="modGraphic">
          <ac:chgData name="liao huang" userId="ec82cc6f13daab8b" providerId="LiveId" clId="{849F8E9A-1DDE-44AC-B802-9F958221FCCC}" dt="2025-10-26T13:30:27.876" v="21" actId="20577"/>
          <ac:graphicFrameMkLst>
            <pc:docMk/>
            <pc:sldMk cId="0" sldId="257"/>
            <ac:graphicFrameMk id="33" creationId="{00000000-0000-0000-0000-000000000000}"/>
          </ac:graphicFrameMkLst>
        </pc:graphicFrameChg>
      </pc:sldChg>
      <pc:sldChg chg="delSp modSp mod">
        <pc:chgData name="liao huang" userId="ec82cc6f13daab8b" providerId="LiveId" clId="{849F8E9A-1DDE-44AC-B802-9F958221FCCC}" dt="2025-10-26T13:52:36.774" v="26" actId="20577"/>
        <pc:sldMkLst>
          <pc:docMk/>
          <pc:sldMk cId="0" sldId="272"/>
        </pc:sldMkLst>
        <pc:spChg chg="mod">
          <ac:chgData name="liao huang" userId="ec82cc6f13daab8b" providerId="LiveId" clId="{849F8E9A-1DDE-44AC-B802-9F958221FCCC}" dt="2025-10-26T13:52:36.774" v="26" actId="20577"/>
          <ac:spMkLst>
            <pc:docMk/>
            <pc:sldMk cId="0" sldId="272"/>
            <ac:spMk id="8" creationId="{00000000-0000-0000-0000-000000000000}"/>
          </ac:spMkLst>
        </pc:spChg>
      </pc:sldChg>
    </pc:docChg>
  </pc:docChgLst>
  <pc:docChgLst>
    <pc:chgData name="liao huang" userId="ec82cc6f13daab8b" providerId="LiveId" clId="{CCF38121-5EE3-40FE-BA5E-51F601DB4C86}"/>
    <pc:docChg chg="undo custSel addSld delSld modSld modSection">
      <pc:chgData name="liao huang" userId="ec82cc6f13daab8b" providerId="LiveId" clId="{CCF38121-5EE3-40FE-BA5E-51F601DB4C86}" dt="2025-11-13T11:05:28.500" v="726" actId="693"/>
      <pc:docMkLst>
        <pc:docMk/>
      </pc:docMkLst>
      <pc:sldChg chg="modSp mod">
        <pc:chgData name="liao huang" userId="ec82cc6f13daab8b" providerId="LiveId" clId="{CCF38121-5EE3-40FE-BA5E-51F601DB4C86}" dt="2025-11-11T05:44:35.950" v="14" actId="20577"/>
        <pc:sldMkLst>
          <pc:docMk/>
          <pc:sldMk cId="0" sldId="257"/>
        </pc:sldMkLst>
        <pc:spChg chg="mod">
          <ac:chgData name="liao huang" userId="ec82cc6f13daab8b" providerId="LiveId" clId="{CCF38121-5EE3-40FE-BA5E-51F601DB4C86}" dt="2025-11-11T05:44:27.970" v="6"/>
          <ac:spMkLst>
            <pc:docMk/>
            <pc:sldMk cId="0" sldId="257"/>
            <ac:spMk id="8" creationId="{00000000-0000-0000-0000-000000000000}"/>
          </ac:spMkLst>
        </pc:spChg>
        <pc:graphicFrameChg chg="modGraphic">
          <ac:chgData name="liao huang" userId="ec82cc6f13daab8b" providerId="LiveId" clId="{CCF38121-5EE3-40FE-BA5E-51F601DB4C86}" dt="2025-11-11T05:44:35.950" v="14" actId="20577"/>
          <ac:graphicFrameMkLst>
            <pc:docMk/>
            <pc:sldMk cId="0" sldId="257"/>
            <ac:graphicFrameMk id="33" creationId="{00000000-0000-0000-0000-000000000000}"/>
          </ac:graphicFrameMkLst>
        </pc:graphicFrameChg>
      </pc:sldChg>
      <pc:sldChg chg="addSp modSp mod">
        <pc:chgData name="liao huang" userId="ec82cc6f13daab8b" providerId="LiveId" clId="{CCF38121-5EE3-40FE-BA5E-51F601DB4C86}" dt="2025-11-11T05:45:44.513" v="64" actId="1076"/>
        <pc:sldMkLst>
          <pc:docMk/>
          <pc:sldMk cId="0" sldId="272"/>
        </pc:sldMkLst>
        <pc:spChg chg="mod">
          <ac:chgData name="liao huang" userId="ec82cc6f13daab8b" providerId="LiveId" clId="{CCF38121-5EE3-40FE-BA5E-51F601DB4C86}" dt="2025-11-11T05:45:19.359" v="43" actId="20577"/>
          <ac:spMkLst>
            <pc:docMk/>
            <pc:sldMk cId="0" sldId="272"/>
            <ac:spMk id="3" creationId="{A8AB1CFA-1D0E-E169-FDE5-5875C674196B}"/>
          </ac:spMkLst>
        </pc:spChg>
        <pc:spChg chg="mod">
          <ac:chgData name="liao huang" userId="ec82cc6f13daab8b" providerId="LiveId" clId="{CCF38121-5EE3-40FE-BA5E-51F601DB4C86}" dt="2025-11-11T05:45:39.823" v="62"/>
          <ac:spMkLst>
            <pc:docMk/>
            <pc:sldMk cId="0" sldId="272"/>
            <ac:spMk id="8" creationId="{00000000-0000-0000-0000-000000000000}"/>
          </ac:spMkLst>
        </pc:spChg>
        <pc:spChg chg="add mod">
          <ac:chgData name="liao huang" userId="ec82cc6f13daab8b" providerId="LiveId" clId="{CCF38121-5EE3-40FE-BA5E-51F601DB4C86}" dt="2025-11-11T05:45:36.958" v="59"/>
          <ac:spMkLst>
            <pc:docMk/>
            <pc:sldMk cId="0" sldId="272"/>
            <ac:spMk id="12" creationId="{75CD7DA8-BECD-4C1D-AA25-59CD8DDA4799}"/>
          </ac:spMkLst>
        </pc:spChg>
        <pc:grpChg chg="mod">
          <ac:chgData name="liao huang" userId="ec82cc6f13daab8b" providerId="LiveId" clId="{CCF38121-5EE3-40FE-BA5E-51F601DB4C86}" dt="2025-11-11T05:45:44.513" v="64" actId="1076"/>
          <ac:grpSpMkLst>
            <pc:docMk/>
            <pc:sldMk cId="0" sldId="272"/>
            <ac:grpSpMk id="11" creationId="{8F7C0971-7369-E9FF-7DCF-2CA105016570}"/>
          </ac:grpSpMkLst>
        </pc:grpChg>
      </pc:sldChg>
      <pc:sldChg chg="del">
        <pc:chgData name="liao huang" userId="ec82cc6f13daab8b" providerId="LiveId" clId="{CCF38121-5EE3-40FE-BA5E-51F601DB4C86}" dt="2025-11-13T10:09:27.716" v="330" actId="47"/>
        <pc:sldMkLst>
          <pc:docMk/>
          <pc:sldMk cId="1682685868" sldId="313"/>
        </pc:sldMkLst>
      </pc:sldChg>
      <pc:sldChg chg="del">
        <pc:chgData name="liao huang" userId="ec82cc6f13daab8b" providerId="LiveId" clId="{CCF38121-5EE3-40FE-BA5E-51F601DB4C86}" dt="2025-11-13T10:09:28.503" v="334" actId="47"/>
        <pc:sldMkLst>
          <pc:docMk/>
          <pc:sldMk cId="3027936104" sldId="333"/>
        </pc:sldMkLst>
      </pc:sldChg>
      <pc:sldChg chg="del">
        <pc:chgData name="liao huang" userId="ec82cc6f13daab8b" providerId="LiveId" clId="{CCF38121-5EE3-40FE-BA5E-51F601DB4C86}" dt="2025-11-13T10:09:26.830" v="328" actId="47"/>
        <pc:sldMkLst>
          <pc:docMk/>
          <pc:sldMk cId="1776228369" sldId="334"/>
        </pc:sldMkLst>
      </pc:sldChg>
      <pc:sldChg chg="delSp modSp mod">
        <pc:chgData name="liao huang" userId="ec82cc6f13daab8b" providerId="LiveId" clId="{CCF38121-5EE3-40FE-BA5E-51F601DB4C86}" dt="2025-11-13T10:11:54.962" v="386" actId="478"/>
        <pc:sldMkLst>
          <pc:docMk/>
          <pc:sldMk cId="4258253362" sldId="335"/>
        </pc:sldMkLst>
        <pc:spChg chg="del">
          <ac:chgData name="liao huang" userId="ec82cc6f13daab8b" providerId="LiveId" clId="{CCF38121-5EE3-40FE-BA5E-51F601DB4C86}" dt="2025-11-13T10:11:54.962" v="386" actId="478"/>
          <ac:spMkLst>
            <pc:docMk/>
            <pc:sldMk cId="4258253362" sldId="335"/>
            <ac:spMk id="6" creationId="{2C4C60A8-5CA8-F3D2-4F6E-EB17B7680C46}"/>
          </ac:spMkLst>
        </pc:spChg>
        <pc:spChg chg="mod">
          <ac:chgData name="liao huang" userId="ec82cc6f13daab8b" providerId="LiveId" clId="{CCF38121-5EE3-40FE-BA5E-51F601DB4C86}" dt="2025-11-11T05:45:55.081" v="68" actId="1076"/>
          <ac:spMkLst>
            <pc:docMk/>
            <pc:sldMk cId="4258253362" sldId="335"/>
            <ac:spMk id="10" creationId="{2F69204F-3D07-D330-C7EB-305FA4CEA5D2}"/>
          </ac:spMkLst>
        </pc:spChg>
      </pc:sldChg>
      <pc:sldChg chg="addSp delSp modSp mod modNotesTx">
        <pc:chgData name="liao huang" userId="ec82cc6f13daab8b" providerId="LiveId" clId="{CCF38121-5EE3-40FE-BA5E-51F601DB4C86}" dt="2025-11-11T05:52:09.532" v="157" actId="14100"/>
        <pc:sldMkLst>
          <pc:docMk/>
          <pc:sldMk cId="672240012" sldId="336"/>
        </pc:sldMkLst>
        <pc:spChg chg="add mod">
          <ac:chgData name="liao huang" userId="ec82cc6f13daab8b" providerId="LiveId" clId="{CCF38121-5EE3-40FE-BA5E-51F601DB4C86}" dt="2025-11-11T05:51:34.655" v="147" actId="14100"/>
          <ac:spMkLst>
            <pc:docMk/>
            <pc:sldMk cId="672240012" sldId="336"/>
            <ac:spMk id="12" creationId="{DCB91DF5-0156-4E00-8C1A-9D779EA1D573}"/>
          </ac:spMkLst>
        </pc:spChg>
        <pc:spChg chg="add mod">
          <ac:chgData name="liao huang" userId="ec82cc6f13daab8b" providerId="LiveId" clId="{CCF38121-5EE3-40FE-BA5E-51F601DB4C86}" dt="2025-11-11T05:49:18.488" v="130" actId="20577"/>
          <ac:spMkLst>
            <pc:docMk/>
            <pc:sldMk cId="672240012" sldId="336"/>
            <ac:spMk id="14" creationId="{FBCA2448-5328-4199-B310-73791E36AE02}"/>
          </ac:spMkLst>
        </pc:spChg>
        <pc:spChg chg="mod">
          <ac:chgData name="liao huang" userId="ec82cc6f13daab8b" providerId="LiveId" clId="{CCF38121-5EE3-40FE-BA5E-51F601DB4C86}" dt="2025-11-11T05:46:45.377" v="70" actId="20577"/>
          <ac:spMkLst>
            <pc:docMk/>
            <pc:sldMk cId="672240012" sldId="336"/>
            <ac:spMk id="21" creationId="{FD5FEAEB-1EAD-CE5D-3412-7593049E0798}"/>
          </ac:spMkLst>
        </pc:spChg>
        <pc:spChg chg="add mod">
          <ac:chgData name="liao huang" userId="ec82cc6f13daab8b" providerId="LiveId" clId="{CCF38121-5EE3-40FE-BA5E-51F601DB4C86}" dt="2025-11-11T05:52:09.532" v="157" actId="14100"/>
          <ac:spMkLst>
            <pc:docMk/>
            <pc:sldMk cId="672240012" sldId="336"/>
            <ac:spMk id="23" creationId="{B50337C0-5C5D-423D-9F9B-BF2649DEEC30}"/>
          </ac:spMkLst>
        </pc:spChg>
        <pc:spChg chg="mod">
          <ac:chgData name="liao huang" userId="ec82cc6f13daab8b" providerId="LiveId" clId="{CCF38121-5EE3-40FE-BA5E-51F601DB4C86}" dt="2025-11-11T05:46:54.496" v="77" actId="14100"/>
          <ac:spMkLst>
            <pc:docMk/>
            <pc:sldMk cId="672240012" sldId="336"/>
            <ac:spMk id="32" creationId="{B37445F9-029C-1A22-4EA2-C899A2AD3114}"/>
          </ac:spMkLst>
        </pc:spChg>
        <pc:picChg chg="add mod">
          <ac:chgData name="liao huang" userId="ec82cc6f13daab8b" providerId="LiveId" clId="{CCF38121-5EE3-40FE-BA5E-51F601DB4C86}" dt="2025-11-11T05:50:03.810" v="135" actId="1076"/>
          <ac:picMkLst>
            <pc:docMk/>
            <pc:sldMk cId="672240012" sldId="336"/>
            <ac:picMk id="8" creationId="{9BEDE7A4-0A2D-4800-AE67-F71FFA6D8760}"/>
          </ac:picMkLst>
        </pc:picChg>
        <pc:picChg chg="add mod">
          <ac:chgData name="liao huang" userId="ec82cc6f13daab8b" providerId="LiveId" clId="{CCF38121-5EE3-40FE-BA5E-51F601DB4C86}" dt="2025-11-11T05:50:05.674" v="136" actId="1076"/>
          <ac:picMkLst>
            <pc:docMk/>
            <pc:sldMk cId="672240012" sldId="336"/>
            <ac:picMk id="11" creationId="{5F736BA8-B4D9-4E0C-A124-6D6904AF7459}"/>
          </ac:picMkLst>
        </pc:picChg>
        <pc:cxnChg chg="add mod">
          <ac:chgData name="liao huang" userId="ec82cc6f13daab8b" providerId="LiveId" clId="{CCF38121-5EE3-40FE-BA5E-51F601DB4C86}" dt="2025-11-11T05:51:54.758" v="154" actId="14100"/>
          <ac:cxnSpMkLst>
            <pc:docMk/>
            <pc:sldMk cId="672240012" sldId="336"/>
            <ac:cxnSpMk id="16" creationId="{8B83889F-94A4-4640-AA7D-61C7F7352022}"/>
          </ac:cxnSpMkLst>
        </pc:cxnChg>
      </pc:sldChg>
      <pc:sldChg chg="del">
        <pc:chgData name="liao huang" userId="ec82cc6f13daab8b" providerId="LiveId" clId="{CCF38121-5EE3-40FE-BA5E-51F601DB4C86}" dt="2025-11-13T10:09:27.812" v="331" actId="47"/>
        <pc:sldMkLst>
          <pc:docMk/>
          <pc:sldMk cId="2302639806" sldId="337"/>
        </pc:sldMkLst>
      </pc:sldChg>
      <pc:sldChg chg="del">
        <pc:chgData name="liao huang" userId="ec82cc6f13daab8b" providerId="LiveId" clId="{CCF38121-5EE3-40FE-BA5E-51F601DB4C86}" dt="2025-11-13T10:09:28.036" v="332" actId="47"/>
        <pc:sldMkLst>
          <pc:docMk/>
          <pc:sldMk cId="511066003" sldId="338"/>
        </pc:sldMkLst>
      </pc:sldChg>
      <pc:sldChg chg="del">
        <pc:chgData name="liao huang" userId="ec82cc6f13daab8b" providerId="LiveId" clId="{CCF38121-5EE3-40FE-BA5E-51F601DB4C86}" dt="2025-11-13T10:09:28.229" v="333" actId="47"/>
        <pc:sldMkLst>
          <pc:docMk/>
          <pc:sldMk cId="2520858311" sldId="339"/>
        </pc:sldMkLst>
      </pc:sldChg>
      <pc:sldChg chg="del">
        <pc:chgData name="liao huang" userId="ec82cc6f13daab8b" providerId="LiveId" clId="{CCF38121-5EE3-40FE-BA5E-51F601DB4C86}" dt="2025-11-13T10:09:27.409" v="329" actId="47"/>
        <pc:sldMkLst>
          <pc:docMk/>
          <pc:sldMk cId="184235445" sldId="340"/>
        </pc:sldMkLst>
      </pc:sldChg>
      <pc:sldChg chg="addSp delSp modSp add mod">
        <pc:chgData name="liao huang" userId="ec82cc6f13daab8b" providerId="LiveId" clId="{CCF38121-5EE3-40FE-BA5E-51F601DB4C86}" dt="2025-11-13T10:18:12.617" v="396" actId="14100"/>
        <pc:sldMkLst>
          <pc:docMk/>
          <pc:sldMk cId="1634952390" sldId="341"/>
        </pc:sldMkLst>
        <pc:spChg chg="mod">
          <ac:chgData name="liao huang" userId="ec82cc6f13daab8b" providerId="LiveId" clId="{CCF38121-5EE3-40FE-BA5E-51F601DB4C86}" dt="2025-11-13T10:09:37.693" v="335" actId="1076"/>
          <ac:spMkLst>
            <pc:docMk/>
            <pc:sldMk cId="1634952390" sldId="341"/>
            <ac:spMk id="12" creationId="{DCB91DF5-0156-4E00-8C1A-9D779EA1D573}"/>
          </ac:spMkLst>
        </pc:spChg>
        <pc:spChg chg="mod">
          <ac:chgData name="liao huang" userId="ec82cc6f13daab8b" providerId="LiveId" clId="{CCF38121-5EE3-40FE-BA5E-51F601DB4C86}" dt="2025-11-13T10:10:09.995" v="360" actId="1076"/>
          <ac:spMkLst>
            <pc:docMk/>
            <pc:sldMk cId="1634952390" sldId="341"/>
            <ac:spMk id="14" creationId="{FBCA2448-5328-4199-B310-73791E36AE02}"/>
          </ac:spMkLst>
        </pc:spChg>
        <pc:spChg chg="add mod">
          <ac:chgData name="liao huang" userId="ec82cc6f13daab8b" providerId="LiveId" clId="{CCF38121-5EE3-40FE-BA5E-51F601DB4C86}" dt="2025-11-13T10:11:21.721" v="370" actId="14100"/>
          <ac:spMkLst>
            <pc:docMk/>
            <pc:sldMk cId="1634952390" sldId="341"/>
            <ac:spMk id="17" creationId="{FB51229B-C5B6-41E0-A2C7-E90CFEDA59CA}"/>
          </ac:spMkLst>
        </pc:spChg>
        <pc:spChg chg="add del mod">
          <ac:chgData name="liao huang" userId="ec82cc6f13daab8b" providerId="LiveId" clId="{CCF38121-5EE3-40FE-BA5E-51F601DB4C86}" dt="2025-11-13T10:09:40.277" v="337" actId="478"/>
          <ac:spMkLst>
            <pc:docMk/>
            <pc:sldMk cId="1634952390" sldId="341"/>
            <ac:spMk id="24" creationId="{3A9C325D-465E-4841-89C7-736F91ADDADB}"/>
          </ac:spMkLst>
        </pc:spChg>
        <pc:spChg chg="add mod">
          <ac:chgData name="liao huang" userId="ec82cc6f13daab8b" providerId="LiveId" clId="{CCF38121-5EE3-40FE-BA5E-51F601DB4C86}" dt="2025-11-13T10:18:12.617" v="396" actId="14100"/>
          <ac:spMkLst>
            <pc:docMk/>
            <pc:sldMk cId="1634952390" sldId="341"/>
            <ac:spMk id="27" creationId="{9A7010E0-F3EE-4DB5-9A89-FC9AFB982332}"/>
          </ac:spMkLst>
        </pc:spChg>
        <pc:spChg chg="mod">
          <ac:chgData name="liao huang" userId="ec82cc6f13daab8b" providerId="LiveId" clId="{CCF38121-5EE3-40FE-BA5E-51F601DB4C86}" dt="2025-11-11T05:52:26.881" v="164" actId="20577"/>
          <ac:spMkLst>
            <pc:docMk/>
            <pc:sldMk cId="1634952390" sldId="341"/>
            <ac:spMk id="32" creationId="{B37445F9-029C-1A22-4EA2-C899A2AD3114}"/>
          </ac:spMkLst>
        </pc:spChg>
        <pc:picChg chg="add mod ord">
          <ac:chgData name="liao huang" userId="ec82cc6f13daab8b" providerId="LiveId" clId="{CCF38121-5EE3-40FE-BA5E-51F601DB4C86}" dt="2025-11-11T06:33:01.846" v="320" actId="1076"/>
          <ac:picMkLst>
            <pc:docMk/>
            <pc:sldMk cId="1634952390" sldId="341"/>
            <ac:picMk id="5" creationId="{873310D5-9D7D-4C5B-AB28-226D6F82B959}"/>
          </ac:picMkLst>
        </pc:picChg>
        <pc:picChg chg="add del mod">
          <ac:chgData name="liao huang" userId="ec82cc6f13daab8b" providerId="LiveId" clId="{CCF38121-5EE3-40FE-BA5E-51F601DB4C86}" dt="2025-11-13T10:11:13.261" v="365" actId="478"/>
          <ac:picMkLst>
            <pc:docMk/>
            <pc:sldMk cId="1634952390" sldId="341"/>
            <ac:picMk id="15" creationId="{97304AB2-98C2-4C37-9E4F-5019C49AA9B3}"/>
          </ac:picMkLst>
        </pc:picChg>
        <pc:picChg chg="add del mod">
          <ac:chgData name="liao huang" userId="ec82cc6f13daab8b" providerId="LiveId" clId="{CCF38121-5EE3-40FE-BA5E-51F601DB4C86}" dt="2025-11-13T10:09:38.711" v="336" actId="478"/>
          <ac:picMkLst>
            <pc:docMk/>
            <pc:sldMk cId="1634952390" sldId="341"/>
            <ac:picMk id="18" creationId="{38E13124-F614-4E03-AF22-B1CBE4459273}"/>
          </ac:picMkLst>
        </pc:picChg>
        <pc:picChg chg="add mod">
          <ac:chgData name="liao huang" userId="ec82cc6f13daab8b" providerId="LiveId" clId="{CCF38121-5EE3-40FE-BA5E-51F601DB4C86}" dt="2025-11-13T10:11:18.193" v="368" actId="1076"/>
          <ac:picMkLst>
            <pc:docMk/>
            <pc:sldMk cId="1634952390" sldId="341"/>
            <ac:picMk id="19" creationId="{402C0EB1-C3A2-4D58-8919-58792CCD3482}"/>
          </ac:picMkLst>
        </pc:picChg>
        <pc:cxnChg chg="add mod">
          <ac:chgData name="liao huang" userId="ec82cc6f13daab8b" providerId="LiveId" clId="{CCF38121-5EE3-40FE-BA5E-51F601DB4C86}" dt="2025-11-13T10:11:21.721" v="370" actId="14100"/>
          <ac:cxnSpMkLst>
            <pc:docMk/>
            <pc:sldMk cId="1634952390" sldId="341"/>
            <ac:cxnSpMk id="16" creationId="{62DCD74E-FA57-4994-805D-648672D846FF}"/>
          </ac:cxnSpMkLst>
        </pc:cxnChg>
      </pc:sldChg>
      <pc:sldChg chg="add del">
        <pc:chgData name="liao huang" userId="ec82cc6f13daab8b" providerId="LiveId" clId="{CCF38121-5EE3-40FE-BA5E-51F601DB4C86}" dt="2025-11-13T10:11:29.227" v="372"/>
        <pc:sldMkLst>
          <pc:docMk/>
          <pc:sldMk cId="2808237151" sldId="342"/>
        </pc:sldMkLst>
      </pc:sldChg>
      <pc:sldChg chg="delSp modSp add mod">
        <pc:chgData name="liao huang" userId="ec82cc6f13daab8b" providerId="LiveId" clId="{CCF38121-5EE3-40FE-BA5E-51F601DB4C86}" dt="2025-11-13T10:12:00.075" v="387" actId="478"/>
        <pc:sldMkLst>
          <pc:docMk/>
          <pc:sldMk cId="3300020562" sldId="342"/>
        </pc:sldMkLst>
        <pc:spChg chg="mod">
          <ac:chgData name="liao huang" userId="ec82cc6f13daab8b" providerId="LiveId" clId="{CCF38121-5EE3-40FE-BA5E-51F601DB4C86}" dt="2025-11-13T10:11:34.963" v="375" actId="20577"/>
          <ac:spMkLst>
            <pc:docMk/>
            <pc:sldMk cId="3300020562" sldId="342"/>
            <ac:spMk id="2" creationId="{036BF1A2-33BE-E69C-EEE4-CE5C58D1F8C9}"/>
          </ac:spMkLst>
        </pc:spChg>
        <pc:spChg chg="mod">
          <ac:chgData name="liao huang" userId="ec82cc6f13daab8b" providerId="LiveId" clId="{CCF38121-5EE3-40FE-BA5E-51F601DB4C86}" dt="2025-11-13T10:11:39.412" v="378"/>
          <ac:spMkLst>
            <pc:docMk/>
            <pc:sldMk cId="3300020562" sldId="342"/>
            <ac:spMk id="5" creationId="{3F9A9F36-1067-035A-62F9-52C786BBA347}"/>
          </ac:spMkLst>
        </pc:spChg>
        <pc:spChg chg="del">
          <ac:chgData name="liao huang" userId="ec82cc6f13daab8b" providerId="LiveId" clId="{CCF38121-5EE3-40FE-BA5E-51F601DB4C86}" dt="2025-11-13T10:12:00.075" v="387" actId="478"/>
          <ac:spMkLst>
            <pc:docMk/>
            <pc:sldMk cId="3300020562" sldId="342"/>
            <ac:spMk id="6" creationId="{2C4C60A8-5CA8-F3D2-4F6E-EB17B7680C46}"/>
          </ac:spMkLst>
        </pc:spChg>
        <pc:spChg chg="mod">
          <ac:chgData name="liao huang" userId="ec82cc6f13daab8b" providerId="LiveId" clId="{CCF38121-5EE3-40FE-BA5E-51F601DB4C86}" dt="2025-11-13T10:11:44.495" v="385"/>
          <ac:spMkLst>
            <pc:docMk/>
            <pc:sldMk cId="3300020562" sldId="342"/>
            <ac:spMk id="10" creationId="{2F69204F-3D07-D330-C7EB-305FA4CEA5D2}"/>
          </ac:spMkLst>
        </pc:spChg>
      </pc:sldChg>
      <pc:sldChg chg="addSp delSp modSp add mod">
        <pc:chgData name="liao huang" userId="ec82cc6f13daab8b" providerId="LiveId" clId="{CCF38121-5EE3-40FE-BA5E-51F601DB4C86}" dt="2025-11-13T11:05:28.500" v="726" actId="693"/>
        <pc:sldMkLst>
          <pc:docMk/>
          <pc:sldMk cId="4174017083" sldId="343"/>
        </pc:sldMkLst>
        <pc:spChg chg="add mod">
          <ac:chgData name="liao huang" userId="ec82cc6f13daab8b" providerId="LiveId" clId="{CCF38121-5EE3-40FE-BA5E-51F601DB4C86}" dt="2025-11-13T11:05:28.500" v="726" actId="693"/>
          <ac:spMkLst>
            <pc:docMk/>
            <pc:sldMk cId="4174017083" sldId="343"/>
            <ac:spMk id="2" creationId="{F7CF264D-18D4-4423-A723-FC68DB13AD0C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7" creationId="{AED74FCE-4349-4597-8788-FAFE604D67A9}"/>
          </ac:spMkLst>
        </pc:spChg>
        <pc:spChg chg="add del mod ord">
          <ac:chgData name="liao huang" userId="ec82cc6f13daab8b" providerId="LiveId" clId="{CCF38121-5EE3-40FE-BA5E-51F601DB4C86}" dt="2025-11-13T10:28:46.253" v="668" actId="14100"/>
          <ac:spMkLst>
            <pc:docMk/>
            <pc:sldMk cId="4174017083" sldId="343"/>
            <ac:spMk id="10" creationId="{0D0FD1DB-377C-4369-BEAE-F1E198D9827B}"/>
          </ac:spMkLst>
        </pc:spChg>
        <pc:spChg chg="del">
          <ac:chgData name="liao huang" userId="ec82cc6f13daab8b" providerId="LiveId" clId="{CCF38121-5EE3-40FE-BA5E-51F601DB4C86}" dt="2025-11-13T10:18:59.966" v="399" actId="478"/>
          <ac:spMkLst>
            <pc:docMk/>
            <pc:sldMk cId="4174017083" sldId="343"/>
            <ac:spMk id="12" creationId="{DCB91DF5-0156-4E00-8C1A-9D779EA1D573}"/>
          </ac:spMkLst>
        </pc:spChg>
        <pc:spChg chg="del mod">
          <ac:chgData name="liao huang" userId="ec82cc6f13daab8b" providerId="LiveId" clId="{CCF38121-5EE3-40FE-BA5E-51F601DB4C86}" dt="2025-11-13T10:18:56.732" v="398" actId="478"/>
          <ac:spMkLst>
            <pc:docMk/>
            <pc:sldMk cId="4174017083" sldId="343"/>
            <ac:spMk id="14" creationId="{FBCA2448-5328-4199-B310-73791E36AE02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15" creationId="{ABBB5C0C-FDA5-4BA6-A077-5D312C0349BC}"/>
          </ac:spMkLst>
        </pc:spChg>
        <pc:spChg chg="add del mod">
          <ac:chgData name="liao huang" userId="ec82cc6f13daab8b" providerId="LiveId" clId="{CCF38121-5EE3-40FE-BA5E-51F601DB4C86}" dt="2025-11-13T10:16:24.191" v="390" actId="478"/>
          <ac:spMkLst>
            <pc:docMk/>
            <pc:sldMk cId="4174017083" sldId="343"/>
            <ac:spMk id="17" creationId="{E0177521-A853-4D89-9435-4B25FBD1B655}"/>
          </ac:spMkLst>
        </pc:spChg>
        <pc:spChg chg="add del mod">
          <ac:chgData name="liao huang" userId="ec82cc6f13daab8b" providerId="LiveId" clId="{CCF38121-5EE3-40FE-BA5E-51F601DB4C86}" dt="2025-11-13T10:19:20.785" v="409" actId="478"/>
          <ac:spMkLst>
            <pc:docMk/>
            <pc:sldMk cId="4174017083" sldId="343"/>
            <ac:spMk id="19" creationId="{0207B50A-9E33-4AB8-B26A-243958144EA7}"/>
          </ac:spMkLst>
        </pc:spChg>
        <pc:spChg chg="mod">
          <ac:chgData name="liao huang" userId="ec82cc6f13daab8b" providerId="LiveId" clId="{CCF38121-5EE3-40FE-BA5E-51F601DB4C86}" dt="2025-11-13T10:19:10.664" v="402" actId="20577"/>
          <ac:spMkLst>
            <pc:docMk/>
            <pc:sldMk cId="4174017083" sldId="343"/>
            <ac:spMk id="21" creationId="{FD5FEAEB-1EAD-CE5D-3412-7593049E0798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22" creationId="{A0A59B15-B92A-4B33-90BC-EF26F2F91D98}"/>
          </ac:spMkLst>
        </pc:spChg>
        <pc:spChg chg="del">
          <ac:chgData name="liao huang" userId="ec82cc6f13daab8b" providerId="LiveId" clId="{CCF38121-5EE3-40FE-BA5E-51F601DB4C86}" dt="2025-11-13T10:18:59.966" v="399" actId="478"/>
          <ac:spMkLst>
            <pc:docMk/>
            <pc:sldMk cId="4174017083" sldId="343"/>
            <ac:spMk id="23" creationId="{B50337C0-5C5D-423D-9F9B-BF2649DEEC30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24" creationId="{CFB62F27-74AB-4048-9C07-34F9E2C8769C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25" creationId="{0E7B1C7D-6677-4E39-8D15-587C8425E519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26" creationId="{15D53EC4-2949-402F-8D36-8EBCF2F2427F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27" creationId="{C32F1D44-2753-48DA-9E7A-532F3D2C9EF5}"/>
          </ac:spMkLst>
        </pc:spChg>
        <pc:spChg chg="mod">
          <ac:chgData name="liao huang" userId="ec82cc6f13daab8b" providerId="LiveId" clId="{CCF38121-5EE3-40FE-BA5E-51F601DB4C86}" dt="2025-11-13T10:19:18.024" v="408"/>
          <ac:spMkLst>
            <pc:docMk/>
            <pc:sldMk cId="4174017083" sldId="343"/>
            <ac:spMk id="32" creationId="{B37445F9-029C-1A22-4EA2-C899A2AD3114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64" creationId="{918DCA70-A84E-4A83-96B1-AB3EA70DEE3C}"/>
          </ac:spMkLst>
        </pc:spChg>
        <pc:spChg chg="add mod">
          <ac:chgData name="liao huang" userId="ec82cc6f13daab8b" providerId="LiveId" clId="{CCF38121-5EE3-40FE-BA5E-51F601DB4C86}" dt="2025-11-13T10:27:24.004" v="643" actId="1076"/>
          <ac:spMkLst>
            <pc:docMk/>
            <pc:sldMk cId="4174017083" sldId="343"/>
            <ac:spMk id="74" creationId="{B3A93F80-ACAD-44AF-9A0C-206C6F4A1E6F}"/>
          </ac:spMkLst>
        </pc:spChg>
        <pc:spChg chg="add mod">
          <ac:chgData name="liao huang" userId="ec82cc6f13daab8b" providerId="LiveId" clId="{CCF38121-5EE3-40FE-BA5E-51F601DB4C86}" dt="2025-11-13T10:28:35.428" v="664" actId="1076"/>
          <ac:spMkLst>
            <pc:docMk/>
            <pc:sldMk cId="4174017083" sldId="343"/>
            <ac:spMk id="85" creationId="{531EDFAD-E9EE-4A7A-9B31-12ECB8745CD2}"/>
          </ac:spMkLst>
        </pc:spChg>
        <pc:spChg chg="add mod">
          <ac:chgData name="liao huang" userId="ec82cc6f13daab8b" providerId="LiveId" clId="{CCF38121-5EE3-40FE-BA5E-51F601DB4C86}" dt="2025-11-13T10:29:05.395" v="695" actId="20577"/>
          <ac:spMkLst>
            <pc:docMk/>
            <pc:sldMk cId="4174017083" sldId="343"/>
            <ac:spMk id="107" creationId="{F0838BB3-E7DE-4604-BF90-AE6C8082D096}"/>
          </ac:spMkLst>
        </pc:spChg>
        <pc:spChg chg="add mod">
          <ac:chgData name="liao huang" userId="ec82cc6f13daab8b" providerId="LiveId" clId="{CCF38121-5EE3-40FE-BA5E-51F601DB4C86}" dt="2025-11-13T10:29:30.375" v="717" actId="5793"/>
          <ac:spMkLst>
            <pc:docMk/>
            <pc:sldMk cId="4174017083" sldId="343"/>
            <ac:spMk id="111" creationId="{7650787A-E7F9-480D-89A5-57967C63F74D}"/>
          </ac:spMkLst>
        </pc:spChg>
        <pc:picChg chg="del">
          <ac:chgData name="liao huang" userId="ec82cc6f13daab8b" providerId="LiveId" clId="{CCF38121-5EE3-40FE-BA5E-51F601DB4C86}" dt="2025-11-13T10:18:59.966" v="399" actId="478"/>
          <ac:picMkLst>
            <pc:docMk/>
            <pc:sldMk cId="4174017083" sldId="343"/>
            <ac:picMk id="8" creationId="{9BEDE7A4-0A2D-4800-AE67-F71FFA6D8760}"/>
          </ac:picMkLst>
        </pc:picChg>
        <pc:picChg chg="del">
          <ac:chgData name="liao huang" userId="ec82cc6f13daab8b" providerId="LiveId" clId="{CCF38121-5EE3-40FE-BA5E-51F601DB4C86}" dt="2025-11-13T10:18:59.966" v="399" actId="478"/>
          <ac:picMkLst>
            <pc:docMk/>
            <pc:sldMk cId="4174017083" sldId="343"/>
            <ac:picMk id="11" creationId="{5F736BA8-B4D9-4E0C-A124-6D6904AF7459}"/>
          </ac:picMkLst>
        </pc:picChg>
        <pc:cxnChg chg="del">
          <ac:chgData name="liao huang" userId="ec82cc6f13daab8b" providerId="LiveId" clId="{CCF38121-5EE3-40FE-BA5E-51F601DB4C86}" dt="2025-11-13T10:18:59.966" v="399" actId="478"/>
          <ac:cxnSpMkLst>
            <pc:docMk/>
            <pc:sldMk cId="4174017083" sldId="343"/>
            <ac:cxnSpMk id="16" creationId="{8B83889F-94A4-4640-AA7D-61C7F7352022}"/>
          </ac:cxnSpMkLst>
        </pc:cxnChg>
        <pc:cxnChg chg="add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28" creationId="{30995AD0-E1B5-4E94-ABD2-99A187214D85}"/>
          </ac:cxnSpMkLst>
        </pc:cxnChg>
        <pc:cxnChg chg="add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31" creationId="{AB7D911B-449F-4E82-852E-726154D3FD35}"/>
          </ac:cxnSpMkLst>
        </pc:cxnChg>
        <pc:cxnChg chg="add del mod">
          <ac:chgData name="liao huang" userId="ec82cc6f13daab8b" providerId="LiveId" clId="{CCF38121-5EE3-40FE-BA5E-51F601DB4C86}" dt="2025-11-13T10:23:00.342" v="501" actId="21"/>
          <ac:cxnSpMkLst>
            <pc:docMk/>
            <pc:sldMk cId="4174017083" sldId="343"/>
            <ac:cxnSpMk id="39" creationId="{BEC90EA2-E8EC-4E18-BD8C-D471497BAAA3}"/>
          </ac:cxnSpMkLst>
        </pc:cxnChg>
        <pc:cxnChg chg="add del mod">
          <ac:chgData name="liao huang" userId="ec82cc6f13daab8b" providerId="LiveId" clId="{CCF38121-5EE3-40FE-BA5E-51F601DB4C86}" dt="2025-11-13T10:23:00.342" v="501" actId="21"/>
          <ac:cxnSpMkLst>
            <pc:docMk/>
            <pc:sldMk cId="4174017083" sldId="343"/>
            <ac:cxnSpMk id="40" creationId="{E1082450-6A5D-497A-A090-B936DC34BFE1}"/>
          </ac:cxnSpMkLst>
        </pc:cxnChg>
        <pc:cxnChg chg="add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50" creationId="{86D931B2-A314-4D56-8589-7C20C8F3308F}"/>
          </ac:cxnSpMkLst>
        </pc:cxnChg>
        <pc:cxnChg chg="add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53" creationId="{1264DA49-0507-451F-9675-E2417DE444CA}"/>
          </ac:cxnSpMkLst>
        </pc:cxnChg>
        <pc:cxnChg chg="add del mod">
          <ac:chgData name="liao huang" userId="ec82cc6f13daab8b" providerId="LiveId" clId="{CCF38121-5EE3-40FE-BA5E-51F601DB4C86}" dt="2025-11-13T10:26:18.621" v="591" actId="478"/>
          <ac:cxnSpMkLst>
            <pc:docMk/>
            <pc:sldMk cId="4174017083" sldId="343"/>
            <ac:cxnSpMk id="57" creationId="{FE22E2BF-40CC-41A2-871D-FC8034A71F6E}"/>
          </ac:cxnSpMkLst>
        </pc:cxnChg>
        <pc:cxnChg chg="add del mod">
          <ac:chgData name="liao huang" userId="ec82cc6f13daab8b" providerId="LiveId" clId="{CCF38121-5EE3-40FE-BA5E-51F601DB4C86}" dt="2025-11-13T10:26:20.449" v="592" actId="478"/>
          <ac:cxnSpMkLst>
            <pc:docMk/>
            <pc:sldMk cId="4174017083" sldId="343"/>
            <ac:cxnSpMk id="60" creationId="{1F58B976-88A3-4F91-B16B-C988138EE216}"/>
          </ac:cxnSpMkLst>
        </pc:cxnChg>
        <pc:cxnChg chg="add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71" creationId="{C4C00373-31BD-410A-9DE5-9B8CD5AE920D}"/>
          </ac:cxnSpMkLst>
        </pc:cxnChg>
        <pc:cxnChg chg="add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75" creationId="{81FAD850-1AE2-48F9-B42D-1D566FF01492}"/>
          </ac:cxnSpMkLst>
        </pc:cxnChg>
        <pc:cxnChg chg="add del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79" creationId="{BF1319D4-40FD-4B33-889D-C3B85D91F040}"/>
          </ac:cxnSpMkLst>
        </pc:cxnChg>
        <pc:cxnChg chg="add mod">
          <ac:chgData name="liao huang" userId="ec82cc6f13daab8b" providerId="LiveId" clId="{CCF38121-5EE3-40FE-BA5E-51F601DB4C86}" dt="2025-11-13T10:27:24.004" v="643" actId="1076"/>
          <ac:cxnSpMkLst>
            <pc:docMk/>
            <pc:sldMk cId="4174017083" sldId="343"/>
            <ac:cxnSpMk id="82" creationId="{083AEE71-2EF8-426E-87D2-D7F99A3A9E43}"/>
          </ac:cxnSpMkLst>
        </pc:cxnChg>
        <pc:cxnChg chg="add del mod">
          <ac:chgData name="liao huang" userId="ec82cc6f13daab8b" providerId="LiveId" clId="{CCF38121-5EE3-40FE-BA5E-51F601DB4C86}" dt="2025-11-13T10:27:29.851" v="645" actId="478"/>
          <ac:cxnSpMkLst>
            <pc:docMk/>
            <pc:sldMk cId="4174017083" sldId="343"/>
            <ac:cxnSpMk id="86" creationId="{16D9DE51-D1F2-4E58-815B-D2CC5F043607}"/>
          </ac:cxnSpMkLst>
        </pc:cxnChg>
        <pc:cxnChg chg="add del mod ord">
          <ac:chgData name="liao huang" userId="ec82cc6f13daab8b" providerId="LiveId" clId="{CCF38121-5EE3-40FE-BA5E-51F601DB4C86}" dt="2025-11-13T10:28:24.670" v="660" actId="478"/>
          <ac:cxnSpMkLst>
            <pc:docMk/>
            <pc:sldMk cId="4174017083" sldId="343"/>
            <ac:cxnSpMk id="93" creationId="{34A50802-C744-4082-961D-18493B735768}"/>
          </ac:cxnSpMkLst>
        </pc:cxnChg>
        <pc:cxnChg chg="add mod">
          <ac:chgData name="liao huang" userId="ec82cc6f13daab8b" providerId="LiveId" clId="{CCF38121-5EE3-40FE-BA5E-51F601DB4C86}" dt="2025-11-13T10:28:39.440" v="666" actId="14100"/>
          <ac:cxnSpMkLst>
            <pc:docMk/>
            <pc:sldMk cId="4174017083" sldId="343"/>
            <ac:cxnSpMk id="101" creationId="{4ED64EFF-54D4-485D-A9B6-6D6DD9E426E6}"/>
          </ac:cxnSpMkLst>
        </pc:cxnChg>
        <pc:cxnChg chg="add mod">
          <ac:chgData name="liao huang" userId="ec82cc6f13daab8b" providerId="LiveId" clId="{CCF38121-5EE3-40FE-BA5E-51F601DB4C86}" dt="2025-11-13T10:29:12.764" v="698" actId="14100"/>
          <ac:cxnSpMkLst>
            <pc:docMk/>
            <pc:sldMk cId="4174017083" sldId="343"/>
            <ac:cxnSpMk id="108" creationId="{9CDF6F4A-6597-423D-93FA-F0EB3E58FF1B}"/>
          </ac:cxnSpMkLst>
        </pc:cxnChg>
        <pc:cxnChg chg="add mod">
          <ac:chgData name="liao huang" userId="ec82cc6f13daab8b" providerId="LiveId" clId="{CCF38121-5EE3-40FE-BA5E-51F601DB4C86}" dt="2025-11-13T10:29:25.696" v="703" actId="14100"/>
          <ac:cxnSpMkLst>
            <pc:docMk/>
            <pc:sldMk cId="4174017083" sldId="343"/>
            <ac:cxnSpMk id="112" creationId="{9A41F104-6406-45C9-AC6D-17107F73F83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8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E421D-2B6B-8995-74BF-C6A2D3A1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E30976-8E98-E659-699C-7B5E35AA3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E2E86B-F524-989C-A406-EBA6EA8D5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7EC0E4-7D3E-C6FF-3A9E-4F54FDE6F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912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4C8C-B683-15FA-8F99-96CB2E8F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3F18B3-47B6-802F-0D66-2C51CF16B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FD0E5F-660D-23DB-074A-AAC9E6D84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effectLst/>
                <a:latin typeface="Inter"/>
              </a:rPr>
              <a:t>StableHLO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基于 </a:t>
            </a:r>
            <a:r>
              <a:rPr lang="en-US" altLang="zh-CN" b="0" i="0" dirty="0">
                <a:effectLst/>
                <a:latin typeface="Inter"/>
              </a:rPr>
              <a:t>MHLO </a:t>
            </a:r>
            <a:r>
              <a:rPr lang="zh-CN" altLang="en-US" b="0" i="0" dirty="0">
                <a:effectLst/>
                <a:latin typeface="Inter"/>
              </a:rPr>
              <a:t>设计，保留了 </a:t>
            </a:r>
            <a:r>
              <a:rPr lang="en-US" altLang="zh-CN" b="0" i="0" dirty="0">
                <a:effectLst/>
                <a:latin typeface="Inter"/>
              </a:rPr>
              <a:t>MHLO </a:t>
            </a:r>
            <a:r>
              <a:rPr lang="zh-CN" altLang="en-US" b="0" i="0" dirty="0">
                <a:effectLst/>
                <a:latin typeface="Inter"/>
              </a:rPr>
              <a:t>的核心操作语义，但增加了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序列化、版本控制、前后兼容性</a:t>
            </a:r>
            <a:r>
              <a:rPr lang="zh-CN" altLang="en-US" b="0" i="0" dirty="0">
                <a:effectLst/>
                <a:latin typeface="Inter"/>
              </a:rPr>
              <a:t>等关键特性，目标是成为跨框架（</a:t>
            </a:r>
            <a:r>
              <a:rPr lang="en-US" altLang="zh-CN" b="0" i="0" dirty="0">
                <a:effectLst/>
                <a:latin typeface="Inter"/>
              </a:rPr>
              <a:t>TensorFlow/JAX/</a:t>
            </a:r>
            <a:r>
              <a:rPr lang="en-US" altLang="zh-CN" b="0" i="0" dirty="0" err="1">
                <a:effectLst/>
                <a:latin typeface="Inter"/>
              </a:rPr>
              <a:t>PyTorch</a:t>
            </a:r>
            <a:r>
              <a:rPr lang="zh-CN" altLang="en-US" b="0" i="0" dirty="0">
                <a:effectLst/>
                <a:latin typeface="Inter"/>
              </a:rPr>
              <a:t>）和编译器（</a:t>
            </a:r>
            <a:r>
              <a:rPr lang="en-US" altLang="zh-CN" b="0" i="0" dirty="0">
                <a:effectLst/>
                <a:latin typeface="Inter"/>
              </a:rPr>
              <a:t>XLA/IREE</a:t>
            </a:r>
            <a:r>
              <a:rPr lang="zh-CN" altLang="en-US" b="0" i="0" dirty="0">
                <a:effectLst/>
                <a:latin typeface="Inter"/>
              </a:rPr>
              <a:t>）的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通用、稳定的中间表示</a:t>
            </a:r>
            <a:r>
              <a:rPr lang="zh-CN" altLang="en-US" b="0" i="0" dirty="0">
                <a:effectLst/>
                <a:latin typeface="Inter"/>
              </a:rPr>
              <a:t>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783857-883B-86BB-3A69-4A4233D5F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759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4C8C-B683-15FA-8F99-96CB2E8F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3F18B3-47B6-802F-0D66-2C51CF16B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FD0E5F-660D-23DB-074A-AAC9E6D84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effectLst/>
                <a:latin typeface="Inter"/>
              </a:rPr>
              <a:t>StableHLO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基于 </a:t>
            </a:r>
            <a:r>
              <a:rPr lang="en-US" altLang="zh-CN" b="0" i="0" dirty="0">
                <a:effectLst/>
                <a:latin typeface="Inter"/>
              </a:rPr>
              <a:t>MHLO </a:t>
            </a:r>
            <a:r>
              <a:rPr lang="zh-CN" altLang="en-US" b="0" i="0" dirty="0">
                <a:effectLst/>
                <a:latin typeface="Inter"/>
              </a:rPr>
              <a:t>设计，保留了 </a:t>
            </a:r>
            <a:r>
              <a:rPr lang="en-US" altLang="zh-CN" b="0" i="0" dirty="0">
                <a:effectLst/>
                <a:latin typeface="Inter"/>
              </a:rPr>
              <a:t>MHLO </a:t>
            </a:r>
            <a:r>
              <a:rPr lang="zh-CN" altLang="en-US" b="0" i="0" dirty="0">
                <a:effectLst/>
                <a:latin typeface="Inter"/>
              </a:rPr>
              <a:t>的核心操作语义，但增加了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序列化、版本控制、前后兼容性</a:t>
            </a:r>
            <a:r>
              <a:rPr lang="zh-CN" altLang="en-US" b="0" i="0" dirty="0">
                <a:effectLst/>
                <a:latin typeface="Inter"/>
              </a:rPr>
              <a:t>等关键特性，目标是成为跨框架（</a:t>
            </a:r>
            <a:r>
              <a:rPr lang="en-US" altLang="zh-CN" b="0" i="0" dirty="0">
                <a:effectLst/>
                <a:latin typeface="Inter"/>
              </a:rPr>
              <a:t>TensorFlow/JAX/</a:t>
            </a:r>
            <a:r>
              <a:rPr lang="en-US" altLang="zh-CN" b="0" i="0" dirty="0" err="1">
                <a:effectLst/>
                <a:latin typeface="Inter"/>
              </a:rPr>
              <a:t>PyTorch</a:t>
            </a:r>
            <a:r>
              <a:rPr lang="zh-CN" altLang="en-US" b="0" i="0" dirty="0">
                <a:effectLst/>
                <a:latin typeface="Inter"/>
              </a:rPr>
              <a:t>）和编译器（</a:t>
            </a:r>
            <a:r>
              <a:rPr lang="en-US" altLang="zh-CN" b="0" i="0" dirty="0">
                <a:effectLst/>
                <a:latin typeface="Inter"/>
              </a:rPr>
              <a:t>XLA/IREE</a:t>
            </a:r>
            <a:r>
              <a:rPr lang="zh-CN" altLang="en-US" b="0" i="0" dirty="0">
                <a:effectLst/>
                <a:latin typeface="Inter"/>
              </a:rPr>
              <a:t>）的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通用、稳定的中间表示</a:t>
            </a:r>
            <a:r>
              <a:rPr lang="zh-CN" altLang="en-US" b="0" i="0" dirty="0">
                <a:effectLst/>
                <a:latin typeface="Inter"/>
              </a:rPr>
              <a:t>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783857-883B-86BB-3A69-4A4233D5F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403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E421D-2B6B-8995-74BF-C6A2D3A1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E30976-8E98-E659-699C-7B5E35AA3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E2E86B-F524-989C-A406-EBA6EA8D5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7EC0E4-7D3E-C6FF-3A9E-4F54FDE6F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201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4C8C-B683-15FA-8F99-96CB2E8F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3F18B3-47B6-802F-0D66-2C51CF16B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FD0E5F-660D-23DB-074A-AAC9E6D84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effectLst/>
                <a:latin typeface="Inter"/>
              </a:rPr>
              <a:t>StableHLO</a:t>
            </a:r>
            <a:r>
              <a:rPr lang="en-US" altLang="zh-CN" b="0" i="0" dirty="0">
                <a:effectLst/>
                <a:latin typeface="Inter"/>
              </a:rPr>
              <a:t> </a:t>
            </a:r>
            <a:r>
              <a:rPr lang="zh-CN" altLang="en-US" b="0" i="0" dirty="0">
                <a:effectLst/>
                <a:latin typeface="Inter"/>
              </a:rPr>
              <a:t>基于 </a:t>
            </a:r>
            <a:r>
              <a:rPr lang="en-US" altLang="zh-CN" b="0" i="0" dirty="0">
                <a:effectLst/>
                <a:latin typeface="Inter"/>
              </a:rPr>
              <a:t>MHLO </a:t>
            </a:r>
            <a:r>
              <a:rPr lang="zh-CN" altLang="en-US" b="0" i="0" dirty="0">
                <a:effectLst/>
                <a:latin typeface="Inter"/>
              </a:rPr>
              <a:t>设计，保留了 </a:t>
            </a:r>
            <a:r>
              <a:rPr lang="en-US" altLang="zh-CN" b="0" i="0" dirty="0">
                <a:effectLst/>
                <a:latin typeface="Inter"/>
              </a:rPr>
              <a:t>MHLO </a:t>
            </a:r>
            <a:r>
              <a:rPr lang="zh-CN" altLang="en-US" b="0" i="0" dirty="0">
                <a:effectLst/>
                <a:latin typeface="Inter"/>
              </a:rPr>
              <a:t>的核心操作语义，但增加了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序列化、版本控制、前后兼容性</a:t>
            </a:r>
            <a:r>
              <a:rPr lang="zh-CN" altLang="en-US" b="0" i="0" dirty="0">
                <a:effectLst/>
                <a:latin typeface="Inter"/>
              </a:rPr>
              <a:t>等关键特性，目标是成为跨框架（</a:t>
            </a:r>
            <a:r>
              <a:rPr lang="en-US" altLang="zh-CN" b="0" i="0" dirty="0">
                <a:effectLst/>
                <a:latin typeface="Inter"/>
              </a:rPr>
              <a:t>TensorFlow/JAX/</a:t>
            </a:r>
            <a:r>
              <a:rPr lang="en-US" altLang="zh-CN" b="0" i="0" dirty="0" err="1">
                <a:effectLst/>
                <a:latin typeface="Inter"/>
              </a:rPr>
              <a:t>PyTorch</a:t>
            </a:r>
            <a:r>
              <a:rPr lang="zh-CN" altLang="en-US" b="0" i="0" dirty="0">
                <a:effectLst/>
                <a:latin typeface="Inter"/>
              </a:rPr>
              <a:t>）和编译器（</a:t>
            </a:r>
            <a:r>
              <a:rPr lang="en-US" altLang="zh-CN" b="0" i="0" dirty="0">
                <a:effectLst/>
                <a:latin typeface="Inter"/>
              </a:rPr>
              <a:t>XLA/IREE</a:t>
            </a:r>
            <a:r>
              <a:rPr lang="zh-CN" altLang="en-US" b="0" i="0" dirty="0">
                <a:effectLst/>
                <a:latin typeface="Inter"/>
              </a:rPr>
              <a:t>）的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通用、稳定的中间表示</a:t>
            </a:r>
            <a:r>
              <a:rPr lang="zh-CN" altLang="en-US" b="0" i="0" dirty="0">
                <a:effectLst/>
                <a:latin typeface="Inter"/>
              </a:rPr>
              <a:t>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783857-883B-86BB-3A69-4A4233D5F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74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02B8-8476-189C-1438-6FC513E5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F6F6D-F8DD-AE7E-6C55-3E53AEDBE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16232-DD58-DB9D-18BB-2439B1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9B93-F3C9-2EE8-96E7-67D317F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DB78-BB4A-AA85-E4A0-EC342A5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8D38-E5ED-980C-C7BF-9910626F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D7898-17C3-8665-06E2-7F513653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B3437-3E06-C63C-DE90-E0818545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62AFD-BB3E-DE3D-3004-12E315A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C4AB0-602A-3D15-9E95-081DAA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D877A0-4804-4917-810F-DD3372FB1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3099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spc="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Chiplet-mlir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考生姓名</a:t>
                      </a: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汇报人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346244473"/>
              </p:ext>
            </p:ext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黄嫽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5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汇报时间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383045455"/>
              </p:ext>
            </p:ext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2025.11.11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7C0971-7369-E9FF-7DCF-2CA105016570}"/>
              </a:ext>
            </a:extLst>
          </p:cNvPr>
          <p:cNvGrpSpPr/>
          <p:nvPr/>
        </p:nvGrpSpPr>
        <p:grpSpPr>
          <a:xfrm>
            <a:off x="5222774" y="1535473"/>
            <a:ext cx="5733160" cy="523220"/>
            <a:chOff x="5439957" y="3724593"/>
            <a:chExt cx="5733160" cy="523220"/>
          </a:xfrm>
        </p:grpSpPr>
        <p:sp>
          <p:nvSpPr>
            <p:cNvPr id="8" name="文本框 7"/>
            <p:cNvSpPr txBox="1"/>
            <p:nvPr/>
          </p:nvSpPr>
          <p:spPr>
            <a:xfrm>
              <a:off x="6200063" y="3786148"/>
              <a:ext cx="49730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torch-</a:t>
              </a:r>
              <a:r>
                <a:rPr kumimoji="1" lang="en-US" altLang="zh-CN" sz="20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mlir</a:t>
              </a:r>
              <a:r>
                <a:rPr kumimoji="1" lang="zh-CN" altLang="en-US" sz="20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 </a:t>
              </a:r>
              <a:r>
                <a:rPr kumimoji="1" lang="en-US" altLang="zh-CN" sz="20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 </a:t>
              </a:r>
              <a:r>
                <a:rPr kumimoji="1" lang="en-US" altLang="zh-CN" sz="20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clangir</a:t>
              </a:r>
              <a:r>
                <a:rPr kumimoji="1" lang="zh-CN" altLang="en-US" sz="20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  <a:endParaRPr kumimoji="1" lang="en-US" altLang="zh-CN" sz="2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3B52EBA-2408-7248-23A4-65CCA91C2774}"/>
              </a:ext>
            </a:extLst>
          </p:cNvPr>
          <p:cNvGrpSpPr/>
          <p:nvPr/>
        </p:nvGrpSpPr>
        <p:grpSpPr>
          <a:xfrm>
            <a:off x="5222774" y="3659285"/>
            <a:ext cx="5733160" cy="523220"/>
            <a:chOff x="5439957" y="3724593"/>
            <a:chExt cx="5733160" cy="52322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8AB1CFA-1D0E-E169-FDE5-5875C674196B}"/>
                </a:ext>
              </a:extLst>
            </p:cNvPr>
            <p:cNvSpPr txBox="1"/>
            <p:nvPr/>
          </p:nvSpPr>
          <p:spPr>
            <a:xfrm>
              <a:off x="6200063" y="3724593"/>
              <a:ext cx="49730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kumimoji="1" lang="en-US" altLang="zh-CN" sz="14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18BB62E-9169-91E3-C59F-8916BF411933}"/>
                </a:ext>
              </a:extLst>
            </p:cNvPr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2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75CD7DA8-BECD-4C1D-AA25-59CD8DDA4799}"/>
              </a:ext>
            </a:extLst>
          </p:cNvPr>
          <p:cNvSpPr txBox="1"/>
          <p:nvPr/>
        </p:nvSpPr>
        <p:spPr>
          <a:xfrm>
            <a:off x="5982880" y="3782395"/>
            <a:ext cx="4973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spc="300" dirty="0" err="1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chiplet-mlir</a:t>
            </a:r>
            <a:endParaRPr kumimoji="1" lang="en-US" altLang="zh-CN" sz="2000" b="1" spc="30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FFD89-CC25-0325-1B15-F083DB0B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4B63D56A-7FA2-10E2-A39F-3668103766FA}"/>
              </a:ext>
            </a:extLst>
          </p:cNvPr>
          <p:cNvGrpSpPr/>
          <p:nvPr/>
        </p:nvGrpSpPr>
        <p:grpSpPr>
          <a:xfrm>
            <a:off x="0" y="2463168"/>
            <a:ext cx="12192000" cy="1440002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561F429-7865-D715-FB47-3ECCE51B379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1582902F-B39E-6DB8-A65D-2F8765D62D80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F69204F-3D07-D330-C7EB-305FA4CEA5D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943" y="3762"/>
              <a:ext cx="9961" cy="116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torch-</a:t>
              </a:r>
              <a:r>
                <a:rPr kumimoji="1" lang="en-US" altLang="zh-CN" sz="2400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mlir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前端 </a:t>
              </a:r>
              <a:r>
                <a:rPr kumimoji="1" lang="en-US" altLang="zh-CN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&amp; </a:t>
              </a:r>
              <a:r>
                <a:rPr kumimoji="1" lang="en-US" altLang="zh-CN" sz="2400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clangir</a:t>
              </a:r>
              <a:r>
                <a:rPr kumimoji="1" lang="zh-CN" altLang="en-US" sz="2400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前端</a:t>
              </a:r>
            </a:p>
            <a:p>
              <a:pPr lvl="0" algn="l">
                <a:buClrTx/>
                <a:buSzTx/>
                <a:buFontTx/>
              </a:pP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2009291-DBF4-7B4F-E119-E5ED8B88958E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36BF1A2-33BE-E69C-EEE4-CE5C58D1F8C9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9A9F36-1067-035A-62F9-52C786BBA34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6B738640-BCE0-3623-95A8-6E944FD154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5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8412-D433-CD89-EF3D-DD1A1DE3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A2EA300-C172-5172-C487-D2A830F97B6D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C54007A-DC91-BBD5-0A68-05CC7DA0D911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EB57FB9-420B-F8FE-8287-2630FFED4AB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1BDEFD70-9782-D247-C57C-E2EAE7494940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E6FACE-19FE-9704-C86B-F62358A65355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5FEAEB-1EAD-CE5D-3412-7593049E0798}"/>
              </a:ext>
            </a:extLst>
          </p:cNvPr>
          <p:cNvSpPr txBox="1"/>
          <p:nvPr/>
        </p:nvSpPr>
        <p:spPr>
          <a:xfrm>
            <a:off x="1663046" y="86709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torch-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mlir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前端 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&amp;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clangir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前端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7445F9-029C-1A22-4EA2-C899A2AD3114}"/>
              </a:ext>
            </a:extLst>
          </p:cNvPr>
          <p:cNvSpPr txBox="1"/>
          <p:nvPr/>
        </p:nvSpPr>
        <p:spPr>
          <a:xfrm>
            <a:off x="1964003" y="1143054"/>
            <a:ext cx="3467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1.1 torch-</a:t>
            </a:r>
            <a:r>
              <a:rPr kumimoji="1" lang="en-US" altLang="zh-CN" sz="2000" b="1" spc="12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mlir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06F4E2-4FEF-93A1-15C0-B4F61BFCE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BEDE7A4-0A2D-4800-AE67-F71FFA6D8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800" y="1768510"/>
            <a:ext cx="5468590" cy="448949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BCA2448-5328-4199-B310-73791E36AE02}"/>
              </a:ext>
            </a:extLst>
          </p:cNvPr>
          <p:cNvSpPr txBox="1"/>
          <p:nvPr/>
        </p:nvSpPr>
        <p:spPr>
          <a:xfrm>
            <a:off x="7487080" y="1713695"/>
            <a:ext cx="4407543" cy="190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利用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torch-</a:t>
            </a:r>
            <a:r>
              <a:rPr lang="en-US" altLang="zh-CN" sz="20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mlir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作为</a:t>
            </a:r>
            <a:r>
              <a:rPr lang="en-US" altLang="zh-CN" sz="20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dnn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应用的前端</a:t>
            </a: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lvl="2">
              <a:lnSpc>
                <a:spcPct val="120000"/>
              </a:lnSpc>
              <a:buSzPct val="80000"/>
            </a:pP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数据导出为</a:t>
            </a:r>
            <a:r>
              <a:rPr lang="en-US" altLang="zh-CN" sz="20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stablehlo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 dialect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表示</a:t>
            </a: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736BA8-B4D9-4E0C-A124-6D6904AF7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269" y="3834796"/>
            <a:ext cx="5013160" cy="256866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CB91DF5-0156-4E00-8C1A-9D779EA1D573}"/>
              </a:ext>
            </a:extLst>
          </p:cNvPr>
          <p:cNvSpPr/>
          <p:nvPr/>
        </p:nvSpPr>
        <p:spPr>
          <a:xfrm>
            <a:off x="3910831" y="5143193"/>
            <a:ext cx="688670" cy="473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B83889F-94A4-4640-AA7D-61C7F7352022}"/>
              </a:ext>
            </a:extLst>
          </p:cNvPr>
          <p:cNvCxnSpPr>
            <a:cxnSpLocks/>
          </p:cNvCxnSpPr>
          <p:nvPr/>
        </p:nvCxnSpPr>
        <p:spPr>
          <a:xfrm>
            <a:off x="4599501" y="5380111"/>
            <a:ext cx="2529768" cy="4294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B50337C0-5C5D-423D-9F9B-BF2649DEEC30}"/>
              </a:ext>
            </a:extLst>
          </p:cNvPr>
          <p:cNvSpPr/>
          <p:nvPr/>
        </p:nvSpPr>
        <p:spPr>
          <a:xfrm>
            <a:off x="7064692" y="3776340"/>
            <a:ext cx="5127308" cy="26932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4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8412-D433-CD89-EF3D-DD1A1DE3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3310D5-9D7D-4C5B-AB28-226D6F82B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645" y="1543164"/>
            <a:ext cx="6256016" cy="340933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A2EA300-C172-5172-C487-D2A830F97B6D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C54007A-DC91-BBD5-0A68-05CC7DA0D911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EB57FB9-420B-F8FE-8287-2630FFED4AB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1BDEFD70-9782-D247-C57C-E2EAE7494940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E6FACE-19FE-9704-C86B-F62358A65355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5FEAEB-1EAD-CE5D-3412-7593049E0798}"/>
              </a:ext>
            </a:extLst>
          </p:cNvPr>
          <p:cNvSpPr txBox="1"/>
          <p:nvPr/>
        </p:nvSpPr>
        <p:spPr>
          <a:xfrm>
            <a:off x="1663046" y="86709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torch-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mlir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前端 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&amp;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clangir</a:t>
            </a: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前端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7445F9-029C-1A22-4EA2-C899A2AD3114}"/>
              </a:ext>
            </a:extLst>
          </p:cNvPr>
          <p:cNvSpPr txBox="1"/>
          <p:nvPr/>
        </p:nvSpPr>
        <p:spPr>
          <a:xfrm>
            <a:off x="1964003" y="1143054"/>
            <a:ext cx="3467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1.2 </a:t>
            </a:r>
            <a:r>
              <a:rPr kumimoji="1" lang="en-US" altLang="zh-CN" sz="2000" b="1" spc="12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clangir</a:t>
            </a:r>
            <a:endParaRPr kumimoji="1" lang="zh-CN" altLang="en-US" sz="2000" b="1" spc="12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06F4E2-4FEF-93A1-15C0-B4F61BFCE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BCA2448-5328-4199-B310-73791E36AE02}"/>
              </a:ext>
            </a:extLst>
          </p:cNvPr>
          <p:cNvSpPr txBox="1"/>
          <p:nvPr/>
        </p:nvSpPr>
        <p:spPr>
          <a:xfrm>
            <a:off x="7099401" y="1343109"/>
            <a:ext cx="4936933" cy="190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lnSpc>
                <a:spcPct val="120000"/>
              </a:lnSpc>
              <a:buSzPct val="80000"/>
              <a:buFont typeface="Wingdings" panose="05000000000000000000" charset="0"/>
              <a:buChar char=""/>
            </a:pP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目前</a:t>
            </a:r>
            <a:r>
              <a:rPr lang="en-US" altLang="zh-CN" sz="2000" spc="12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clangir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还处于孵化阶段，可能支持不够全面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(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仍然缺少对某些 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C++ 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功能的支持，因此我们无法评估更多 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C++ 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代码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)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，所以目前支持</a:t>
            </a:r>
            <a:r>
              <a:rPr lang="en-US" altLang="zh-CN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C</a:t>
            </a:r>
            <a:r>
              <a:rPr lang="zh-CN" altLang="en-US" sz="20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 Regular" panose="02020803070505020304" charset="0"/>
                <a:ea typeface="微软雅黑" panose="020B0503020204020204" pitchFamily="34" charset="-122"/>
                <a:cs typeface="Times New Roman Regular" panose="02020803070505020304" charset="0"/>
                <a:sym typeface="+mn-ea"/>
              </a:rPr>
              <a:t>代码</a:t>
            </a:r>
            <a:endParaRPr lang="en-US" altLang="zh-CN" sz="2000" spc="120" dirty="0">
              <a:solidFill>
                <a:schemeClr val="tx1">
                  <a:lumMod val="75000"/>
                  <a:lumOff val="25000"/>
                </a:schemeClr>
              </a:solidFill>
              <a:latin typeface="Times New Roman Regular" panose="02020803070505020304" charset="0"/>
              <a:ea typeface="微软雅黑" panose="020B0503020204020204" pitchFamily="34" charset="-122"/>
              <a:cs typeface="Times New Roman Regular" panose="02020803070505020304" charset="0"/>
              <a:sym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B91DF5-0156-4E00-8C1A-9D779EA1D573}"/>
              </a:ext>
            </a:extLst>
          </p:cNvPr>
          <p:cNvSpPr/>
          <p:nvPr/>
        </p:nvSpPr>
        <p:spPr>
          <a:xfrm>
            <a:off x="5431398" y="3055931"/>
            <a:ext cx="783920" cy="7479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2DCD74E-FA57-4994-805D-648672D846FF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891753" y="3834796"/>
            <a:ext cx="2158737" cy="12881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FB51229B-C5B6-41E0-A2C7-E90CFEDA59CA}"/>
              </a:ext>
            </a:extLst>
          </p:cNvPr>
          <p:cNvSpPr/>
          <p:nvPr/>
        </p:nvSpPr>
        <p:spPr>
          <a:xfrm>
            <a:off x="8050490" y="3776340"/>
            <a:ext cx="3963363" cy="26932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02C0EB1-C3A2-4D58-8919-58792CCD3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7631" y="3911598"/>
            <a:ext cx="3541531" cy="242268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9A7010E0-F3EE-4DB5-9A89-FC9AFB982332}"/>
              </a:ext>
            </a:extLst>
          </p:cNvPr>
          <p:cNvSpPr txBox="1"/>
          <p:nvPr/>
        </p:nvSpPr>
        <p:spPr>
          <a:xfrm>
            <a:off x="1503575" y="6312349"/>
            <a:ext cx="3294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https://github.com/llvm/clangir</a:t>
            </a:r>
          </a:p>
        </p:txBody>
      </p:sp>
    </p:spTree>
    <p:extLst>
      <p:ext uri="{BB962C8B-B14F-4D97-AF65-F5344CB8AC3E}">
        <p14:creationId xmlns:p14="http://schemas.microsoft.com/office/powerpoint/2010/main" val="16349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FFD89-CC25-0325-1B15-F083DB0B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4B63D56A-7FA2-10E2-A39F-3668103766FA}"/>
              </a:ext>
            </a:extLst>
          </p:cNvPr>
          <p:cNvGrpSpPr/>
          <p:nvPr/>
        </p:nvGrpSpPr>
        <p:grpSpPr>
          <a:xfrm>
            <a:off x="0" y="2463168"/>
            <a:ext cx="12192000" cy="1440002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561F429-7865-D715-FB47-3ECCE51B379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1582902F-B39E-6DB8-A65D-2F8765D62D80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F69204F-3D07-D330-C7EB-305FA4CEA5D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943" y="3762"/>
              <a:ext cx="9961" cy="727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sz="2400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Chiplet-mlir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2009291-DBF4-7B4F-E119-E5ED8B88958E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36BF1A2-33BE-E69C-EEE4-CE5C58D1F8C9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2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F9A9F36-1067-035A-62F9-52C786BBA34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two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6B738640-BCE0-3623-95A8-6E944FD154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2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8412-D433-CD89-EF3D-DD1A1DE3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D0FD1DB-377C-4369-BEAE-F1E198D9827B}"/>
              </a:ext>
            </a:extLst>
          </p:cNvPr>
          <p:cNvSpPr/>
          <p:nvPr/>
        </p:nvSpPr>
        <p:spPr>
          <a:xfrm>
            <a:off x="2064470" y="1636283"/>
            <a:ext cx="8748074" cy="51215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2EA300-C172-5172-C487-D2A830F97B6D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C54007A-DC91-BBD5-0A68-05CC7DA0D911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EEB57FB9-420B-F8FE-8287-2630FFED4AB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1BDEFD70-9782-D247-C57C-E2EAE7494940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AE6FACE-19FE-9704-C86B-F62358A65355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5FEAEB-1EAD-CE5D-3412-7593049E0798}"/>
              </a:ext>
            </a:extLst>
          </p:cNvPr>
          <p:cNvSpPr txBox="1"/>
          <p:nvPr/>
        </p:nvSpPr>
        <p:spPr>
          <a:xfrm>
            <a:off x="1663046" y="86709"/>
            <a:ext cx="10722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2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Chiplet-mlir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37445F9-029C-1A22-4EA2-C899A2AD3114}"/>
              </a:ext>
            </a:extLst>
          </p:cNvPr>
          <p:cNvSpPr txBox="1"/>
          <p:nvPr/>
        </p:nvSpPr>
        <p:spPr>
          <a:xfrm>
            <a:off x="1964003" y="1143054"/>
            <a:ext cx="3467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2.1 </a:t>
            </a:r>
            <a:r>
              <a:rPr kumimoji="1" lang="zh-CN" altLang="en-US" sz="2000" b="1" spc="12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架构构思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06F4E2-4FEF-93A1-15C0-B4F61BFCE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ED74FCE-4349-4597-8788-FAFE604D67A9}"/>
              </a:ext>
            </a:extLst>
          </p:cNvPr>
          <p:cNvSpPr/>
          <p:nvPr/>
        </p:nvSpPr>
        <p:spPr>
          <a:xfrm>
            <a:off x="2399122" y="1733106"/>
            <a:ext cx="1159497" cy="5420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代码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A59B15-B92A-4B33-90BC-EF26F2F91D98}"/>
              </a:ext>
            </a:extLst>
          </p:cNvPr>
          <p:cNvSpPr/>
          <p:nvPr/>
        </p:nvSpPr>
        <p:spPr>
          <a:xfrm>
            <a:off x="4820986" y="1733105"/>
            <a:ext cx="1659941" cy="5420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Pytorch</a:t>
            </a:r>
            <a:r>
              <a:rPr lang="zh-CN" altLang="en-US" dirty="0">
                <a:solidFill>
                  <a:schemeClr val="tx1"/>
                </a:solidFill>
              </a:rPr>
              <a:t>模型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B62F27-74AB-4048-9C07-34F9E2C8769C}"/>
              </a:ext>
            </a:extLst>
          </p:cNvPr>
          <p:cNvSpPr/>
          <p:nvPr/>
        </p:nvSpPr>
        <p:spPr>
          <a:xfrm>
            <a:off x="2399122" y="2586229"/>
            <a:ext cx="1159497" cy="5420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clang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7B1C7D-6677-4E39-8D15-587C8425E519}"/>
              </a:ext>
            </a:extLst>
          </p:cNvPr>
          <p:cNvSpPr/>
          <p:nvPr/>
        </p:nvSpPr>
        <p:spPr>
          <a:xfrm>
            <a:off x="4820986" y="2586228"/>
            <a:ext cx="1659941" cy="5420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Torch-</a:t>
            </a:r>
            <a:r>
              <a:rPr lang="en-US" altLang="zh-CN" dirty="0" err="1">
                <a:solidFill>
                  <a:schemeClr val="tx1"/>
                </a:solidFill>
              </a:rPr>
              <a:t>mlir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流程图: 多文档 14">
            <a:extLst>
              <a:ext uri="{FF2B5EF4-FFF2-40B4-BE49-F238E27FC236}">
                <a16:creationId xmlns:a16="http://schemas.microsoft.com/office/drawing/2014/main" id="{ABBB5C0C-FDA5-4BA6-A077-5D312C0349BC}"/>
              </a:ext>
            </a:extLst>
          </p:cNvPr>
          <p:cNvSpPr/>
          <p:nvPr/>
        </p:nvSpPr>
        <p:spPr>
          <a:xfrm>
            <a:off x="2215299" y="3497491"/>
            <a:ext cx="1343320" cy="585821"/>
          </a:xfrm>
          <a:prstGeom prst="flowChartMulti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cir</a:t>
            </a:r>
            <a:r>
              <a:rPr lang="en-US" altLang="zh-CN" dirty="0">
                <a:solidFill>
                  <a:schemeClr val="tx1"/>
                </a:solidFill>
              </a:rPr>
              <a:t> Dialect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流程图: 多文档 25">
            <a:extLst>
              <a:ext uri="{FF2B5EF4-FFF2-40B4-BE49-F238E27FC236}">
                <a16:creationId xmlns:a16="http://schemas.microsoft.com/office/drawing/2014/main" id="{15D53EC4-2949-402F-8D36-8EBCF2F2427F}"/>
              </a:ext>
            </a:extLst>
          </p:cNvPr>
          <p:cNvSpPr/>
          <p:nvPr/>
        </p:nvSpPr>
        <p:spPr>
          <a:xfrm>
            <a:off x="4614421" y="3497491"/>
            <a:ext cx="1832314" cy="585821"/>
          </a:xfrm>
          <a:prstGeom prst="flowChartMulti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Stablehlo</a:t>
            </a:r>
            <a:r>
              <a:rPr lang="en-US" altLang="zh-CN" dirty="0">
                <a:solidFill>
                  <a:schemeClr val="tx1"/>
                </a:solidFill>
              </a:rPr>
              <a:t> Dialect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2F1D44-2753-48DA-9E7A-532F3D2C9EF5}"/>
              </a:ext>
            </a:extLst>
          </p:cNvPr>
          <p:cNvSpPr/>
          <p:nvPr/>
        </p:nvSpPr>
        <p:spPr>
          <a:xfrm>
            <a:off x="2703923" y="4350613"/>
            <a:ext cx="3274242" cy="4273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chiplet</a:t>
            </a:r>
            <a:r>
              <a:rPr lang="en-US" altLang="zh-CN" dirty="0">
                <a:solidFill>
                  <a:schemeClr val="tx1"/>
                </a:solidFill>
              </a:rPr>
              <a:t>-opt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0995AD0-E1B5-4E94-ABD2-99A187214D8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978871" y="2275147"/>
            <a:ext cx="0" cy="3110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B7D911B-449F-4E82-852E-726154D3FD35}"/>
              </a:ext>
            </a:extLst>
          </p:cNvPr>
          <p:cNvCxnSpPr>
            <a:cxnSpLocks/>
          </p:cNvCxnSpPr>
          <p:nvPr/>
        </p:nvCxnSpPr>
        <p:spPr>
          <a:xfrm>
            <a:off x="2978368" y="3128270"/>
            <a:ext cx="503" cy="4130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6D931B2-A314-4D56-8589-7C20C8F3308F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5650957" y="2275146"/>
            <a:ext cx="0" cy="3110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264DA49-0507-451F-9675-E2417DE444CA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5650957" y="3128269"/>
            <a:ext cx="5677" cy="3692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流程图: 多文档 63">
            <a:extLst>
              <a:ext uri="{FF2B5EF4-FFF2-40B4-BE49-F238E27FC236}">
                <a16:creationId xmlns:a16="http://schemas.microsoft.com/office/drawing/2014/main" id="{918DCA70-A84E-4A83-96B1-AB3EA70DEE3C}"/>
              </a:ext>
            </a:extLst>
          </p:cNvPr>
          <p:cNvSpPr/>
          <p:nvPr/>
        </p:nvSpPr>
        <p:spPr>
          <a:xfrm>
            <a:off x="3424887" y="5487277"/>
            <a:ext cx="1832314" cy="676427"/>
          </a:xfrm>
          <a:prstGeom prst="flowChartMulti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CHIPLET Dialect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C4C00373-31BD-410A-9DE5-9B8CD5AE920D}"/>
              </a:ext>
            </a:extLst>
          </p:cNvPr>
          <p:cNvCxnSpPr>
            <a:cxnSpLocks/>
          </p:cNvCxnSpPr>
          <p:nvPr/>
        </p:nvCxnSpPr>
        <p:spPr>
          <a:xfrm>
            <a:off x="4341044" y="5320006"/>
            <a:ext cx="0" cy="2026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B3A93F80-ACAD-44AF-9A0C-206C6F4A1E6F}"/>
              </a:ext>
            </a:extLst>
          </p:cNvPr>
          <p:cNvSpPr/>
          <p:nvPr/>
        </p:nvSpPr>
        <p:spPr>
          <a:xfrm>
            <a:off x="2450185" y="5028527"/>
            <a:ext cx="3781717" cy="305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DSE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fusion…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81FAD850-1AE2-48F9-B42D-1D566FF01492}"/>
              </a:ext>
            </a:extLst>
          </p:cNvPr>
          <p:cNvCxnSpPr>
            <a:cxnSpLocks/>
            <a:stCxn id="27" idx="2"/>
            <a:endCxn id="74" idx="0"/>
          </p:cNvCxnSpPr>
          <p:nvPr/>
        </p:nvCxnSpPr>
        <p:spPr>
          <a:xfrm>
            <a:off x="4341044" y="4777965"/>
            <a:ext cx="0" cy="2505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BF1319D4-40FD-4B33-889D-C3B85D91F040}"/>
              </a:ext>
            </a:extLst>
          </p:cNvPr>
          <p:cNvCxnSpPr>
            <a:cxnSpLocks/>
            <a:stCxn id="15" idx="2"/>
            <a:endCxn id="27" idx="0"/>
          </p:cNvCxnSpPr>
          <p:nvPr/>
        </p:nvCxnSpPr>
        <p:spPr>
          <a:xfrm rot="16200000" flipH="1">
            <a:off x="3422553" y="3432122"/>
            <a:ext cx="289486" cy="154749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083AEE71-2EF8-426E-87D2-D7F99A3A9E43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rot="5400000">
            <a:off x="4727361" y="3674810"/>
            <a:ext cx="289486" cy="106212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31EDFAD-E9EE-4A7A-9B31-12ECB8745CD2}"/>
              </a:ext>
            </a:extLst>
          </p:cNvPr>
          <p:cNvSpPr/>
          <p:nvPr/>
        </p:nvSpPr>
        <p:spPr>
          <a:xfrm>
            <a:off x="6838323" y="2004125"/>
            <a:ext cx="3738513" cy="305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partition</a:t>
            </a: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4ED64EFF-54D4-485D-A9B6-6D6DD9E426E6}"/>
              </a:ext>
            </a:extLst>
          </p:cNvPr>
          <p:cNvCxnSpPr>
            <a:cxnSpLocks/>
            <a:stCxn id="64" idx="2"/>
            <a:endCxn id="85" idx="0"/>
          </p:cNvCxnSpPr>
          <p:nvPr/>
        </p:nvCxnSpPr>
        <p:spPr>
          <a:xfrm rot="5400000" flipH="1" flipV="1">
            <a:off x="4393624" y="1824131"/>
            <a:ext cx="4133962" cy="4493950"/>
          </a:xfrm>
          <a:prstGeom prst="bentConnector5">
            <a:avLst>
              <a:gd name="adj1" fmla="val -5530"/>
              <a:gd name="adj2" fmla="val 54972"/>
              <a:gd name="adj3" fmla="val 10553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F0838BB3-E7DE-4604-BF90-AE6C8082D096}"/>
              </a:ext>
            </a:extLst>
          </p:cNvPr>
          <p:cNvSpPr/>
          <p:nvPr/>
        </p:nvSpPr>
        <p:spPr>
          <a:xfrm>
            <a:off x="6838323" y="2619282"/>
            <a:ext cx="3738513" cy="305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Task-mapping on </a:t>
            </a:r>
            <a:r>
              <a:rPr lang="en-US" altLang="zh-CN" dirty="0" err="1">
                <a:solidFill>
                  <a:schemeClr val="tx1"/>
                </a:solidFill>
              </a:rPr>
              <a:t>archi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9CDF6F4A-6597-423D-93FA-F0EB3E58FF1B}"/>
              </a:ext>
            </a:extLst>
          </p:cNvPr>
          <p:cNvCxnSpPr>
            <a:cxnSpLocks/>
            <a:stCxn id="85" idx="2"/>
            <a:endCxn id="107" idx="0"/>
          </p:cNvCxnSpPr>
          <p:nvPr/>
        </p:nvCxnSpPr>
        <p:spPr>
          <a:xfrm>
            <a:off x="8707580" y="2310095"/>
            <a:ext cx="0" cy="3091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7650787A-E7F9-480D-89A5-57967C63F74D}"/>
              </a:ext>
            </a:extLst>
          </p:cNvPr>
          <p:cNvSpPr/>
          <p:nvPr/>
        </p:nvSpPr>
        <p:spPr>
          <a:xfrm>
            <a:off x="6847526" y="3276015"/>
            <a:ext cx="3738513" cy="3059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…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9A41F104-6406-45C9-AC6D-17107F73F832}"/>
              </a:ext>
            </a:extLst>
          </p:cNvPr>
          <p:cNvCxnSpPr>
            <a:cxnSpLocks/>
            <a:stCxn id="107" idx="2"/>
            <a:endCxn id="111" idx="0"/>
          </p:cNvCxnSpPr>
          <p:nvPr/>
        </p:nvCxnSpPr>
        <p:spPr>
          <a:xfrm>
            <a:off x="8707580" y="2925252"/>
            <a:ext cx="9203" cy="3507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7CF264D-18D4-4423-A723-FC68DB13AD0C}"/>
              </a:ext>
            </a:extLst>
          </p:cNvPr>
          <p:cNvSpPr/>
          <p:nvPr/>
        </p:nvSpPr>
        <p:spPr>
          <a:xfrm>
            <a:off x="2232904" y="1695944"/>
            <a:ext cx="4323437" cy="317153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1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4367</TotalTime>
  <Words>306</Words>
  <Application>Microsoft Office PowerPoint</Application>
  <PresentationFormat>宽屏</PresentationFormat>
  <Paragraphs>54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-apple-system</vt:lpstr>
      <vt:lpstr>Inter</vt:lpstr>
      <vt:lpstr>Times New Roman Regular</vt:lpstr>
      <vt:lpstr>等线</vt:lpstr>
      <vt:lpstr>微软雅黑</vt:lpstr>
      <vt:lpstr>Arial</vt:lpstr>
      <vt:lpstr>Times New Roman Bold</vt:lpstr>
      <vt:lpstr>Times New Roman Bold Italic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liao huang</cp:lastModifiedBy>
  <cp:revision>6</cp:revision>
  <dcterms:created xsi:type="dcterms:W3CDTF">2025-08-20T06:57:41Z</dcterms:created>
  <dcterms:modified xsi:type="dcterms:W3CDTF">2025-11-14T08:41:32Z</dcterms:modified>
</cp:coreProperties>
</file>