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72" r:id="rId3"/>
    <p:sldId id="335" r:id="rId4"/>
    <p:sldId id="336" r:id="rId5"/>
    <p:sldId id="334" r:id="rId6"/>
    <p:sldId id="340" r:id="rId7"/>
    <p:sldId id="341" r:id="rId8"/>
    <p:sldId id="342" r:id="rId9"/>
    <p:sldId id="343" r:id="rId10"/>
    <p:sldId id="344" r:id="rId11"/>
    <p:sldId id="346" r:id="rId12"/>
    <p:sldId id="345" r:id="rId13"/>
    <p:sldId id="348" r:id="rId14"/>
    <p:sldId id="349" r:id="rId15"/>
    <p:sldId id="350" r:id="rId16"/>
    <p:sldId id="351" r:id="rId17"/>
    <p:sldId id="353" r:id="rId18"/>
    <p:sldId id="354" r:id="rId19"/>
    <p:sldId id="313" r:id="rId20"/>
    <p:sldId id="337" r:id="rId21"/>
    <p:sldId id="338"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0DD1131-E15C-442C-ADEB-F5A77FD726CB}">
          <p14:sldIdLst>
            <p14:sldId id="257"/>
            <p14:sldId id="272"/>
          </p14:sldIdLst>
        </p14:section>
        <p14:section name="1" id="{3CE12ECF-0D44-4DDB-A890-C7DBAE28C2AA}">
          <p14:sldIdLst>
            <p14:sldId id="335"/>
            <p14:sldId id="336"/>
            <p14:sldId id="334"/>
            <p14:sldId id="340"/>
            <p14:sldId id="341"/>
            <p14:sldId id="342"/>
            <p14:sldId id="343"/>
            <p14:sldId id="344"/>
            <p14:sldId id="346"/>
            <p14:sldId id="345"/>
            <p14:sldId id="348"/>
            <p14:sldId id="349"/>
            <p14:sldId id="350"/>
            <p14:sldId id="351"/>
            <p14:sldId id="353"/>
            <p14:sldId id="354"/>
            <p14:sldId id="313"/>
            <p14:sldId id="337"/>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32" autoAdjust="0"/>
    <p:restoredTop sz="77864" autoAdjust="0"/>
  </p:normalViewPr>
  <p:slideViewPr>
    <p:cSldViewPr snapToGrid="0">
      <p:cViewPr>
        <p:scale>
          <a:sx n="125" d="100"/>
          <a:sy n="125" d="100"/>
        </p:scale>
        <p:origin x="1188"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ao huang" userId="ec82cc6f13daab8b" providerId="LiveId" clId="{AA54D501-5D86-4123-B440-108FCE7D8FB7}"/>
    <pc:docChg chg="undo custSel addSld delSld modSld sldOrd delSection modSection">
      <pc:chgData name="liao huang" userId="ec82cc6f13daab8b" providerId="LiveId" clId="{AA54D501-5D86-4123-B440-108FCE7D8FB7}" dt="2025-11-12T15:44:03.992" v="971"/>
      <pc:docMkLst>
        <pc:docMk/>
      </pc:docMkLst>
      <pc:sldChg chg="addSp modSp mod">
        <pc:chgData name="liao huang" userId="ec82cc6f13daab8b" providerId="LiveId" clId="{AA54D501-5D86-4123-B440-108FCE7D8FB7}" dt="2025-10-31T16:17:52.357" v="444"/>
        <pc:sldMkLst>
          <pc:docMk/>
          <pc:sldMk cId="0" sldId="272"/>
        </pc:sldMkLst>
        <pc:spChg chg="mod">
          <ac:chgData name="liao huang" userId="ec82cc6f13daab8b" providerId="LiveId" clId="{AA54D501-5D86-4123-B440-108FCE7D8FB7}" dt="2025-10-31T16:17:52.357" v="444"/>
          <ac:spMkLst>
            <pc:docMk/>
            <pc:sldMk cId="0" sldId="272"/>
            <ac:spMk id="3" creationId="{A8AB1CFA-1D0E-E169-FDE5-5875C674196B}"/>
          </ac:spMkLst>
        </pc:spChg>
        <pc:spChg chg="mod">
          <ac:chgData name="liao huang" userId="ec82cc6f13daab8b" providerId="LiveId" clId="{AA54D501-5D86-4123-B440-108FCE7D8FB7}" dt="2025-10-31T16:17:27.265" v="413" actId="20577"/>
          <ac:spMkLst>
            <pc:docMk/>
            <pc:sldMk cId="0" sldId="272"/>
            <ac:spMk id="4" creationId="{A18BB62E-9169-91E3-C59F-8916BF411933}"/>
          </ac:spMkLst>
        </pc:spChg>
        <pc:grpChg chg="add mod">
          <ac:chgData name="liao huang" userId="ec82cc6f13daab8b" providerId="LiveId" clId="{AA54D501-5D86-4123-B440-108FCE7D8FB7}" dt="2025-10-31T16:17:25.845" v="412" actId="1076"/>
          <ac:grpSpMkLst>
            <pc:docMk/>
            <pc:sldMk cId="0" sldId="272"/>
            <ac:grpSpMk id="2" creationId="{B3B52EBA-2408-7248-23A4-65CCA91C2774}"/>
          </ac:grpSpMkLst>
        </pc:grpChg>
      </pc:sldChg>
      <pc:sldChg chg="modSp add del mod">
        <pc:chgData name="liao huang" userId="ec82cc6f13daab8b" providerId="LiveId" clId="{AA54D501-5D86-4123-B440-108FCE7D8FB7}" dt="2025-10-31T15:54:21.711" v="258" actId="20577"/>
        <pc:sldMkLst>
          <pc:docMk/>
          <pc:sldMk cId="1682685868" sldId="313"/>
        </pc:sldMkLst>
        <pc:spChg chg="mod">
          <ac:chgData name="liao huang" userId="ec82cc6f13daab8b" providerId="LiveId" clId="{AA54D501-5D86-4123-B440-108FCE7D8FB7}" dt="2025-10-31T15:54:21.711" v="258" actId="20577"/>
          <ac:spMkLst>
            <pc:docMk/>
            <pc:sldMk cId="1682685868" sldId="313"/>
            <ac:spMk id="6" creationId="{B14EE4E1-D5B5-A3D2-BE03-12C581BE1142}"/>
          </ac:spMkLst>
        </pc:spChg>
        <pc:spChg chg="mod">
          <ac:chgData name="liao huang" userId="ec82cc6f13daab8b" providerId="LiveId" clId="{AA54D501-5D86-4123-B440-108FCE7D8FB7}" dt="2025-10-31T15:54:03.889" v="248" actId="1076"/>
          <ac:spMkLst>
            <pc:docMk/>
            <pc:sldMk cId="1682685868" sldId="313"/>
            <ac:spMk id="10" creationId="{A60B6048-639C-010F-B7C6-1867337A5C44}"/>
          </ac:spMkLst>
        </pc:spChg>
      </pc:sldChg>
      <pc:sldChg chg="addSp modSp mod modNotesTx">
        <pc:chgData name="liao huang" userId="ec82cc6f13daab8b" providerId="LiveId" clId="{AA54D501-5D86-4123-B440-108FCE7D8FB7}" dt="2025-10-31T16:06:01.462" v="401" actId="1076"/>
        <pc:sldMkLst>
          <pc:docMk/>
          <pc:sldMk cId="3027936104" sldId="333"/>
        </pc:sldMkLst>
        <pc:spChg chg="mod">
          <ac:chgData name="liao huang" userId="ec82cc6f13daab8b" providerId="LiveId" clId="{AA54D501-5D86-4123-B440-108FCE7D8FB7}" dt="2025-10-31T15:56:47.996" v="391" actId="20577"/>
          <ac:spMkLst>
            <pc:docMk/>
            <pc:sldMk cId="3027936104" sldId="333"/>
            <ac:spMk id="7" creationId="{AB1A0C70-2EC6-48A1-9DE6-1865D03C0A3F}"/>
          </ac:spMkLst>
        </pc:spChg>
        <pc:spChg chg="mod">
          <ac:chgData name="liao huang" userId="ec82cc6f13daab8b" providerId="LiveId" clId="{AA54D501-5D86-4123-B440-108FCE7D8FB7}" dt="2025-10-31T15:54:35.140" v="264" actId="20577"/>
          <ac:spMkLst>
            <pc:docMk/>
            <pc:sldMk cId="3027936104" sldId="333"/>
            <ac:spMk id="21" creationId="{DF748739-1FCB-C161-D2C4-012219597422}"/>
          </ac:spMkLst>
        </pc:spChg>
        <pc:picChg chg="add mod">
          <ac:chgData name="liao huang" userId="ec82cc6f13daab8b" providerId="LiveId" clId="{AA54D501-5D86-4123-B440-108FCE7D8FB7}" dt="2025-10-31T16:06:01.462" v="401" actId="1076"/>
          <ac:picMkLst>
            <pc:docMk/>
            <pc:sldMk cId="3027936104" sldId="333"/>
            <ac:picMk id="5" creationId="{26ABE3A4-851E-0528-59C3-E5DB4E16639D}"/>
          </ac:picMkLst>
        </pc:picChg>
      </pc:sldChg>
      <pc:sldChg chg="addSp delSp modSp add mod">
        <pc:chgData name="liao huang" userId="ec82cc6f13daab8b" providerId="LiveId" clId="{AA54D501-5D86-4123-B440-108FCE7D8FB7}" dt="2025-10-31T16:06:17.292" v="407" actId="1076"/>
        <pc:sldMkLst>
          <pc:docMk/>
          <pc:sldMk cId="1776228369" sldId="334"/>
        </pc:sldMkLst>
        <pc:picChg chg="add mod">
          <ac:chgData name="liao huang" userId="ec82cc6f13daab8b" providerId="LiveId" clId="{AA54D501-5D86-4123-B440-108FCE7D8FB7}" dt="2025-10-31T16:06:17.292" v="407" actId="1076"/>
          <ac:picMkLst>
            <pc:docMk/>
            <pc:sldMk cId="1776228369" sldId="334"/>
            <ac:picMk id="8" creationId="{CF757F6D-32D3-853D-3425-3E21968A7EB1}"/>
          </ac:picMkLst>
        </pc:picChg>
      </pc:sldChg>
      <pc:sldChg chg="add">
        <pc:chgData name="liao huang" userId="ec82cc6f13daab8b" providerId="LiveId" clId="{AA54D501-5D86-4123-B440-108FCE7D8FB7}" dt="2025-10-31T16:17:14.436" v="410"/>
        <pc:sldMkLst>
          <pc:docMk/>
          <pc:sldMk cId="4258253362" sldId="335"/>
        </pc:sldMkLst>
      </pc:sldChg>
      <pc:sldChg chg="modSp add mod">
        <pc:chgData name="liao huang" userId="ec82cc6f13daab8b" providerId="LiveId" clId="{AA54D501-5D86-4123-B440-108FCE7D8FB7}" dt="2025-10-31T16:18:12.374" v="449" actId="20577"/>
        <pc:sldMkLst>
          <pc:docMk/>
          <pc:sldMk cId="672240012" sldId="336"/>
        </pc:sldMkLst>
        <pc:spChg chg="mod">
          <ac:chgData name="liao huang" userId="ec82cc6f13daab8b" providerId="LiveId" clId="{AA54D501-5D86-4123-B440-108FCE7D8FB7}" dt="2025-10-31T16:18:12.374" v="449" actId="20577"/>
          <ac:spMkLst>
            <pc:docMk/>
            <pc:sldMk cId="672240012" sldId="336"/>
            <ac:spMk id="21" creationId="{FD5FEAEB-1EAD-CE5D-3412-7593049E0798}"/>
          </ac:spMkLst>
        </pc:spChg>
      </pc:sldChg>
      <pc:sldChg chg="addSp delSp modSp add mod modNotesTx">
        <pc:chgData name="liao huang" userId="ec82cc6f13daab8b" providerId="LiveId" clId="{AA54D501-5D86-4123-B440-108FCE7D8FB7}" dt="2025-10-31T16:34:19.505" v="521" actId="22"/>
        <pc:sldMkLst>
          <pc:docMk/>
          <pc:sldMk cId="2302639806" sldId="337"/>
        </pc:sldMkLst>
        <pc:spChg chg="add mod">
          <ac:chgData name="liao huang" userId="ec82cc6f13daab8b" providerId="LiveId" clId="{AA54D501-5D86-4123-B440-108FCE7D8FB7}" dt="2025-10-31T16:18:24.910" v="451"/>
          <ac:spMkLst>
            <pc:docMk/>
            <pc:sldMk cId="2302639806" sldId="337"/>
            <ac:spMk id="2" creationId="{E793BD56-0072-45F3-FBA9-EC5F9D9FC7C4}"/>
          </ac:spMkLst>
        </pc:spChg>
        <pc:spChg chg="mod">
          <ac:chgData name="liao huang" userId="ec82cc6f13daab8b" providerId="LiveId" clId="{AA54D501-5D86-4123-B440-108FCE7D8FB7}" dt="2025-10-31T16:26:28.835" v="503" actId="1076"/>
          <ac:spMkLst>
            <pc:docMk/>
            <pc:sldMk cId="2302639806" sldId="337"/>
            <ac:spMk id="7" creationId="{90FF120B-D8A2-5584-FB4B-EB9161EB1446}"/>
          </ac:spMkLst>
        </pc:spChg>
        <pc:picChg chg="add mod">
          <ac:chgData name="liao huang" userId="ec82cc6f13daab8b" providerId="LiveId" clId="{AA54D501-5D86-4123-B440-108FCE7D8FB7}" dt="2025-10-31T16:26:33.567" v="505" actId="1076"/>
          <ac:picMkLst>
            <pc:docMk/>
            <pc:sldMk cId="2302639806" sldId="337"/>
            <ac:picMk id="10" creationId="{24568897-6279-D8D1-3D3E-D98A736CA264}"/>
          </ac:picMkLst>
        </pc:picChg>
      </pc:sldChg>
      <pc:sldChg chg="addSp delSp modSp add mod modNotesTx">
        <pc:chgData name="liao huang" userId="ec82cc6f13daab8b" providerId="LiveId" clId="{AA54D501-5D86-4123-B440-108FCE7D8FB7}" dt="2025-10-31T16:42:20.335" v="599" actId="1076"/>
        <pc:sldMkLst>
          <pc:docMk/>
          <pc:sldMk cId="511066003" sldId="338"/>
        </pc:sldMkLst>
        <pc:spChg chg="mod">
          <ac:chgData name="liao huang" userId="ec82cc6f13daab8b" providerId="LiveId" clId="{AA54D501-5D86-4123-B440-108FCE7D8FB7}" dt="2025-10-31T16:41:17.263" v="594"/>
          <ac:spMkLst>
            <pc:docMk/>
            <pc:sldMk cId="511066003" sldId="338"/>
            <ac:spMk id="7" creationId="{D930B0B7-6E8C-2F31-A816-FE5F334C3797}"/>
          </ac:spMkLst>
        </pc:spChg>
        <pc:picChg chg="add mod">
          <ac:chgData name="liao huang" userId="ec82cc6f13daab8b" providerId="LiveId" clId="{AA54D501-5D86-4123-B440-108FCE7D8FB7}" dt="2025-10-31T16:35:39.371" v="588" actId="1076"/>
          <ac:picMkLst>
            <pc:docMk/>
            <pc:sldMk cId="511066003" sldId="338"/>
            <ac:picMk id="8" creationId="{C475EC54-2AF6-0037-17FF-BFBED7C8BFFD}"/>
          </ac:picMkLst>
        </pc:picChg>
        <pc:picChg chg="add mod">
          <ac:chgData name="liao huang" userId="ec82cc6f13daab8b" providerId="LiveId" clId="{AA54D501-5D86-4123-B440-108FCE7D8FB7}" dt="2025-10-31T16:42:20.335" v="599" actId="1076"/>
          <ac:picMkLst>
            <pc:docMk/>
            <pc:sldMk cId="511066003" sldId="338"/>
            <ac:picMk id="12" creationId="{40824AFC-6840-8C93-82AE-344A71051529}"/>
          </ac:picMkLst>
        </pc:picChg>
      </pc:sldChg>
      <pc:sldChg chg="modSp add mod">
        <pc:chgData name="liao huang" userId="ec82cc6f13daab8b" providerId="LiveId" clId="{AA54D501-5D86-4123-B440-108FCE7D8FB7}" dt="2025-10-31T16:48:06.409" v="657" actId="20577"/>
        <pc:sldMkLst>
          <pc:docMk/>
          <pc:sldMk cId="2520858311" sldId="339"/>
        </pc:sldMkLst>
        <pc:spChg chg="mod">
          <ac:chgData name="liao huang" userId="ec82cc6f13daab8b" providerId="LiveId" clId="{AA54D501-5D86-4123-B440-108FCE7D8FB7}" dt="2025-10-31T16:48:06.409" v="657" actId="20577"/>
          <ac:spMkLst>
            <pc:docMk/>
            <pc:sldMk cId="2520858311" sldId="339"/>
            <ac:spMk id="7" creationId="{FE1D1A0C-3D06-99C6-E238-73A89E0E15DA}"/>
          </ac:spMkLst>
        </pc:spChg>
        <pc:picChg chg="mod">
          <ac:chgData name="liao huang" userId="ec82cc6f13daab8b" providerId="LiveId" clId="{AA54D501-5D86-4123-B440-108FCE7D8FB7}" dt="2025-10-31T16:46:58.209" v="646" actId="1076"/>
          <ac:picMkLst>
            <pc:docMk/>
            <pc:sldMk cId="2520858311" sldId="339"/>
            <ac:picMk id="12" creationId="{A241D26A-0C67-62F7-0191-BD8709229CA4}"/>
          </ac:picMkLst>
        </pc:picChg>
      </pc:sldChg>
      <pc:sldChg chg="addSp delSp modSp mod modNotesTx">
        <pc:chgData name="liao huang" userId="ec82cc6f13daab8b" providerId="LiveId" clId="{AA54D501-5D86-4123-B440-108FCE7D8FB7}" dt="2025-11-12T15:33:23.893" v="825"/>
        <pc:sldMkLst>
          <pc:docMk/>
          <pc:sldMk cId="1097990673" sldId="345"/>
        </pc:sldMkLst>
        <pc:spChg chg="mod">
          <ac:chgData name="liao huang" userId="ec82cc6f13daab8b" providerId="LiveId" clId="{AA54D501-5D86-4123-B440-108FCE7D8FB7}" dt="2025-11-12T15:33:23.893" v="825"/>
          <ac:spMkLst>
            <pc:docMk/>
            <pc:sldMk cId="1097990673" sldId="345"/>
            <ac:spMk id="7" creationId="{D9DE57EB-8239-99E1-79B0-634D7F1AA9B1}"/>
          </ac:spMkLst>
        </pc:spChg>
        <pc:spChg chg="mod">
          <ac:chgData name="liao huang" userId="ec82cc6f13daab8b" providerId="LiveId" clId="{AA54D501-5D86-4123-B440-108FCE7D8FB7}" dt="2025-11-12T15:31:29.867" v="791"/>
          <ac:spMkLst>
            <pc:docMk/>
            <pc:sldMk cId="1097990673" sldId="345"/>
            <ac:spMk id="32" creationId="{D46F98E4-F941-A955-8232-C7E82B49A944}"/>
          </ac:spMkLst>
        </pc:spChg>
        <pc:picChg chg="add del mod">
          <ac:chgData name="liao huang" userId="ec82cc6f13daab8b" providerId="LiveId" clId="{AA54D501-5D86-4123-B440-108FCE7D8FB7}" dt="2025-11-12T15:31:31.154" v="792" actId="478"/>
          <ac:picMkLst>
            <pc:docMk/>
            <pc:sldMk cId="1097990673" sldId="345"/>
            <ac:picMk id="5" creationId="{293D464D-EC66-AFBC-39F7-6BC1481664F3}"/>
          </ac:picMkLst>
        </pc:picChg>
        <pc:picChg chg="add del mod">
          <ac:chgData name="liao huang" userId="ec82cc6f13daab8b" providerId="LiveId" clId="{AA54D501-5D86-4123-B440-108FCE7D8FB7}" dt="2025-11-12T15:31:51.387" v="802" actId="478"/>
          <ac:picMkLst>
            <pc:docMk/>
            <pc:sldMk cId="1097990673" sldId="345"/>
            <ac:picMk id="10" creationId="{D0D2D5B2-4AC7-6F55-7986-92472F9394C9}"/>
          </ac:picMkLst>
        </pc:picChg>
        <pc:picChg chg="add del mod">
          <ac:chgData name="liao huang" userId="ec82cc6f13daab8b" providerId="LiveId" clId="{AA54D501-5D86-4123-B440-108FCE7D8FB7}" dt="2025-11-12T15:31:52.616" v="804" actId="478"/>
          <ac:picMkLst>
            <pc:docMk/>
            <pc:sldMk cId="1097990673" sldId="345"/>
            <ac:picMk id="12" creationId="{F6BC9873-2CA9-B68E-DFE2-50E90A0ED4A1}"/>
          </ac:picMkLst>
        </pc:picChg>
        <pc:picChg chg="add del">
          <ac:chgData name="liao huang" userId="ec82cc6f13daab8b" providerId="LiveId" clId="{AA54D501-5D86-4123-B440-108FCE7D8FB7}" dt="2025-11-12T15:25:01.795" v="779" actId="22"/>
          <ac:picMkLst>
            <pc:docMk/>
            <pc:sldMk cId="1097990673" sldId="345"/>
            <ac:picMk id="15" creationId="{F8092D1F-979F-BF66-AFCF-9A1B8A1AD825}"/>
          </ac:picMkLst>
        </pc:picChg>
      </pc:sldChg>
      <pc:sldChg chg="addSp delSp add mod ord">
        <pc:chgData name="liao huang" userId="ec82cc6f13daab8b" providerId="LiveId" clId="{AA54D501-5D86-4123-B440-108FCE7D8FB7}" dt="2025-11-12T15:31:20.799" v="788"/>
        <pc:sldMkLst>
          <pc:docMk/>
          <pc:sldMk cId="4225752810" sldId="346"/>
        </pc:sldMkLst>
        <pc:spChg chg="add del">
          <ac:chgData name="liao huang" userId="ec82cc6f13daab8b" providerId="LiveId" clId="{AA54D501-5D86-4123-B440-108FCE7D8FB7}" dt="2025-11-12T15:30:27.926" v="785" actId="22"/>
          <ac:spMkLst>
            <pc:docMk/>
            <pc:sldMk cId="4225752810" sldId="346"/>
            <ac:spMk id="8" creationId="{6B788527-533D-50E1-C88F-3B2CE3E875EF}"/>
          </ac:spMkLst>
        </pc:spChg>
      </pc:sldChg>
      <pc:sldChg chg="add">
        <pc:chgData name="liao huang" userId="ec82cc6f13daab8b" providerId="LiveId" clId="{AA54D501-5D86-4123-B440-108FCE7D8FB7}" dt="2025-11-12T15:30:30.855" v="786"/>
        <pc:sldMkLst>
          <pc:docMk/>
          <pc:sldMk cId="3410457743" sldId="347"/>
        </pc:sldMkLst>
      </pc:sldChg>
      <pc:sldChg chg="modSp add mod">
        <pc:chgData name="liao huang" userId="ec82cc6f13daab8b" providerId="LiveId" clId="{AA54D501-5D86-4123-B440-108FCE7D8FB7}" dt="2025-11-12T15:37:58.378" v="918" actId="20577"/>
        <pc:sldMkLst>
          <pc:docMk/>
          <pc:sldMk cId="3822769699" sldId="348"/>
        </pc:sldMkLst>
        <pc:spChg chg="mod">
          <ac:chgData name="liao huang" userId="ec82cc6f13daab8b" providerId="LiveId" clId="{AA54D501-5D86-4123-B440-108FCE7D8FB7}" dt="2025-11-12T15:37:58.378" v="918" actId="20577"/>
          <ac:spMkLst>
            <pc:docMk/>
            <pc:sldMk cId="3822769699" sldId="348"/>
            <ac:spMk id="7" creationId="{F0DDDF13-C027-123D-E5BF-80288D30D60D}"/>
          </ac:spMkLst>
        </pc:spChg>
        <pc:spChg chg="mod">
          <ac:chgData name="liao huang" userId="ec82cc6f13daab8b" providerId="LiveId" clId="{AA54D501-5D86-4123-B440-108FCE7D8FB7}" dt="2025-11-12T15:33:42.867" v="828"/>
          <ac:spMkLst>
            <pc:docMk/>
            <pc:sldMk cId="3822769699" sldId="348"/>
            <ac:spMk id="32" creationId="{2B2A2D80-74AE-22D1-F783-CDD6F402C1F8}"/>
          </ac:spMkLst>
        </pc:spChg>
      </pc:sldChg>
      <pc:sldChg chg="addSp modSp add mod">
        <pc:chgData name="liao huang" userId="ec82cc6f13daab8b" providerId="LiveId" clId="{AA54D501-5D86-4123-B440-108FCE7D8FB7}" dt="2025-11-12T15:40:16.767" v="956" actId="113"/>
        <pc:sldMkLst>
          <pc:docMk/>
          <pc:sldMk cId="1464723639" sldId="349"/>
        </pc:sldMkLst>
        <pc:spChg chg="mod">
          <ac:chgData name="liao huang" userId="ec82cc6f13daab8b" providerId="LiveId" clId="{AA54D501-5D86-4123-B440-108FCE7D8FB7}" dt="2025-11-12T15:40:16.767" v="956" actId="113"/>
          <ac:spMkLst>
            <pc:docMk/>
            <pc:sldMk cId="1464723639" sldId="349"/>
            <ac:spMk id="7" creationId="{EFA7CBCB-F867-3148-06A5-0324D4B13DA2}"/>
          </ac:spMkLst>
        </pc:spChg>
        <pc:spChg chg="mod">
          <ac:chgData name="liao huang" userId="ec82cc6f13daab8b" providerId="LiveId" clId="{AA54D501-5D86-4123-B440-108FCE7D8FB7}" dt="2025-11-12T15:38:22.203" v="928"/>
          <ac:spMkLst>
            <pc:docMk/>
            <pc:sldMk cId="1464723639" sldId="349"/>
            <ac:spMk id="32" creationId="{7A0A884D-90B9-7D38-2145-03F392A898A5}"/>
          </ac:spMkLst>
        </pc:spChg>
        <pc:picChg chg="add mod">
          <ac:chgData name="liao huang" userId="ec82cc6f13daab8b" providerId="LiveId" clId="{AA54D501-5D86-4123-B440-108FCE7D8FB7}" dt="2025-11-12T15:40:12.339" v="955" actId="1076"/>
          <ac:picMkLst>
            <pc:docMk/>
            <pc:sldMk cId="1464723639" sldId="349"/>
            <ac:picMk id="5" creationId="{C6258C04-C95D-D99B-9593-7F09C7D3C3EA}"/>
          </ac:picMkLst>
        </pc:picChg>
      </pc:sldChg>
      <pc:sldChg chg="delSp modSp add mod">
        <pc:chgData name="liao huang" userId="ec82cc6f13daab8b" providerId="LiveId" clId="{AA54D501-5D86-4123-B440-108FCE7D8FB7}" dt="2025-11-12T15:44:03.992" v="971"/>
        <pc:sldMkLst>
          <pc:docMk/>
          <pc:sldMk cId="1366295932" sldId="350"/>
        </pc:sldMkLst>
        <pc:spChg chg="mod">
          <ac:chgData name="liao huang" userId="ec82cc6f13daab8b" providerId="LiveId" clId="{AA54D501-5D86-4123-B440-108FCE7D8FB7}" dt="2025-11-12T15:44:03.992" v="971"/>
          <ac:spMkLst>
            <pc:docMk/>
            <pc:sldMk cId="1366295932" sldId="350"/>
            <ac:spMk id="7" creationId="{1F1D9FC3-810A-C166-1985-B02C67C18C8D}"/>
          </ac:spMkLst>
        </pc:spChg>
        <pc:spChg chg="mod">
          <ac:chgData name="liao huang" userId="ec82cc6f13daab8b" providerId="LiveId" clId="{AA54D501-5D86-4123-B440-108FCE7D8FB7}" dt="2025-11-12T15:40:39.380" v="959"/>
          <ac:spMkLst>
            <pc:docMk/>
            <pc:sldMk cId="1366295932" sldId="350"/>
            <ac:spMk id="32" creationId="{AF4B95A9-35A8-69D5-1162-7BD36213CC53}"/>
          </ac:spMkLst>
        </pc:spChg>
        <pc:picChg chg="del">
          <ac:chgData name="liao huang" userId="ec82cc6f13daab8b" providerId="LiveId" clId="{AA54D501-5D86-4123-B440-108FCE7D8FB7}" dt="2025-11-12T15:41:11.736" v="960" actId="478"/>
          <ac:picMkLst>
            <pc:docMk/>
            <pc:sldMk cId="1366295932" sldId="350"/>
            <ac:picMk id="5" creationId="{AB8ED5C1-85DD-8AF0-646E-C29DCD151C2D}"/>
          </ac:picMkLst>
        </pc:picChg>
      </pc:sldChg>
    </pc:docChg>
  </pc:docChgLst>
  <pc:docChgLst>
    <pc:chgData name="liao huang" userId="ec82cc6f13daab8b" providerId="LiveId" clId="{849F8E9A-1DDE-44AC-B802-9F958221FCCC}"/>
    <pc:docChg chg="undo custSel addSld delSld modSld sldOrd modSection">
      <pc:chgData name="liao huang" userId="ec82cc6f13daab8b" providerId="LiveId" clId="{849F8E9A-1DDE-44AC-B802-9F958221FCCC}" dt="2025-11-19T10:48:35.439" v="1849" actId="47"/>
      <pc:docMkLst>
        <pc:docMk/>
      </pc:docMkLst>
      <pc:sldChg chg="modSp mod">
        <pc:chgData name="liao huang" userId="ec82cc6f13daab8b" providerId="LiveId" clId="{849F8E9A-1DDE-44AC-B802-9F958221FCCC}" dt="2025-10-26T13:30:27.876" v="21" actId="20577"/>
        <pc:sldMkLst>
          <pc:docMk/>
          <pc:sldMk cId="0" sldId="257"/>
        </pc:sldMkLst>
        <pc:spChg chg="mod">
          <ac:chgData name="liao huang" userId="ec82cc6f13daab8b" providerId="LiveId" clId="{849F8E9A-1DDE-44AC-B802-9F958221FCCC}" dt="2025-10-26T13:30:16.463" v="14"/>
          <ac:spMkLst>
            <pc:docMk/>
            <pc:sldMk cId="0" sldId="257"/>
            <ac:spMk id="8" creationId="{00000000-0000-0000-0000-000000000000}"/>
          </ac:spMkLst>
        </pc:spChg>
        <pc:graphicFrameChg chg="mod modGraphic">
          <ac:chgData name="liao huang" userId="ec82cc6f13daab8b" providerId="LiveId" clId="{849F8E9A-1DDE-44AC-B802-9F958221FCCC}" dt="2025-10-26T13:30:23.038" v="17"/>
          <ac:graphicFrameMkLst>
            <pc:docMk/>
            <pc:sldMk cId="0" sldId="257"/>
            <ac:graphicFrameMk id="23" creationId="{00000000-0000-0000-0000-000000000000}"/>
          </ac:graphicFrameMkLst>
        </pc:graphicFrameChg>
        <pc:graphicFrameChg chg="modGraphic">
          <ac:chgData name="liao huang" userId="ec82cc6f13daab8b" providerId="LiveId" clId="{849F8E9A-1DDE-44AC-B802-9F958221FCCC}" dt="2025-10-26T13:30:27.876" v="21" actId="20577"/>
          <ac:graphicFrameMkLst>
            <pc:docMk/>
            <pc:sldMk cId="0" sldId="257"/>
            <ac:graphicFrameMk id="33" creationId="{00000000-0000-0000-0000-000000000000}"/>
          </ac:graphicFrameMkLst>
        </pc:graphicFrameChg>
      </pc:sldChg>
      <pc:sldChg chg="delSp modSp mod">
        <pc:chgData name="liao huang" userId="ec82cc6f13daab8b" providerId="LiveId" clId="{849F8E9A-1DDE-44AC-B802-9F958221FCCC}" dt="2025-10-26T13:52:36.774" v="26" actId="20577"/>
        <pc:sldMkLst>
          <pc:docMk/>
          <pc:sldMk cId="0" sldId="272"/>
        </pc:sldMkLst>
        <pc:spChg chg="mod">
          <ac:chgData name="liao huang" userId="ec82cc6f13daab8b" providerId="LiveId" clId="{849F8E9A-1DDE-44AC-B802-9F958221FCCC}" dt="2025-10-26T13:52:36.774" v="26" actId="20577"/>
          <ac:spMkLst>
            <pc:docMk/>
            <pc:sldMk cId="0" sldId="272"/>
            <ac:spMk id="8" creationId="{00000000-0000-0000-0000-000000000000}"/>
          </ac:spMkLst>
        </pc:spChg>
      </pc:sldChg>
      <pc:sldChg chg="ord">
        <pc:chgData name="liao huang" userId="ec82cc6f13daab8b" providerId="LiveId" clId="{849F8E9A-1DDE-44AC-B802-9F958221FCCC}" dt="2025-11-04T07:16:39.742" v="281"/>
        <pc:sldMkLst>
          <pc:docMk/>
          <pc:sldMk cId="1682685868" sldId="313"/>
        </pc:sldMkLst>
      </pc:sldChg>
      <pc:sldChg chg="del">
        <pc:chgData name="liao huang" userId="ec82cc6f13daab8b" providerId="LiveId" clId="{849F8E9A-1DDE-44AC-B802-9F958221FCCC}" dt="2025-11-19T10:48:34.255" v="1848" actId="47"/>
        <pc:sldMkLst>
          <pc:docMk/>
          <pc:sldMk cId="3027936104" sldId="333"/>
        </pc:sldMkLst>
      </pc:sldChg>
      <pc:sldChg chg="addSp modSp mod ord">
        <pc:chgData name="liao huang" userId="ec82cc6f13daab8b" providerId="LiveId" clId="{849F8E9A-1DDE-44AC-B802-9F958221FCCC}" dt="2025-11-11T06:46:43.145" v="543"/>
        <pc:sldMkLst>
          <pc:docMk/>
          <pc:sldMk cId="1776228369" sldId="334"/>
        </pc:sldMkLst>
        <pc:spChg chg="mod">
          <ac:chgData name="liao huang" userId="ec82cc6f13daab8b" providerId="LiveId" clId="{849F8E9A-1DDE-44AC-B802-9F958221FCCC}" dt="2025-11-04T07:16:18.261" v="279"/>
          <ac:spMkLst>
            <pc:docMk/>
            <pc:sldMk cId="1776228369" sldId="334"/>
            <ac:spMk id="7" creationId="{D9DE57EB-8239-99E1-79B0-634D7F1AA9B1}"/>
          </ac:spMkLst>
        </pc:spChg>
        <pc:spChg chg="mod">
          <ac:chgData name="liao huang" userId="ec82cc6f13daab8b" providerId="LiveId" clId="{849F8E9A-1DDE-44AC-B802-9F958221FCCC}" dt="2025-11-11T06:46:43.145" v="543"/>
          <ac:spMkLst>
            <pc:docMk/>
            <pc:sldMk cId="1776228369" sldId="334"/>
            <ac:spMk id="21" creationId="{FB0F49C4-837C-DF54-DCD1-9E80B84C9EBA}"/>
          </ac:spMkLst>
        </pc:spChg>
        <pc:picChg chg="add mod">
          <ac:chgData name="liao huang" userId="ec82cc6f13daab8b" providerId="LiveId" clId="{849F8E9A-1DDE-44AC-B802-9F958221FCCC}" dt="2025-11-04T07:04:02.070" v="70" actId="1076"/>
          <ac:picMkLst>
            <pc:docMk/>
            <pc:sldMk cId="1776228369" sldId="334"/>
            <ac:picMk id="5" creationId="{11C721E7-3CB9-4AED-B261-0F1D0DCFCC07}"/>
          </ac:picMkLst>
        </pc:picChg>
        <pc:picChg chg="mod">
          <ac:chgData name="liao huang" userId="ec82cc6f13daab8b" providerId="LiveId" clId="{849F8E9A-1DDE-44AC-B802-9F958221FCCC}" dt="2025-11-04T07:04:00.003" v="68" actId="1076"/>
          <ac:picMkLst>
            <pc:docMk/>
            <pc:sldMk cId="1776228369" sldId="334"/>
            <ac:picMk id="8" creationId="{CF757F6D-32D3-853D-3425-3E21968A7EB1}"/>
          </ac:picMkLst>
        </pc:picChg>
      </pc:sldChg>
      <pc:sldChg chg="del">
        <pc:chgData name="liao huang" userId="ec82cc6f13daab8b" providerId="LiveId" clId="{849F8E9A-1DDE-44AC-B802-9F958221FCCC}" dt="2025-11-19T10:48:35.439" v="1849" actId="47"/>
        <pc:sldMkLst>
          <pc:docMk/>
          <pc:sldMk cId="2520858311" sldId="339"/>
        </pc:sldMkLst>
      </pc:sldChg>
      <pc:sldChg chg="addSp delSp modSp add mod modNotesTx">
        <pc:chgData name="liao huang" userId="ec82cc6f13daab8b" providerId="LiveId" clId="{849F8E9A-1DDE-44AC-B802-9F958221FCCC}" dt="2025-11-19T09:57:09.650" v="1549" actId="1076"/>
        <pc:sldMkLst>
          <pc:docMk/>
          <pc:sldMk cId="184235445" sldId="340"/>
        </pc:sldMkLst>
        <pc:spChg chg="mod">
          <ac:chgData name="liao huang" userId="ec82cc6f13daab8b" providerId="LiveId" clId="{849F8E9A-1DDE-44AC-B802-9F958221FCCC}" dt="2025-11-11T06:38:06.148" v="533"/>
          <ac:spMkLst>
            <pc:docMk/>
            <pc:sldMk cId="184235445" sldId="340"/>
            <ac:spMk id="7" creationId="{D9DE57EB-8239-99E1-79B0-634D7F1AA9B1}"/>
          </ac:spMkLst>
        </pc:spChg>
        <pc:picChg chg="add mod">
          <ac:chgData name="liao huang" userId="ec82cc6f13daab8b" providerId="LiveId" clId="{849F8E9A-1DDE-44AC-B802-9F958221FCCC}" dt="2025-11-19T09:57:09.650" v="1549" actId="1076"/>
          <ac:picMkLst>
            <pc:docMk/>
            <pc:sldMk cId="184235445" sldId="340"/>
            <ac:picMk id="10" creationId="{5A6E116F-7F1A-449C-B382-006ECC064C6E}"/>
          </ac:picMkLst>
        </pc:picChg>
      </pc:sldChg>
      <pc:sldChg chg="addSp delSp modSp add mod">
        <pc:chgData name="liao huang" userId="ec82cc6f13daab8b" providerId="LiveId" clId="{849F8E9A-1DDE-44AC-B802-9F958221FCCC}" dt="2025-11-11T11:41:43.857" v="688"/>
        <pc:sldMkLst>
          <pc:docMk/>
          <pc:sldMk cId="3649188615" sldId="341"/>
        </pc:sldMkLst>
        <pc:spChg chg="mod">
          <ac:chgData name="liao huang" userId="ec82cc6f13daab8b" providerId="LiveId" clId="{849F8E9A-1DDE-44AC-B802-9F958221FCCC}" dt="2025-11-11T11:41:43.857" v="688"/>
          <ac:spMkLst>
            <pc:docMk/>
            <pc:sldMk cId="3649188615" sldId="341"/>
            <ac:spMk id="7" creationId="{D9DE57EB-8239-99E1-79B0-634D7F1AA9B1}"/>
          </ac:spMkLst>
        </pc:spChg>
        <pc:spChg chg="mod">
          <ac:chgData name="liao huang" userId="ec82cc6f13daab8b" providerId="LiveId" clId="{849F8E9A-1DDE-44AC-B802-9F958221FCCC}" dt="2025-11-11T06:46:29.839" v="541" actId="20577"/>
          <ac:spMkLst>
            <pc:docMk/>
            <pc:sldMk cId="3649188615" sldId="341"/>
            <ac:spMk id="32" creationId="{D46F98E4-F941-A955-8232-C7E82B49A944}"/>
          </ac:spMkLst>
        </pc:spChg>
        <pc:picChg chg="add del mod">
          <ac:chgData name="liao huang" userId="ec82cc6f13daab8b" providerId="LiveId" clId="{849F8E9A-1DDE-44AC-B802-9F958221FCCC}" dt="2025-11-11T11:41:41.520" v="685" actId="478"/>
          <ac:picMkLst>
            <pc:docMk/>
            <pc:sldMk cId="3649188615" sldId="341"/>
            <ac:picMk id="5" creationId="{7E03CC93-58AC-4015-938E-7604BE04A5ED}"/>
          </ac:picMkLst>
        </pc:picChg>
        <pc:picChg chg="del">
          <ac:chgData name="liao huang" userId="ec82cc6f13daab8b" providerId="LiveId" clId="{849F8E9A-1DDE-44AC-B802-9F958221FCCC}" dt="2025-11-11T06:47:59.490" v="566" actId="478"/>
          <ac:picMkLst>
            <pc:docMk/>
            <pc:sldMk cId="3649188615" sldId="341"/>
            <ac:picMk id="10" creationId="{5A6E116F-7F1A-449C-B382-006ECC064C6E}"/>
          </ac:picMkLst>
        </pc:picChg>
      </pc:sldChg>
      <pc:sldChg chg="addSp modSp add mod modNotesTx">
        <pc:chgData name="liao huang" userId="ec82cc6f13daab8b" providerId="LiveId" clId="{849F8E9A-1DDE-44AC-B802-9F958221FCCC}" dt="2025-11-19T10:19:40.312" v="1568" actId="1076"/>
        <pc:sldMkLst>
          <pc:docMk/>
          <pc:sldMk cId="694076751" sldId="342"/>
        </pc:sldMkLst>
        <pc:spChg chg="mod">
          <ac:chgData name="liao huang" userId="ec82cc6f13daab8b" providerId="LiveId" clId="{849F8E9A-1DDE-44AC-B802-9F958221FCCC}" dt="2025-11-19T10:12:34.912" v="1558"/>
          <ac:spMkLst>
            <pc:docMk/>
            <pc:sldMk cId="694076751" sldId="342"/>
            <ac:spMk id="7" creationId="{D9DE57EB-8239-99E1-79B0-634D7F1AA9B1}"/>
          </ac:spMkLst>
        </pc:spChg>
        <pc:picChg chg="mod">
          <ac:chgData name="liao huang" userId="ec82cc6f13daab8b" providerId="LiveId" clId="{849F8E9A-1DDE-44AC-B802-9F958221FCCC}" dt="2025-11-11T11:40:04.407" v="664" actId="1076"/>
          <ac:picMkLst>
            <pc:docMk/>
            <pc:sldMk cId="694076751" sldId="342"/>
            <ac:picMk id="5" creationId="{7E03CC93-58AC-4015-938E-7604BE04A5ED}"/>
          </ac:picMkLst>
        </pc:picChg>
        <pc:picChg chg="add mod">
          <ac:chgData name="liao huang" userId="ec82cc6f13daab8b" providerId="LiveId" clId="{849F8E9A-1DDE-44AC-B802-9F958221FCCC}" dt="2025-11-19T10:13:47.186" v="1560" actId="1076"/>
          <ac:picMkLst>
            <pc:docMk/>
            <pc:sldMk cId="694076751" sldId="342"/>
            <ac:picMk id="8" creationId="{2E27B2AE-E3A6-4802-B8C5-072BF312841A}"/>
          </ac:picMkLst>
        </pc:picChg>
        <pc:picChg chg="add mod">
          <ac:chgData name="liao huang" userId="ec82cc6f13daab8b" providerId="LiveId" clId="{849F8E9A-1DDE-44AC-B802-9F958221FCCC}" dt="2025-11-19T10:19:40.312" v="1568" actId="1076"/>
          <ac:picMkLst>
            <pc:docMk/>
            <pc:sldMk cId="694076751" sldId="342"/>
            <ac:picMk id="11" creationId="{A63986B3-0B0A-4048-844D-A4D75C367696}"/>
          </ac:picMkLst>
        </pc:picChg>
      </pc:sldChg>
      <pc:sldChg chg="addSp delSp modSp add mod modNotesTx">
        <pc:chgData name="liao huang" userId="ec82cc6f13daab8b" providerId="LiveId" clId="{849F8E9A-1DDE-44AC-B802-9F958221FCCC}" dt="2025-11-19T10:28:29.356" v="1603"/>
        <pc:sldMkLst>
          <pc:docMk/>
          <pc:sldMk cId="270032457" sldId="343"/>
        </pc:sldMkLst>
        <pc:spChg chg="mod">
          <ac:chgData name="liao huang" userId="ec82cc6f13daab8b" providerId="LiveId" clId="{849F8E9A-1DDE-44AC-B802-9F958221FCCC}" dt="2025-11-19T10:28:29.356" v="1603"/>
          <ac:spMkLst>
            <pc:docMk/>
            <pc:sldMk cId="270032457" sldId="343"/>
            <ac:spMk id="7" creationId="{D9DE57EB-8239-99E1-79B0-634D7F1AA9B1}"/>
          </ac:spMkLst>
        </pc:spChg>
        <pc:spChg chg="mod">
          <ac:chgData name="liao huang" userId="ec82cc6f13daab8b" providerId="LiveId" clId="{849F8E9A-1DDE-44AC-B802-9F958221FCCC}" dt="2025-11-11T11:45:34.927" v="725"/>
          <ac:spMkLst>
            <pc:docMk/>
            <pc:sldMk cId="270032457" sldId="343"/>
            <ac:spMk id="32" creationId="{D46F98E4-F941-A955-8232-C7E82B49A944}"/>
          </ac:spMkLst>
        </pc:spChg>
        <pc:picChg chg="del">
          <ac:chgData name="liao huang" userId="ec82cc6f13daab8b" providerId="LiveId" clId="{849F8E9A-1DDE-44AC-B802-9F958221FCCC}" dt="2025-11-11T11:47:59.611" v="726" actId="478"/>
          <ac:picMkLst>
            <pc:docMk/>
            <pc:sldMk cId="270032457" sldId="343"/>
            <ac:picMk id="5" creationId="{7E03CC93-58AC-4015-938E-7604BE04A5ED}"/>
          </ac:picMkLst>
        </pc:picChg>
        <pc:picChg chg="del">
          <ac:chgData name="liao huang" userId="ec82cc6f13daab8b" providerId="LiveId" clId="{849F8E9A-1DDE-44AC-B802-9F958221FCCC}" dt="2025-11-11T11:47:59.902" v="727" actId="478"/>
          <ac:picMkLst>
            <pc:docMk/>
            <pc:sldMk cId="270032457" sldId="343"/>
            <ac:picMk id="8" creationId="{2E27B2AE-E3A6-4802-B8C5-072BF312841A}"/>
          </ac:picMkLst>
        </pc:picChg>
        <pc:picChg chg="add mod">
          <ac:chgData name="liao huang" userId="ec82cc6f13daab8b" providerId="LiveId" clId="{849F8E9A-1DDE-44AC-B802-9F958221FCCC}" dt="2025-11-19T10:17:09.994" v="1562" actId="1076"/>
          <ac:picMkLst>
            <pc:docMk/>
            <pc:sldMk cId="270032457" sldId="343"/>
            <ac:picMk id="10" creationId="{D2A9B961-D086-48C3-85EE-D028D8F3576B}"/>
          </ac:picMkLst>
        </pc:picChg>
        <pc:picChg chg="del">
          <ac:chgData name="liao huang" userId="ec82cc6f13daab8b" providerId="LiveId" clId="{849F8E9A-1DDE-44AC-B802-9F958221FCCC}" dt="2025-11-11T11:48:00.542" v="728" actId="478"/>
          <ac:picMkLst>
            <pc:docMk/>
            <pc:sldMk cId="270032457" sldId="343"/>
            <ac:picMk id="11" creationId="{A63986B3-0B0A-4048-844D-A4D75C367696}"/>
          </ac:picMkLst>
        </pc:picChg>
        <pc:picChg chg="add mod">
          <ac:chgData name="liao huang" userId="ec82cc6f13daab8b" providerId="LiveId" clId="{849F8E9A-1DDE-44AC-B802-9F958221FCCC}" dt="2025-11-19T10:19:23.952" v="1567" actId="1076"/>
          <ac:picMkLst>
            <pc:docMk/>
            <pc:sldMk cId="270032457" sldId="343"/>
            <ac:picMk id="14" creationId="{E4BEDC7A-DF6D-4092-B440-72F4683518AF}"/>
          </ac:picMkLst>
        </pc:picChg>
        <pc:picChg chg="add mod">
          <ac:chgData name="liao huang" userId="ec82cc6f13daab8b" providerId="LiveId" clId="{849F8E9A-1DDE-44AC-B802-9F958221FCCC}" dt="2025-11-11T12:05:21.051" v="949" actId="1076"/>
          <ac:picMkLst>
            <pc:docMk/>
            <pc:sldMk cId="270032457" sldId="343"/>
            <ac:picMk id="16" creationId="{692B4F6E-C821-4805-BD3C-AD9090D23956}"/>
          </ac:picMkLst>
        </pc:picChg>
        <pc:picChg chg="add mod">
          <ac:chgData name="liao huang" userId="ec82cc6f13daab8b" providerId="LiveId" clId="{849F8E9A-1DDE-44AC-B802-9F958221FCCC}" dt="2025-11-11T12:13:50.827" v="1081" actId="1076"/>
          <ac:picMkLst>
            <pc:docMk/>
            <pc:sldMk cId="270032457" sldId="343"/>
            <ac:picMk id="22" creationId="{054A9545-6881-485A-AA68-B5BE7194886D}"/>
          </ac:picMkLst>
        </pc:picChg>
      </pc:sldChg>
      <pc:sldChg chg="addSp delSp modSp add mod modNotesTx">
        <pc:chgData name="liao huang" userId="ec82cc6f13daab8b" providerId="LiveId" clId="{849F8E9A-1DDE-44AC-B802-9F958221FCCC}" dt="2025-11-19T10:32:08.076" v="1618" actId="1076"/>
        <pc:sldMkLst>
          <pc:docMk/>
          <pc:sldMk cId="4166311733" sldId="344"/>
        </pc:sldMkLst>
        <pc:spChg chg="mod">
          <ac:chgData name="liao huang" userId="ec82cc6f13daab8b" providerId="LiveId" clId="{849F8E9A-1DDE-44AC-B802-9F958221FCCC}" dt="2025-11-19T10:29:43.750" v="1614" actId="113"/>
          <ac:spMkLst>
            <pc:docMk/>
            <pc:sldMk cId="4166311733" sldId="344"/>
            <ac:spMk id="7" creationId="{D9DE57EB-8239-99E1-79B0-634D7F1AA9B1}"/>
          </ac:spMkLst>
        </pc:spChg>
        <pc:picChg chg="add mod">
          <ac:chgData name="liao huang" userId="ec82cc6f13daab8b" providerId="LiveId" clId="{849F8E9A-1DDE-44AC-B802-9F958221FCCC}" dt="2025-11-11T12:12:50.206" v="1066" actId="1076"/>
          <ac:picMkLst>
            <pc:docMk/>
            <pc:sldMk cId="4166311733" sldId="344"/>
            <ac:picMk id="5" creationId="{B0E08C6B-5CF9-4A1B-8E88-E51548FAEF13}"/>
          </ac:picMkLst>
        </pc:picChg>
        <pc:picChg chg="del">
          <ac:chgData name="liao huang" userId="ec82cc6f13daab8b" providerId="LiveId" clId="{849F8E9A-1DDE-44AC-B802-9F958221FCCC}" dt="2025-11-11T12:05:30.162" v="953" actId="478"/>
          <ac:picMkLst>
            <pc:docMk/>
            <pc:sldMk cId="4166311733" sldId="344"/>
            <ac:picMk id="10" creationId="{D2A9B961-D086-48C3-85EE-D028D8F3576B}"/>
          </ac:picMkLst>
        </pc:picChg>
        <pc:picChg chg="add mod">
          <ac:chgData name="liao huang" userId="ec82cc6f13daab8b" providerId="LiveId" clId="{849F8E9A-1DDE-44AC-B802-9F958221FCCC}" dt="2025-11-19T10:32:08.076" v="1618" actId="1076"/>
          <ac:picMkLst>
            <pc:docMk/>
            <pc:sldMk cId="4166311733" sldId="344"/>
            <ac:picMk id="11" creationId="{F891D0D7-A8FC-42D7-AC9C-EAFAA1F5B865}"/>
          </ac:picMkLst>
        </pc:picChg>
        <pc:picChg chg="del">
          <ac:chgData name="liao huang" userId="ec82cc6f13daab8b" providerId="LiveId" clId="{849F8E9A-1DDE-44AC-B802-9F958221FCCC}" dt="2025-11-11T12:05:29.850" v="952" actId="478"/>
          <ac:picMkLst>
            <pc:docMk/>
            <pc:sldMk cId="4166311733" sldId="344"/>
            <ac:picMk id="14" creationId="{E4BEDC7A-DF6D-4092-B440-72F4683518AF}"/>
          </ac:picMkLst>
        </pc:picChg>
        <pc:picChg chg="add mod">
          <ac:chgData name="liao huang" userId="ec82cc6f13daab8b" providerId="LiveId" clId="{849F8E9A-1DDE-44AC-B802-9F958221FCCC}" dt="2025-11-11T12:13:14.970" v="1073" actId="1076"/>
          <ac:picMkLst>
            <pc:docMk/>
            <pc:sldMk cId="4166311733" sldId="344"/>
            <ac:picMk id="15" creationId="{B3290C12-FBFB-4E3E-A20F-464041B6781B}"/>
          </ac:picMkLst>
        </pc:picChg>
        <pc:picChg chg="del">
          <ac:chgData name="liao huang" userId="ec82cc6f13daab8b" providerId="LiveId" clId="{849F8E9A-1DDE-44AC-B802-9F958221FCCC}" dt="2025-11-11T12:05:33.658" v="955" actId="478"/>
          <ac:picMkLst>
            <pc:docMk/>
            <pc:sldMk cId="4166311733" sldId="344"/>
            <ac:picMk id="16" creationId="{692B4F6E-C821-4805-BD3C-AD9090D23956}"/>
          </ac:picMkLst>
        </pc:picChg>
        <pc:picChg chg="add del mod">
          <ac:chgData name="liao huang" userId="ec82cc6f13daab8b" providerId="LiveId" clId="{849F8E9A-1DDE-44AC-B802-9F958221FCCC}" dt="2025-11-11T12:13:47.524" v="1079" actId="21"/>
          <ac:picMkLst>
            <pc:docMk/>
            <pc:sldMk cId="4166311733" sldId="344"/>
            <ac:picMk id="18" creationId="{4A7C91A7-5A62-47A8-9B0A-BC89FAFA43DA}"/>
          </ac:picMkLst>
        </pc:picChg>
      </pc:sldChg>
      <pc:sldChg chg="delSp modSp add mod">
        <pc:chgData name="liao huang" userId="ec82cc6f13daab8b" providerId="LiveId" clId="{849F8E9A-1DDE-44AC-B802-9F958221FCCC}" dt="2025-11-19T10:33:48.241" v="1621"/>
        <pc:sldMkLst>
          <pc:docMk/>
          <pc:sldMk cId="1097990673" sldId="345"/>
        </pc:sldMkLst>
        <pc:spChg chg="mod">
          <ac:chgData name="liao huang" userId="ec82cc6f13daab8b" providerId="LiveId" clId="{849F8E9A-1DDE-44AC-B802-9F958221FCCC}" dt="2025-11-19T10:33:48.241" v="1621"/>
          <ac:spMkLst>
            <pc:docMk/>
            <pc:sldMk cId="1097990673" sldId="345"/>
            <ac:spMk id="7" creationId="{D9DE57EB-8239-99E1-79B0-634D7F1AA9B1}"/>
          </ac:spMkLst>
        </pc:spChg>
        <pc:spChg chg="mod">
          <ac:chgData name="liao huang" userId="ec82cc6f13daab8b" providerId="LiveId" clId="{849F8E9A-1DDE-44AC-B802-9F958221FCCC}" dt="2025-11-11T12:14:16.706" v="1086" actId="20577"/>
          <ac:spMkLst>
            <pc:docMk/>
            <pc:sldMk cId="1097990673" sldId="345"/>
            <ac:spMk id="32" creationId="{D46F98E4-F941-A955-8232-C7E82B49A944}"/>
          </ac:spMkLst>
        </pc:spChg>
        <pc:picChg chg="del">
          <ac:chgData name="liao huang" userId="ec82cc6f13daab8b" providerId="LiveId" clId="{849F8E9A-1DDE-44AC-B802-9F958221FCCC}" dt="2025-11-11T12:14:22.510" v="1089" actId="478"/>
          <ac:picMkLst>
            <pc:docMk/>
            <pc:sldMk cId="1097990673" sldId="345"/>
            <ac:picMk id="5" creationId="{B0E08C6B-5CF9-4A1B-8E88-E51548FAEF13}"/>
          </ac:picMkLst>
        </pc:picChg>
        <pc:picChg chg="del">
          <ac:chgData name="liao huang" userId="ec82cc6f13daab8b" providerId="LiveId" clId="{849F8E9A-1DDE-44AC-B802-9F958221FCCC}" dt="2025-11-11T12:14:21.915" v="1088" actId="478"/>
          <ac:picMkLst>
            <pc:docMk/>
            <pc:sldMk cId="1097990673" sldId="345"/>
            <ac:picMk id="11" creationId="{F891D0D7-A8FC-42D7-AC9C-EAFAA1F5B865}"/>
          </ac:picMkLst>
        </pc:picChg>
        <pc:picChg chg="del">
          <ac:chgData name="liao huang" userId="ec82cc6f13daab8b" providerId="LiveId" clId="{849F8E9A-1DDE-44AC-B802-9F958221FCCC}" dt="2025-11-11T12:14:23.023" v="1090" actId="478"/>
          <ac:picMkLst>
            <pc:docMk/>
            <pc:sldMk cId="1097990673" sldId="345"/>
            <ac:picMk id="15" creationId="{B3290C12-FBFB-4E3E-A20F-464041B6781B}"/>
          </ac:picMkLst>
        </pc:picChg>
        <pc:picChg chg="del">
          <ac:chgData name="liao huang" userId="ec82cc6f13daab8b" providerId="LiveId" clId="{849F8E9A-1DDE-44AC-B802-9F958221FCCC}" dt="2025-11-11T12:14:17.318" v="1087" actId="478"/>
          <ac:picMkLst>
            <pc:docMk/>
            <pc:sldMk cId="1097990673" sldId="345"/>
            <ac:picMk id="18" creationId="{4A7C91A7-5A62-47A8-9B0A-BC89FAFA43DA}"/>
          </ac:picMkLst>
        </pc:picChg>
      </pc:sldChg>
      <pc:sldChg chg="del">
        <pc:chgData name="liao huang" userId="ec82cc6f13daab8b" providerId="LiveId" clId="{849F8E9A-1DDE-44AC-B802-9F958221FCCC}" dt="2025-11-19T10:46:37.650" v="1844" actId="47"/>
        <pc:sldMkLst>
          <pc:docMk/>
          <pc:sldMk cId="3410457743" sldId="347"/>
        </pc:sldMkLst>
      </pc:sldChg>
      <pc:sldChg chg="modSp mod modNotesTx">
        <pc:chgData name="liao huang" userId="ec82cc6f13daab8b" providerId="LiveId" clId="{849F8E9A-1DDE-44AC-B802-9F958221FCCC}" dt="2025-11-19T10:44:56.594" v="1842" actId="20577"/>
        <pc:sldMkLst>
          <pc:docMk/>
          <pc:sldMk cId="1366295932" sldId="350"/>
        </pc:sldMkLst>
        <pc:spChg chg="mod">
          <ac:chgData name="liao huang" userId="ec82cc6f13daab8b" providerId="LiveId" clId="{849F8E9A-1DDE-44AC-B802-9F958221FCCC}" dt="2025-11-19T10:44:56.594" v="1842" actId="20577"/>
          <ac:spMkLst>
            <pc:docMk/>
            <pc:sldMk cId="1366295932" sldId="350"/>
            <ac:spMk id="7" creationId="{1F1D9FC3-810A-C166-1985-B02C67C18C8D}"/>
          </ac:spMkLst>
        </pc:spChg>
      </pc:sldChg>
      <pc:sldChg chg="addSp delSp modSp add mod">
        <pc:chgData name="liao huang" userId="ec82cc6f13daab8b" providerId="LiveId" clId="{849F8E9A-1DDE-44AC-B802-9F958221FCCC}" dt="2025-11-19T10:45:44.952" v="1843" actId="1076"/>
        <pc:sldMkLst>
          <pc:docMk/>
          <pc:sldMk cId="3917608785" sldId="351"/>
        </pc:sldMkLst>
        <pc:spChg chg="mod">
          <ac:chgData name="liao huang" userId="ec82cc6f13daab8b" providerId="LiveId" clId="{849F8E9A-1DDE-44AC-B802-9F958221FCCC}" dt="2025-11-17T02:43:58.533" v="1403"/>
          <ac:spMkLst>
            <pc:docMk/>
            <pc:sldMk cId="3917608785" sldId="351"/>
            <ac:spMk id="7" creationId="{1F1D9FC3-810A-C166-1985-B02C67C18C8D}"/>
          </ac:spMkLst>
        </pc:spChg>
        <pc:spChg chg="add del mod">
          <ac:chgData name="liao huang" userId="ec82cc6f13daab8b" providerId="LiveId" clId="{849F8E9A-1DDE-44AC-B802-9F958221FCCC}" dt="2025-11-17T02:57:54.022" v="1407"/>
          <ac:spMkLst>
            <pc:docMk/>
            <pc:sldMk cId="3917608785" sldId="351"/>
            <ac:spMk id="17" creationId="{F954AAD3-14A8-4D9B-86A3-1C3893EB215A}"/>
          </ac:spMkLst>
        </pc:spChg>
        <pc:spChg chg="mod">
          <ac:chgData name="liao huang" userId="ec82cc6f13daab8b" providerId="LiveId" clId="{849F8E9A-1DDE-44AC-B802-9F958221FCCC}" dt="2025-11-17T02:58:17.864" v="1417"/>
          <ac:spMkLst>
            <pc:docMk/>
            <pc:sldMk cId="3917608785" sldId="351"/>
            <ac:spMk id="32" creationId="{AF4B95A9-35A8-69D5-1162-7BD36213CC53}"/>
          </ac:spMkLst>
        </pc:spChg>
        <pc:picChg chg="add mod">
          <ac:chgData name="liao huang" userId="ec82cc6f13daab8b" providerId="LiveId" clId="{849F8E9A-1DDE-44AC-B802-9F958221FCCC}" dt="2025-11-17T02:40:21.741" v="1268" actId="1076"/>
          <ac:picMkLst>
            <pc:docMk/>
            <pc:sldMk cId="3917608785" sldId="351"/>
            <ac:picMk id="5" creationId="{E4E9C818-E6A3-4247-8F9F-5F693299F27F}"/>
          </ac:picMkLst>
        </pc:picChg>
        <pc:picChg chg="add mod">
          <ac:chgData name="liao huang" userId="ec82cc6f13daab8b" providerId="LiveId" clId="{849F8E9A-1DDE-44AC-B802-9F958221FCCC}" dt="2025-11-19T10:45:44.952" v="1843" actId="1076"/>
          <ac:picMkLst>
            <pc:docMk/>
            <pc:sldMk cId="3917608785" sldId="351"/>
            <ac:picMk id="10" creationId="{8CF5668F-DA35-4156-A620-E9424916EFB6}"/>
          </ac:picMkLst>
        </pc:picChg>
        <pc:picChg chg="add mod">
          <ac:chgData name="liao huang" userId="ec82cc6f13daab8b" providerId="LiveId" clId="{849F8E9A-1DDE-44AC-B802-9F958221FCCC}" dt="2025-11-17T02:43:33.972" v="1376" actId="1076"/>
          <ac:picMkLst>
            <pc:docMk/>
            <pc:sldMk cId="3917608785" sldId="351"/>
            <ac:picMk id="12" creationId="{EC218D3A-FA9F-4DFA-8285-ADFF98161D04}"/>
          </ac:picMkLst>
        </pc:picChg>
      </pc:sldChg>
      <pc:sldChg chg="addSp delSp modSp add del mod">
        <pc:chgData name="liao huang" userId="ec82cc6f13daab8b" providerId="LiveId" clId="{849F8E9A-1DDE-44AC-B802-9F958221FCCC}" dt="2025-11-17T03:17:45.418" v="1486" actId="47"/>
        <pc:sldMkLst>
          <pc:docMk/>
          <pc:sldMk cId="1437786428" sldId="352"/>
        </pc:sldMkLst>
        <pc:spChg chg="add mod">
          <ac:chgData name="liao huang" userId="ec82cc6f13daab8b" providerId="LiveId" clId="{849F8E9A-1DDE-44AC-B802-9F958221FCCC}" dt="2025-11-17T02:58:32.658" v="1419"/>
          <ac:spMkLst>
            <pc:docMk/>
            <pc:sldMk cId="1437786428" sldId="352"/>
            <ac:spMk id="14" creationId="{D183AF25-4766-41C4-A0B4-E3C44DA73C3F}"/>
          </ac:spMkLst>
        </pc:spChg>
        <pc:spChg chg="del">
          <ac:chgData name="liao huang" userId="ec82cc6f13daab8b" providerId="LiveId" clId="{849F8E9A-1DDE-44AC-B802-9F958221FCCC}" dt="2025-11-17T02:58:32.472" v="1418" actId="478"/>
          <ac:spMkLst>
            <pc:docMk/>
            <pc:sldMk cId="1437786428" sldId="352"/>
            <ac:spMk id="32" creationId="{AF4B95A9-35A8-69D5-1162-7BD36213CC53}"/>
          </ac:spMkLst>
        </pc:spChg>
      </pc:sldChg>
      <pc:sldChg chg="addSp delSp modSp add mod">
        <pc:chgData name="liao huang" userId="ec82cc6f13daab8b" providerId="LiveId" clId="{849F8E9A-1DDE-44AC-B802-9F958221FCCC}" dt="2025-11-17T03:18:21.471" v="1512"/>
        <pc:sldMkLst>
          <pc:docMk/>
          <pc:sldMk cId="2950926679" sldId="353"/>
        </pc:sldMkLst>
        <pc:spChg chg="mod">
          <ac:chgData name="liao huang" userId="ec82cc6f13daab8b" providerId="LiveId" clId="{849F8E9A-1DDE-44AC-B802-9F958221FCCC}" dt="2025-11-17T03:18:21.471" v="1512"/>
          <ac:spMkLst>
            <pc:docMk/>
            <pc:sldMk cId="2950926679" sldId="353"/>
            <ac:spMk id="7" creationId="{1F1D9FC3-810A-C166-1985-B02C67C18C8D}"/>
          </ac:spMkLst>
        </pc:spChg>
        <pc:spChg chg="mod">
          <ac:chgData name="liao huang" userId="ec82cc6f13daab8b" providerId="LiveId" clId="{849F8E9A-1DDE-44AC-B802-9F958221FCCC}" dt="2025-11-17T02:59:03.516" v="1422"/>
          <ac:spMkLst>
            <pc:docMk/>
            <pc:sldMk cId="2950926679" sldId="353"/>
            <ac:spMk id="14" creationId="{D183AF25-4766-41C4-A0B4-E3C44DA73C3F}"/>
          </ac:spMkLst>
        </pc:spChg>
        <pc:picChg chg="del">
          <ac:chgData name="liao huang" userId="ec82cc6f13daab8b" providerId="LiveId" clId="{849F8E9A-1DDE-44AC-B802-9F958221FCCC}" dt="2025-11-17T02:59:06.881" v="1423" actId="478"/>
          <ac:picMkLst>
            <pc:docMk/>
            <pc:sldMk cId="2950926679" sldId="353"/>
            <ac:picMk id="5" creationId="{E4E9C818-E6A3-4247-8F9F-5F693299F27F}"/>
          </ac:picMkLst>
        </pc:picChg>
        <pc:picChg chg="add mod">
          <ac:chgData name="liao huang" userId="ec82cc6f13daab8b" providerId="LiveId" clId="{849F8E9A-1DDE-44AC-B802-9F958221FCCC}" dt="2025-11-17T03:01:19.234" v="1436" actId="1076"/>
          <ac:picMkLst>
            <pc:docMk/>
            <pc:sldMk cId="2950926679" sldId="353"/>
            <ac:picMk id="8" creationId="{2022C7A5-1686-407D-AEB2-576362B73815}"/>
          </ac:picMkLst>
        </pc:picChg>
        <pc:picChg chg="del">
          <ac:chgData name="liao huang" userId="ec82cc6f13daab8b" providerId="LiveId" clId="{849F8E9A-1DDE-44AC-B802-9F958221FCCC}" dt="2025-11-17T03:00:18.453" v="1425" actId="478"/>
          <ac:picMkLst>
            <pc:docMk/>
            <pc:sldMk cId="2950926679" sldId="353"/>
            <ac:picMk id="10" creationId="{8CF5668F-DA35-4156-A620-E9424916EFB6}"/>
          </ac:picMkLst>
        </pc:picChg>
        <pc:picChg chg="del">
          <ac:chgData name="liao huang" userId="ec82cc6f13daab8b" providerId="LiveId" clId="{849F8E9A-1DDE-44AC-B802-9F958221FCCC}" dt="2025-11-17T03:00:18.453" v="1425" actId="478"/>
          <ac:picMkLst>
            <pc:docMk/>
            <pc:sldMk cId="2950926679" sldId="353"/>
            <ac:picMk id="12" creationId="{EC218D3A-FA9F-4DFA-8285-ADFF98161D04}"/>
          </ac:picMkLst>
        </pc:picChg>
      </pc:sldChg>
      <pc:sldChg chg="addSp delSp modSp add mod">
        <pc:chgData name="liao huang" userId="ec82cc6f13daab8b" providerId="LiveId" clId="{849F8E9A-1DDE-44AC-B802-9F958221FCCC}" dt="2025-11-19T10:47:11.787" v="1847" actId="207"/>
        <pc:sldMkLst>
          <pc:docMk/>
          <pc:sldMk cId="1092992772" sldId="354"/>
        </pc:sldMkLst>
        <pc:spChg chg="mod">
          <ac:chgData name="liao huang" userId="ec82cc6f13daab8b" providerId="LiveId" clId="{849F8E9A-1DDE-44AC-B802-9F958221FCCC}" dt="2025-11-19T10:47:11.787" v="1847" actId="207"/>
          <ac:spMkLst>
            <pc:docMk/>
            <pc:sldMk cId="1092992772" sldId="354"/>
            <ac:spMk id="7" creationId="{1F1D9FC3-810A-C166-1985-B02C67C18C8D}"/>
          </ac:spMkLst>
        </pc:spChg>
        <pc:spChg chg="mod">
          <ac:chgData name="liao huang" userId="ec82cc6f13daab8b" providerId="LiveId" clId="{849F8E9A-1DDE-44AC-B802-9F958221FCCC}" dt="2025-11-17T03:18:48.061" v="1516" actId="20577"/>
          <ac:spMkLst>
            <pc:docMk/>
            <pc:sldMk cId="1092992772" sldId="354"/>
            <ac:spMk id="14" creationId="{D183AF25-4766-41C4-A0B4-E3C44DA73C3F}"/>
          </ac:spMkLst>
        </pc:spChg>
        <pc:picChg chg="add mod">
          <ac:chgData name="liao huang" userId="ec82cc6f13daab8b" providerId="LiveId" clId="{849F8E9A-1DDE-44AC-B802-9F958221FCCC}" dt="2025-11-17T03:26:32.469" v="1545" actId="1076"/>
          <ac:picMkLst>
            <pc:docMk/>
            <pc:sldMk cId="1092992772" sldId="354"/>
            <ac:picMk id="5" creationId="{8BBCE1E2-7DA1-4590-B863-3FDFFAE99E55}"/>
          </ac:picMkLst>
        </pc:picChg>
        <pc:picChg chg="del">
          <ac:chgData name="liao huang" userId="ec82cc6f13daab8b" providerId="LiveId" clId="{849F8E9A-1DDE-44AC-B802-9F958221FCCC}" dt="2025-11-17T03:20:10.862" v="1520" actId="478"/>
          <ac:picMkLst>
            <pc:docMk/>
            <pc:sldMk cId="1092992772" sldId="354"/>
            <ac:picMk id="8" creationId="{2022C7A5-1686-407D-AEB2-576362B73815}"/>
          </ac:picMkLst>
        </pc:picChg>
        <pc:picChg chg="add mod">
          <ac:chgData name="liao huang" userId="ec82cc6f13daab8b" providerId="LiveId" clId="{849F8E9A-1DDE-44AC-B802-9F958221FCCC}" dt="2025-11-17T03:26:38.551" v="1548" actId="14100"/>
          <ac:picMkLst>
            <pc:docMk/>
            <pc:sldMk cId="1092992772" sldId="354"/>
            <ac:picMk id="11" creationId="{8521B5D5-93A4-4F78-B87E-B4FCAD86915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E31D2-F85F-48D9-85E1-643E8A75D6DA}" type="datetimeFigureOut">
              <a:rPr lang="zh-CN" altLang="en-US" smtClean="0"/>
              <a:t>2025/11/19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6FDFC-FEF2-4F9D-A0AF-43D16A2C7AA4}" type="slidenum">
              <a:rPr lang="zh-CN" altLang="en-US" smtClean="0"/>
              <a:t>‹#›</a:t>
            </a:fld>
            <a:endParaRPr lang="zh-CN" altLang="en-US"/>
          </a:p>
        </p:txBody>
      </p:sp>
    </p:spTree>
    <p:extLst>
      <p:ext uri="{BB962C8B-B14F-4D97-AF65-F5344CB8AC3E}">
        <p14:creationId xmlns:p14="http://schemas.microsoft.com/office/powerpoint/2010/main" val="3863361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E556971-6A61-4E96-B3F0-2E6ACC9F9D62}" type="slidenum">
              <a:rPr lang="zh-CN" altLang="en-US" smtClean="0"/>
              <a:t>1</a:t>
            </a:fld>
            <a:endParaRPr lang="zh-CN" altLang="en-US"/>
          </a:p>
        </p:txBody>
      </p:sp>
    </p:spTree>
    <p:extLst>
      <p:ext uri="{BB962C8B-B14F-4D97-AF65-F5344CB8AC3E}">
        <p14:creationId xmlns:p14="http://schemas.microsoft.com/office/powerpoint/2010/main" val="360464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E556971-6A61-4E96-B3F0-2E6ACC9F9D62}" type="slidenum">
              <a:rPr lang="zh-CN" altLang="en-US" smtClean="0"/>
              <a:t>2</a:t>
            </a:fld>
            <a:endParaRPr lang="zh-CN" altLang="en-US"/>
          </a:p>
        </p:txBody>
      </p:sp>
    </p:spTree>
    <p:extLst>
      <p:ext uri="{BB962C8B-B14F-4D97-AF65-F5344CB8AC3E}">
        <p14:creationId xmlns:p14="http://schemas.microsoft.com/office/powerpoint/2010/main" val="1587888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E421D-2B6B-8995-74BF-C6A2D3A1E5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E30976-8E98-E659-699C-7B5E35AA3F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E2E86B-F524-989C-A406-EBA6EA8D5E94}"/>
              </a:ext>
            </a:extLst>
          </p:cNvPr>
          <p:cNvSpPr>
            <a:spLocks noGrp="1"/>
          </p:cNvSpPr>
          <p:nvPr>
            <p:ph type="body" idx="1"/>
          </p:nvPr>
        </p:nvSpPr>
        <p:spPr/>
        <p:txBody>
          <a:bodyPr/>
          <a:lstStyle/>
          <a:p>
            <a:pPr algn="l" fontAlgn="base">
              <a:lnSpc>
                <a:spcPts val="1800"/>
              </a:lnSpc>
              <a:buNone/>
            </a:pPr>
            <a:endParaRPr lang="zh-CN" altLang="en-US" b="0" i="0" dirty="0">
              <a:solidFill>
                <a:srgbClr val="060607"/>
              </a:solidFill>
              <a:effectLst/>
              <a:latin typeface="-apple-system"/>
            </a:endParaRPr>
          </a:p>
        </p:txBody>
      </p:sp>
      <p:sp>
        <p:nvSpPr>
          <p:cNvPr id="4" name="灯片编号占位符 3">
            <a:extLst>
              <a:ext uri="{FF2B5EF4-FFF2-40B4-BE49-F238E27FC236}">
                <a16:creationId xmlns:a16="http://schemas.microsoft.com/office/drawing/2014/main" id="{027EC0E4-7D3E-C6FF-3A9E-4F54FDE6F98D}"/>
              </a:ext>
            </a:extLst>
          </p:cNvPr>
          <p:cNvSpPr>
            <a:spLocks noGrp="1"/>
          </p:cNvSpPr>
          <p:nvPr>
            <p:ph type="sldNum" sz="quarter" idx="5"/>
          </p:nvPr>
        </p:nvSpPr>
        <p:spPr/>
        <p:txBody>
          <a:bodyPr/>
          <a:lstStyle/>
          <a:p>
            <a:fld id="{8E556971-6A61-4E96-B3F0-2E6ACC9F9D62}" type="slidenum">
              <a:rPr lang="zh-CN" altLang="en-US" smtClean="0"/>
              <a:t>3</a:t>
            </a:fld>
            <a:endParaRPr lang="zh-CN" altLang="en-US"/>
          </a:p>
        </p:txBody>
      </p:sp>
    </p:spTree>
    <p:extLst>
      <p:ext uri="{BB962C8B-B14F-4D97-AF65-F5344CB8AC3E}">
        <p14:creationId xmlns:p14="http://schemas.microsoft.com/office/powerpoint/2010/main" val="3326912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04C8C-B683-15FA-8F99-96CB2E8FBA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3F18B3-47B6-802F-0D66-2C51CF16BB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CFD0E5F-660D-23DB-074A-AAC9E6D841FE}"/>
              </a:ext>
            </a:extLst>
          </p:cNvPr>
          <p:cNvSpPr>
            <a:spLocks noGrp="1"/>
          </p:cNvSpPr>
          <p:nvPr>
            <p:ph type="body" idx="1"/>
          </p:nvPr>
        </p:nvSpPr>
        <p:spPr/>
        <p:txBody>
          <a:bodyPr/>
          <a:lstStyle/>
          <a:p>
            <a:r>
              <a:rPr lang="en-US" altLang="zh-CN" dirty="0"/>
              <a:t>Mesh</a:t>
            </a:r>
            <a:r>
              <a:rPr lang="zh-CN" altLang="en-US" dirty="0"/>
              <a:t>拓扑 效率不佳</a:t>
            </a:r>
            <a:endParaRPr lang="en-US" altLang="zh-CN" dirty="0"/>
          </a:p>
        </p:txBody>
      </p:sp>
      <p:sp>
        <p:nvSpPr>
          <p:cNvPr id="4" name="灯片编号占位符 3">
            <a:extLst>
              <a:ext uri="{FF2B5EF4-FFF2-40B4-BE49-F238E27FC236}">
                <a16:creationId xmlns:a16="http://schemas.microsoft.com/office/drawing/2014/main" id="{32783857-883B-86BB-3A69-4A4233D5F431}"/>
              </a:ext>
            </a:extLst>
          </p:cNvPr>
          <p:cNvSpPr>
            <a:spLocks noGrp="1"/>
          </p:cNvSpPr>
          <p:nvPr>
            <p:ph type="sldNum" sz="quarter" idx="5"/>
          </p:nvPr>
        </p:nvSpPr>
        <p:spPr/>
        <p:txBody>
          <a:bodyPr/>
          <a:lstStyle/>
          <a:p>
            <a:fld id="{8E556971-6A61-4E96-B3F0-2E6ACC9F9D62}" type="slidenum">
              <a:rPr lang="zh-CN" altLang="en-US" smtClean="0"/>
              <a:t>4</a:t>
            </a:fld>
            <a:endParaRPr lang="zh-CN" altLang="en-US"/>
          </a:p>
        </p:txBody>
      </p:sp>
    </p:spTree>
    <p:extLst>
      <p:ext uri="{BB962C8B-B14F-4D97-AF65-F5344CB8AC3E}">
        <p14:creationId xmlns:p14="http://schemas.microsoft.com/office/powerpoint/2010/main" val="1878759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7CED-3446-079A-DEF7-0B3E48F88B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B4FD46-BB58-77C6-B7D7-17DF23E087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C047D9-8782-EA65-FBFF-CF7DD9DBDDE1}"/>
              </a:ext>
            </a:extLst>
          </p:cNvPr>
          <p:cNvSpPr>
            <a:spLocks noGrp="1"/>
          </p:cNvSpPr>
          <p:nvPr>
            <p:ph type="body" idx="1"/>
          </p:nvPr>
        </p:nvSpPr>
        <p:spPr/>
        <p:txBody>
          <a:bodyPr/>
          <a:lstStyle/>
          <a:p>
            <a:r>
              <a:rPr lang="en-US" altLang="zh-CN" dirty="0"/>
              <a:t>Mesh</a:t>
            </a:r>
            <a:r>
              <a:rPr lang="zh-CN" altLang="en-US" dirty="0"/>
              <a:t>拓扑 效率不佳</a:t>
            </a:r>
            <a:endParaRPr lang="en-US" altLang="zh-CN" dirty="0"/>
          </a:p>
        </p:txBody>
      </p:sp>
      <p:sp>
        <p:nvSpPr>
          <p:cNvPr id="4" name="灯片编号占位符 3">
            <a:extLst>
              <a:ext uri="{FF2B5EF4-FFF2-40B4-BE49-F238E27FC236}">
                <a16:creationId xmlns:a16="http://schemas.microsoft.com/office/drawing/2014/main" id="{415AA8DB-DA12-F75F-A530-F642CA7831C5}"/>
              </a:ext>
            </a:extLst>
          </p:cNvPr>
          <p:cNvSpPr>
            <a:spLocks noGrp="1"/>
          </p:cNvSpPr>
          <p:nvPr>
            <p:ph type="sldNum" sz="quarter" idx="5"/>
          </p:nvPr>
        </p:nvSpPr>
        <p:spPr/>
        <p:txBody>
          <a:bodyPr/>
          <a:lstStyle/>
          <a:p>
            <a:fld id="{8E556971-6A61-4E96-B3F0-2E6ACC9F9D62}" type="slidenum">
              <a:rPr lang="zh-CN" altLang="en-US" smtClean="0"/>
              <a:t>5</a:t>
            </a:fld>
            <a:endParaRPr lang="zh-CN" altLang="en-US"/>
          </a:p>
        </p:txBody>
      </p:sp>
    </p:spTree>
    <p:extLst>
      <p:ext uri="{BB962C8B-B14F-4D97-AF65-F5344CB8AC3E}">
        <p14:creationId xmlns:p14="http://schemas.microsoft.com/office/powerpoint/2010/main" val="748880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7CED-3446-079A-DEF7-0B3E48F88B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B4FD46-BB58-77C6-B7D7-17DF23E087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C047D9-8782-EA65-FBFF-CF7DD9DBDDE1}"/>
              </a:ext>
            </a:extLst>
          </p:cNvPr>
          <p:cNvSpPr>
            <a:spLocks noGrp="1"/>
          </p:cNvSpPr>
          <p:nvPr>
            <p:ph type="body" idx="1"/>
          </p:nvPr>
        </p:nvSpPr>
        <p:spPr/>
        <p:txBody>
          <a:bodyPr/>
          <a:lstStyle/>
          <a:p>
            <a:r>
              <a:rPr lang="en-US" altLang="zh-CN" dirty="0"/>
              <a:t>REED[3]</a:t>
            </a:r>
            <a:r>
              <a:rPr lang="zh-CN" altLang="en-US" dirty="0"/>
              <a:t>和以</a:t>
            </a:r>
            <a:r>
              <a:rPr lang="en-US" altLang="zh-CN" dirty="0"/>
              <a:t>mesh</a:t>
            </a:r>
            <a:r>
              <a:rPr lang="zh-CN" altLang="en-US" dirty="0"/>
              <a:t>、</a:t>
            </a:r>
            <a:r>
              <a:rPr lang="en-US" altLang="zh-CN" dirty="0"/>
              <a:t>Kite</a:t>
            </a:r>
            <a:r>
              <a:rPr lang="zh-CN" altLang="en-US" dirty="0"/>
              <a:t>、</a:t>
            </a:r>
            <a:r>
              <a:rPr lang="en-US" altLang="zh-CN" dirty="0"/>
              <a:t>Butterfly</a:t>
            </a:r>
            <a:r>
              <a:rPr lang="zh-CN" altLang="en-US" dirty="0"/>
              <a:t>和</a:t>
            </a:r>
            <a:r>
              <a:rPr lang="en-US" altLang="zh-CN" dirty="0"/>
              <a:t>Florets[48]</a:t>
            </a:r>
            <a:r>
              <a:rPr lang="zh-CN" altLang="en-US" dirty="0"/>
              <a:t>为各自小芯片互连网络拓扑的</a:t>
            </a:r>
            <a:r>
              <a:rPr lang="en-US" altLang="zh-CN" dirty="0"/>
              <a:t>4</a:t>
            </a:r>
            <a:r>
              <a:rPr lang="zh-CN" altLang="en-US" dirty="0"/>
              <a:t>个多芯片系统相比，我们提出的方案分别将应用程序执行时间缩短了</a:t>
            </a:r>
            <a:r>
              <a:rPr lang="en-US" altLang="zh-CN" dirty="0"/>
              <a:t>51.66%</a:t>
            </a:r>
            <a:r>
              <a:rPr lang="zh-CN" altLang="en-US" dirty="0"/>
              <a:t>、</a:t>
            </a:r>
            <a:r>
              <a:rPr lang="en-US" altLang="zh-CN" dirty="0"/>
              <a:t>43.16%</a:t>
            </a:r>
            <a:r>
              <a:rPr lang="zh-CN" altLang="en-US" dirty="0"/>
              <a:t>、</a:t>
            </a:r>
            <a:r>
              <a:rPr lang="en-US" altLang="zh-CN" dirty="0"/>
              <a:t>39.44%</a:t>
            </a:r>
            <a:r>
              <a:rPr lang="zh-CN" altLang="en-US" dirty="0"/>
              <a:t>、</a:t>
            </a:r>
            <a:r>
              <a:rPr lang="en-US" altLang="zh-CN" dirty="0"/>
              <a:t>43.34%</a:t>
            </a:r>
            <a:r>
              <a:rPr lang="zh-CN" altLang="en-US" dirty="0"/>
              <a:t>和</a:t>
            </a:r>
            <a:r>
              <a:rPr lang="en-US" altLang="zh-CN" dirty="0"/>
              <a:t>27.70%</a:t>
            </a:r>
          </a:p>
          <a:p>
            <a:endParaRPr lang="en-US" altLang="zh-CN" dirty="0"/>
          </a:p>
          <a:p>
            <a:r>
              <a:rPr lang="zh-CN" altLang="en-US" dirty="0"/>
              <a:t>它假设流量模式对称，这可能会导致 </a:t>
            </a:r>
            <a:r>
              <a:rPr lang="en-US" altLang="zh-CN" dirty="0"/>
              <a:t>FHE </a:t>
            </a:r>
            <a:r>
              <a:rPr lang="zh-CN" altLang="en-US" dirty="0"/>
              <a:t>应用程序的性能低下和高度不规则的通信模式。与之前的</a:t>
            </a:r>
            <a:r>
              <a:rPr lang="en-US" altLang="zh-CN" dirty="0"/>
              <a:t>[9,12,32,48,59,60]</a:t>
            </a:r>
            <a:r>
              <a:rPr lang="zh-CN" altLang="en-US" dirty="0"/>
              <a:t>等专注于加速不同流量模式的明文神经网络推理的工作不同，我们的工作针对的是同态加密应用的独特特征，包括密文计算的不规则小芯片间通信模式。</a:t>
            </a:r>
            <a:endParaRPr lang="en-US" altLang="zh-CN" dirty="0"/>
          </a:p>
        </p:txBody>
      </p:sp>
      <p:sp>
        <p:nvSpPr>
          <p:cNvPr id="4" name="灯片编号占位符 3">
            <a:extLst>
              <a:ext uri="{FF2B5EF4-FFF2-40B4-BE49-F238E27FC236}">
                <a16:creationId xmlns:a16="http://schemas.microsoft.com/office/drawing/2014/main" id="{415AA8DB-DA12-F75F-A530-F642CA7831C5}"/>
              </a:ext>
            </a:extLst>
          </p:cNvPr>
          <p:cNvSpPr>
            <a:spLocks noGrp="1"/>
          </p:cNvSpPr>
          <p:nvPr>
            <p:ph type="sldNum" sz="quarter" idx="5"/>
          </p:nvPr>
        </p:nvSpPr>
        <p:spPr/>
        <p:txBody>
          <a:bodyPr/>
          <a:lstStyle/>
          <a:p>
            <a:fld id="{8E556971-6A61-4E96-B3F0-2E6ACC9F9D62}" type="slidenum">
              <a:rPr lang="zh-CN" altLang="en-US" smtClean="0"/>
              <a:t>6</a:t>
            </a:fld>
            <a:endParaRPr lang="zh-CN" altLang="en-US"/>
          </a:p>
        </p:txBody>
      </p:sp>
    </p:spTree>
    <p:extLst>
      <p:ext uri="{BB962C8B-B14F-4D97-AF65-F5344CB8AC3E}">
        <p14:creationId xmlns:p14="http://schemas.microsoft.com/office/powerpoint/2010/main" val="1412193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7CED-3446-079A-DEF7-0B3E48F88B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B4FD46-BB58-77C6-B7D7-17DF23E087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C047D9-8782-EA65-FBFF-CF7DD9DBDDE1}"/>
              </a:ext>
            </a:extLst>
          </p:cNvPr>
          <p:cNvSpPr>
            <a:spLocks noGrp="1"/>
          </p:cNvSpPr>
          <p:nvPr>
            <p:ph type="body" idx="1"/>
          </p:nvPr>
        </p:nvSpPr>
        <p:spPr/>
        <p:txBody>
          <a:bodyPr/>
          <a:lstStyle/>
          <a:p>
            <a:r>
              <a:rPr lang="en-US" altLang="zh-CN" dirty="0"/>
              <a:t>REED[3]</a:t>
            </a:r>
            <a:r>
              <a:rPr lang="zh-CN" altLang="en-US" dirty="0"/>
              <a:t>和以</a:t>
            </a:r>
            <a:r>
              <a:rPr lang="en-US" altLang="zh-CN" dirty="0"/>
              <a:t>mesh</a:t>
            </a:r>
            <a:r>
              <a:rPr lang="zh-CN" altLang="en-US" dirty="0"/>
              <a:t>、</a:t>
            </a:r>
            <a:r>
              <a:rPr lang="en-US" altLang="zh-CN" dirty="0"/>
              <a:t>Kite</a:t>
            </a:r>
            <a:r>
              <a:rPr lang="zh-CN" altLang="en-US" dirty="0"/>
              <a:t>、</a:t>
            </a:r>
            <a:r>
              <a:rPr lang="en-US" altLang="zh-CN" dirty="0"/>
              <a:t>Butterfly</a:t>
            </a:r>
            <a:r>
              <a:rPr lang="zh-CN" altLang="en-US" dirty="0"/>
              <a:t>和</a:t>
            </a:r>
            <a:r>
              <a:rPr lang="en-US" altLang="zh-CN" dirty="0"/>
              <a:t>Florets[48]</a:t>
            </a:r>
            <a:r>
              <a:rPr lang="zh-CN" altLang="en-US" dirty="0"/>
              <a:t>为各自小芯片互连网络拓扑的</a:t>
            </a:r>
            <a:r>
              <a:rPr lang="en-US" altLang="zh-CN" dirty="0"/>
              <a:t>4</a:t>
            </a:r>
            <a:r>
              <a:rPr lang="zh-CN" altLang="en-US" dirty="0"/>
              <a:t>个多芯片系统相比，我们提出的方案分别将应用程序执行时间缩短了</a:t>
            </a:r>
            <a:r>
              <a:rPr lang="en-US" altLang="zh-CN" dirty="0"/>
              <a:t>51.66%</a:t>
            </a:r>
            <a:r>
              <a:rPr lang="zh-CN" altLang="en-US" dirty="0"/>
              <a:t>、</a:t>
            </a:r>
            <a:r>
              <a:rPr lang="en-US" altLang="zh-CN" dirty="0"/>
              <a:t>43.16%</a:t>
            </a:r>
            <a:r>
              <a:rPr lang="zh-CN" altLang="en-US" dirty="0"/>
              <a:t>、</a:t>
            </a:r>
            <a:r>
              <a:rPr lang="en-US" altLang="zh-CN" dirty="0"/>
              <a:t>39.44%</a:t>
            </a:r>
            <a:r>
              <a:rPr lang="zh-CN" altLang="en-US" dirty="0"/>
              <a:t>、</a:t>
            </a:r>
            <a:r>
              <a:rPr lang="en-US" altLang="zh-CN" dirty="0"/>
              <a:t>43.34%</a:t>
            </a:r>
            <a:r>
              <a:rPr lang="zh-CN" altLang="en-US" dirty="0"/>
              <a:t>和</a:t>
            </a:r>
            <a:r>
              <a:rPr lang="en-US" altLang="zh-CN" dirty="0"/>
              <a:t>27.70%</a:t>
            </a:r>
          </a:p>
          <a:p>
            <a:endParaRPr lang="en-US" altLang="zh-CN" dirty="0"/>
          </a:p>
          <a:p>
            <a:r>
              <a:rPr lang="zh-CN" altLang="en-US" dirty="0"/>
              <a:t>它假设流量模式对称，这可能会导致 </a:t>
            </a:r>
            <a:r>
              <a:rPr lang="en-US" altLang="zh-CN" dirty="0"/>
              <a:t>FHE </a:t>
            </a:r>
            <a:r>
              <a:rPr lang="zh-CN" altLang="en-US" dirty="0"/>
              <a:t>应用程序的性能低下和高度不规则的通信模式。与之前的</a:t>
            </a:r>
            <a:r>
              <a:rPr lang="en-US" altLang="zh-CN" dirty="0"/>
              <a:t>[9,12,32,48,59,60]</a:t>
            </a:r>
            <a:r>
              <a:rPr lang="zh-CN" altLang="en-US" dirty="0"/>
              <a:t>等专注于加速不同流量模式的明文神经网络推理的工作不同，我们的工作针对的是同态加密应用的独特特征，包括密文计算的不规则小芯片间通信模式。</a:t>
            </a:r>
            <a:endParaRPr lang="en-US" altLang="zh-CN" dirty="0"/>
          </a:p>
        </p:txBody>
      </p:sp>
      <p:sp>
        <p:nvSpPr>
          <p:cNvPr id="4" name="灯片编号占位符 3">
            <a:extLst>
              <a:ext uri="{FF2B5EF4-FFF2-40B4-BE49-F238E27FC236}">
                <a16:creationId xmlns:a16="http://schemas.microsoft.com/office/drawing/2014/main" id="{415AA8DB-DA12-F75F-A530-F642CA7831C5}"/>
              </a:ext>
            </a:extLst>
          </p:cNvPr>
          <p:cNvSpPr>
            <a:spLocks noGrp="1"/>
          </p:cNvSpPr>
          <p:nvPr>
            <p:ph type="sldNum" sz="quarter" idx="5"/>
          </p:nvPr>
        </p:nvSpPr>
        <p:spPr/>
        <p:txBody>
          <a:bodyPr/>
          <a:lstStyle/>
          <a:p>
            <a:fld id="{8E556971-6A61-4E96-B3F0-2E6ACC9F9D62}" type="slidenum">
              <a:rPr lang="zh-CN" altLang="en-US" smtClean="0"/>
              <a:t>7</a:t>
            </a:fld>
            <a:endParaRPr lang="zh-CN" altLang="en-US"/>
          </a:p>
        </p:txBody>
      </p:sp>
    </p:spTree>
    <p:extLst>
      <p:ext uri="{BB962C8B-B14F-4D97-AF65-F5344CB8AC3E}">
        <p14:creationId xmlns:p14="http://schemas.microsoft.com/office/powerpoint/2010/main" val="642612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7CED-3446-079A-DEF7-0B3E48F88B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B4FD46-BB58-77C6-B7D7-17DF23E087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C047D9-8782-EA65-FBFF-CF7DD9DBDDE1}"/>
              </a:ext>
            </a:extLst>
          </p:cNvPr>
          <p:cNvSpPr>
            <a:spLocks noGrp="1"/>
          </p:cNvSpPr>
          <p:nvPr>
            <p:ph type="body" idx="1"/>
          </p:nvPr>
        </p:nvSpPr>
        <p:spPr/>
        <p:txBody>
          <a:bodyPr/>
          <a:lstStyle/>
          <a:p>
            <a:r>
              <a:rPr lang="zh-CN" altLang="en-US" dirty="0"/>
              <a:t>接口计数表示为 </a:t>
            </a:r>
            <a:r>
              <a:rPr lang="en-US" altLang="zh-CN" dirty="0"/>
              <a:t>dk</a:t>
            </a:r>
            <a:r>
              <a:rPr lang="zh-CN" altLang="en-US" dirty="0"/>
              <a:t>，小芯片 </a:t>
            </a:r>
            <a:r>
              <a:rPr lang="en-US" altLang="zh-CN" dirty="0"/>
              <a:t>k </a:t>
            </a:r>
            <a:r>
              <a:rPr lang="zh-CN" altLang="en-US" dirty="0"/>
              <a:t>中的 </a:t>
            </a:r>
            <a:r>
              <a:rPr lang="en-US" altLang="zh-CN" dirty="0"/>
              <a:t>D2D </a:t>
            </a:r>
            <a:r>
              <a:rPr lang="zh-CN" altLang="en-US" dirty="0"/>
              <a:t>接口由 </a:t>
            </a:r>
            <a:r>
              <a:rPr lang="en-US" altLang="zh-CN" dirty="0" err="1"/>
              <a:t>u|Rk</a:t>
            </a:r>
            <a:r>
              <a:rPr lang="en-US" altLang="zh-CN" dirty="0"/>
              <a:t>|+1</a:t>
            </a:r>
            <a:r>
              <a:rPr lang="zh-CN" altLang="en-US" dirty="0"/>
              <a:t>，</a:t>
            </a:r>
            <a:r>
              <a:rPr lang="en-US" altLang="zh-CN" dirty="0"/>
              <a:t>k</a:t>
            </a:r>
            <a:r>
              <a:rPr lang="zh-CN" altLang="en-US" dirty="0"/>
              <a:t>， </a:t>
            </a:r>
            <a:r>
              <a:rPr lang="en-US" altLang="zh-CN" dirty="0"/>
              <a:t>... </a:t>
            </a:r>
            <a:r>
              <a:rPr lang="zh-CN" altLang="en-US" dirty="0"/>
              <a:t>， </a:t>
            </a:r>
            <a:r>
              <a:rPr lang="en-US" altLang="zh-CN" dirty="0"/>
              <a:t>u|</a:t>
            </a:r>
            <a:r>
              <a:rPr lang="zh-CN" altLang="en-US" dirty="0"/>
              <a:t>小芯片 </a:t>
            </a:r>
            <a:r>
              <a:rPr lang="en-US" altLang="zh-CN" dirty="0"/>
              <a:t>k </a:t>
            </a:r>
            <a:r>
              <a:rPr lang="zh-CN" altLang="en-US" dirty="0"/>
              <a:t>内的 </a:t>
            </a:r>
            <a:r>
              <a:rPr lang="en-US" altLang="zh-CN" dirty="0" err="1"/>
              <a:t>Rk</a:t>
            </a:r>
            <a:r>
              <a:rPr lang="en-US" altLang="zh-CN" dirty="0"/>
              <a:t>|+dk</a:t>
            </a:r>
            <a:r>
              <a:rPr lang="zh-CN" altLang="en-US" dirty="0"/>
              <a:t>，</a:t>
            </a:r>
            <a:r>
              <a:rPr lang="en-US" altLang="zh-CN" dirty="0"/>
              <a:t>k</a:t>
            </a:r>
            <a:r>
              <a:rPr lang="zh-CN" altLang="en-US" dirty="0"/>
              <a:t>；不超过</a:t>
            </a:r>
            <a:r>
              <a:rPr lang="en-US" altLang="zh-CN" dirty="0"/>
              <a:t>4</a:t>
            </a:r>
            <a:r>
              <a:rPr lang="zh-CN" altLang="en-US" dirty="0"/>
              <a:t>个用于小芯片间通信的</a:t>
            </a:r>
            <a:r>
              <a:rPr lang="en-US" altLang="zh-CN" dirty="0"/>
              <a:t>D2D</a:t>
            </a:r>
            <a:r>
              <a:rPr lang="zh-CN" altLang="en-US" dirty="0"/>
              <a:t>接口</a:t>
            </a:r>
            <a:endParaRPr lang="en-US" altLang="zh-CN" dirty="0"/>
          </a:p>
        </p:txBody>
      </p:sp>
      <p:sp>
        <p:nvSpPr>
          <p:cNvPr id="4" name="灯片编号占位符 3">
            <a:extLst>
              <a:ext uri="{FF2B5EF4-FFF2-40B4-BE49-F238E27FC236}">
                <a16:creationId xmlns:a16="http://schemas.microsoft.com/office/drawing/2014/main" id="{415AA8DB-DA12-F75F-A530-F642CA7831C5}"/>
              </a:ext>
            </a:extLst>
          </p:cNvPr>
          <p:cNvSpPr>
            <a:spLocks noGrp="1"/>
          </p:cNvSpPr>
          <p:nvPr>
            <p:ph type="sldNum" sz="quarter" idx="5"/>
          </p:nvPr>
        </p:nvSpPr>
        <p:spPr/>
        <p:txBody>
          <a:bodyPr/>
          <a:lstStyle/>
          <a:p>
            <a:fld id="{8E556971-6A61-4E96-B3F0-2E6ACC9F9D62}" type="slidenum">
              <a:rPr lang="zh-CN" altLang="en-US" smtClean="0"/>
              <a:t>8</a:t>
            </a:fld>
            <a:endParaRPr lang="zh-CN" altLang="en-US"/>
          </a:p>
        </p:txBody>
      </p:sp>
    </p:spTree>
    <p:extLst>
      <p:ext uri="{BB962C8B-B14F-4D97-AF65-F5344CB8AC3E}">
        <p14:creationId xmlns:p14="http://schemas.microsoft.com/office/powerpoint/2010/main" val="339953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7CED-3446-079A-DEF7-0B3E48F88B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B4FD46-BB58-77C6-B7D7-17DF23E087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C047D9-8782-EA65-FBFF-CF7DD9DBDDE1}"/>
              </a:ext>
            </a:extLst>
          </p:cNvPr>
          <p:cNvSpPr>
            <a:spLocks noGrp="1"/>
          </p:cNvSpPr>
          <p:nvPr>
            <p:ph type="body" idx="1"/>
          </p:nvPr>
        </p:nvSpPr>
        <p:spPr/>
        <p:txBody>
          <a:bodyPr/>
          <a:lstStyle/>
          <a:p>
            <a:r>
              <a:rPr lang="zh-CN" altLang="en-US" b="0" i="0" dirty="0">
                <a:effectLst/>
                <a:latin typeface="Inter"/>
              </a:rPr>
              <a:t>多个数据流（</a:t>
            </a:r>
            <a:r>
              <a:rPr lang="en-US" altLang="zh-CN" dirty="0"/>
              <a:t>s_{</a:t>
            </a:r>
            <a:r>
              <a:rPr lang="en-US" altLang="zh-CN" dirty="0" err="1"/>
              <a:t>p,q</a:t>
            </a:r>
            <a:r>
              <a:rPr lang="en-US" altLang="zh-CN" dirty="0"/>
              <a:t>}</a:t>
            </a:r>
            <a:r>
              <a:rPr lang="zh-CN" altLang="en-US" b="0" i="0" dirty="0">
                <a:effectLst/>
                <a:latin typeface="Inter"/>
              </a:rPr>
              <a:t>）会同时经过同一个路由器，导致 “排队等待输出通道” 的延迟 </a:t>
            </a:r>
            <a:r>
              <a:rPr lang="en-US" altLang="zh-CN" b="0" i="0" dirty="0">
                <a:effectLst/>
                <a:latin typeface="Inter"/>
              </a:rPr>
              <a:t>—— </a:t>
            </a:r>
            <a:r>
              <a:rPr lang="zh-CN" altLang="en-US" b="0" i="0" dirty="0">
                <a:effectLst/>
                <a:latin typeface="Inter"/>
              </a:rPr>
              <a:t>这就是</a:t>
            </a:r>
            <a:r>
              <a:rPr lang="zh-CN" altLang="en-US" b="1" i="0" dirty="0">
                <a:solidFill>
                  <a:srgbClr val="000000"/>
                </a:solidFill>
                <a:effectLst/>
                <a:latin typeface="Inter"/>
              </a:rPr>
              <a:t>排队延迟</a:t>
            </a:r>
            <a:r>
              <a:rPr lang="zh-CN" altLang="en-US" b="0" i="0" dirty="0">
                <a:effectLst/>
                <a:latin typeface="Inter"/>
              </a:rPr>
              <a:t>，是总通信延迟的组成部分之一。路由器，多个通道争夺单个通道，所以路由器的平均排队时延如下</a:t>
            </a:r>
            <a:endParaRPr lang="en-US" altLang="zh-CN" b="0" i="0" dirty="0">
              <a:effectLst/>
              <a:latin typeface="Inter"/>
            </a:endParaRPr>
          </a:p>
          <a:p>
            <a:r>
              <a:rPr lang="zh-CN" altLang="en-US" dirty="0"/>
              <a:t>最短路径是通过递归使用贝尔曼方程获得的；</a:t>
            </a:r>
            <a:r>
              <a:rPr lang="en-US" altLang="zh-CN" dirty="0" err="1"/>
              <a:t>kp</a:t>
            </a:r>
            <a:r>
              <a:rPr lang="en-US" altLang="zh-CN" dirty="0"/>
              <a:t> </a:t>
            </a:r>
            <a:r>
              <a:rPr lang="zh-CN" altLang="en-US" dirty="0"/>
              <a:t>是路由器流水线阶段号，</a:t>
            </a:r>
            <a:r>
              <a:rPr lang="en-US" altLang="zh-CN" dirty="0"/>
              <a:t>l</a:t>
            </a:r>
            <a:r>
              <a:rPr lang="zh-CN" altLang="en-US" dirty="0"/>
              <a:t>（</a:t>
            </a:r>
            <a:r>
              <a:rPr lang="en-US" altLang="zh-CN" dirty="0"/>
              <a:t>M</a:t>
            </a:r>
            <a:r>
              <a:rPr lang="zh-CN" altLang="en-US" dirty="0"/>
              <a:t>（</a:t>
            </a:r>
            <a:r>
              <a:rPr lang="en-US" altLang="zh-CN" dirty="0"/>
              <a:t>vi</a:t>
            </a:r>
            <a:r>
              <a:rPr lang="zh-CN" altLang="en-US" dirty="0"/>
              <a:t>）， </a:t>
            </a:r>
            <a:r>
              <a:rPr lang="en-US" altLang="zh-CN" dirty="0"/>
              <a:t>M</a:t>
            </a:r>
            <a:r>
              <a:rPr lang="zh-CN" altLang="en-US" dirty="0"/>
              <a:t>（</a:t>
            </a:r>
            <a:r>
              <a:rPr lang="en-US" altLang="zh-CN" dirty="0" err="1"/>
              <a:t>vj</a:t>
            </a:r>
            <a:r>
              <a:rPr lang="zh-CN" altLang="en-US" dirty="0"/>
              <a:t>）） 是节点 </a:t>
            </a:r>
            <a:r>
              <a:rPr lang="en-US" altLang="zh-CN" dirty="0"/>
              <a:t>M</a:t>
            </a:r>
            <a:r>
              <a:rPr lang="zh-CN" altLang="en-US" dirty="0"/>
              <a:t>（</a:t>
            </a:r>
            <a:r>
              <a:rPr lang="en-US" altLang="zh-CN" dirty="0"/>
              <a:t>vi</a:t>
            </a:r>
            <a:r>
              <a:rPr lang="zh-CN" altLang="en-US" dirty="0"/>
              <a:t>） 到 </a:t>
            </a:r>
            <a:r>
              <a:rPr lang="en-US" altLang="zh-CN" dirty="0"/>
              <a:t>M</a:t>
            </a:r>
            <a:r>
              <a:rPr lang="zh-CN" altLang="en-US" dirty="0"/>
              <a:t>（</a:t>
            </a:r>
            <a:r>
              <a:rPr lang="en-US" altLang="zh-CN" dirty="0" err="1"/>
              <a:t>vj</a:t>
            </a:r>
            <a:r>
              <a:rPr lang="zh-CN" altLang="en-US" dirty="0"/>
              <a:t>） 的最短路径长度，即从 </a:t>
            </a:r>
            <a:r>
              <a:rPr lang="en-US" altLang="zh-CN" dirty="0"/>
              <a:t>ui1</a:t>
            </a:r>
            <a:r>
              <a:rPr lang="zh-CN" altLang="en-US" dirty="0"/>
              <a:t>，</a:t>
            </a:r>
            <a:r>
              <a:rPr lang="en-US" altLang="zh-CN" dirty="0"/>
              <a:t>j1 </a:t>
            </a:r>
            <a:r>
              <a:rPr lang="zh-CN" altLang="en-US" dirty="0"/>
              <a:t>到 </a:t>
            </a:r>
            <a:r>
              <a:rPr lang="en-US" altLang="zh-CN" dirty="0"/>
              <a:t>ui2</a:t>
            </a:r>
            <a:r>
              <a:rPr lang="zh-CN" altLang="en-US" dirty="0"/>
              <a:t>，</a:t>
            </a:r>
            <a:r>
              <a:rPr lang="en-US" altLang="zh-CN" dirty="0"/>
              <a:t>j2 </a:t>
            </a:r>
          </a:p>
          <a:p>
            <a:r>
              <a:rPr lang="zh-CN" altLang="en-US" b="0" i="0" dirty="0">
                <a:effectLst/>
                <a:latin typeface="Inter"/>
              </a:rPr>
              <a:t>核心（</a:t>
            </a:r>
            <a:r>
              <a:rPr lang="en-US" altLang="zh-CN" dirty="0"/>
              <a:t>u_{</a:t>
            </a:r>
            <a:r>
              <a:rPr lang="en-US" altLang="zh-CN" dirty="0" err="1"/>
              <a:t>i,j</a:t>
            </a:r>
            <a:r>
              <a:rPr lang="en-US" altLang="zh-CN" dirty="0"/>
              <a:t>}</a:t>
            </a:r>
            <a:r>
              <a:rPr lang="zh-CN" altLang="en-US" b="0" i="0" dirty="0">
                <a:effectLst/>
                <a:latin typeface="Inter"/>
              </a:rPr>
              <a:t>）之间通信需要经过路由器（</a:t>
            </a:r>
            <a:r>
              <a:rPr lang="en-US" altLang="zh-CN" dirty="0"/>
              <a:t>x_{</a:t>
            </a:r>
            <a:r>
              <a:rPr lang="en-US" altLang="zh-CN" dirty="0" err="1"/>
              <a:t>i,j</a:t>
            </a:r>
            <a:r>
              <a:rPr lang="en-US" altLang="zh-CN" dirty="0"/>
              <a:t>}</a:t>
            </a:r>
            <a:r>
              <a:rPr lang="zh-CN" altLang="en-US" b="0" i="0" dirty="0">
                <a:effectLst/>
                <a:latin typeface="Inter"/>
              </a:rPr>
              <a:t>）转发。</a:t>
            </a:r>
            <a:endParaRPr lang="en-US" altLang="zh-CN" b="0" i="0" dirty="0">
              <a:effectLst/>
              <a:latin typeface="Inter"/>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1" dirty="0" err="1">
                <a:solidFill>
                  <a:srgbClr val="000000"/>
                </a:solidFill>
                <a:effectLst/>
                <a:latin typeface="KaTeX_Math"/>
              </a:rPr>
              <a:t>kp</a:t>
            </a:r>
            <a:r>
              <a:rPr lang="zh-CN" altLang="en-US" b="0" i="0" dirty="0">
                <a:solidFill>
                  <a:srgbClr val="000000"/>
                </a:solidFill>
                <a:effectLst/>
                <a:latin typeface="KaTeX_Main"/>
              </a:rPr>
              <a:t>​</a:t>
            </a:r>
            <a:r>
              <a:rPr lang="zh-CN" altLang="en-US" b="0" i="0" dirty="0">
                <a:solidFill>
                  <a:srgbClr val="000000"/>
                </a:solidFill>
                <a:effectLst/>
                <a:latin typeface="Inter"/>
              </a:rPr>
              <a:t>：</a:t>
            </a:r>
            <a:r>
              <a:rPr lang="zh-CN" altLang="en-US" b="1" i="0" dirty="0">
                <a:solidFill>
                  <a:srgbClr val="000000"/>
                </a:solidFill>
                <a:effectLst/>
                <a:latin typeface="Inter"/>
              </a:rPr>
              <a:t>路由器的流水线级数</a:t>
            </a:r>
            <a:r>
              <a:rPr lang="zh-CN" altLang="en-US" b="0" i="0" dirty="0">
                <a:solidFill>
                  <a:srgbClr val="000000"/>
                </a:solidFill>
                <a:effectLst/>
                <a:latin typeface="Inter"/>
              </a:rPr>
              <a:t>（比如一个路由器有 “路由计算、交换仲裁、数据转发” 等 </a:t>
            </a:r>
            <a:r>
              <a:rPr lang="en-US" altLang="zh-CN" b="0" i="0" dirty="0">
                <a:solidFill>
                  <a:srgbClr val="000000"/>
                </a:solidFill>
                <a:effectLst/>
                <a:latin typeface="Inter"/>
              </a:rPr>
              <a:t>3 </a:t>
            </a:r>
            <a:r>
              <a:rPr lang="zh-CN" altLang="en-US" b="0" i="0" dirty="0">
                <a:solidFill>
                  <a:srgbClr val="000000"/>
                </a:solidFill>
                <a:effectLst/>
                <a:latin typeface="Inter"/>
              </a:rPr>
              <a:t>个流水线阶段，那 </a:t>
            </a:r>
            <a:r>
              <a:rPr lang="en-US" altLang="zh-CN" b="0" i="1" dirty="0" err="1">
                <a:solidFill>
                  <a:srgbClr val="000000"/>
                </a:solidFill>
                <a:effectLst/>
                <a:latin typeface="KaTeX_Math"/>
              </a:rPr>
              <a:t>kp</a:t>
            </a:r>
            <a:r>
              <a:rPr lang="zh-CN" altLang="en-US" b="0" i="0" dirty="0">
                <a:solidFill>
                  <a:srgbClr val="000000"/>
                </a:solidFill>
                <a:effectLst/>
                <a:latin typeface="KaTeX_Main"/>
              </a:rPr>
              <a:t>​</a:t>
            </a:r>
            <a:r>
              <a:rPr lang="en-US" altLang="zh-CN" b="0" i="0" dirty="0">
                <a:solidFill>
                  <a:srgbClr val="000000"/>
                </a:solidFill>
                <a:effectLst/>
                <a:latin typeface="KaTeX_Main"/>
              </a:rPr>
              <a:t>=3</a:t>
            </a:r>
            <a:r>
              <a:rPr lang="zh-CN" altLang="en-US" b="0" i="0" dirty="0">
                <a:solidFill>
                  <a:srgbClr val="000000"/>
                </a:solidFill>
                <a:effectLst/>
                <a:latin typeface="Inter"/>
              </a:rPr>
              <a:t>）。</a:t>
            </a:r>
          </a:p>
          <a:p>
            <a:r>
              <a:rPr lang="zh-CN" altLang="en-US" dirty="0"/>
              <a:t>每个路由器的延迟由流水线级数决定</a:t>
            </a:r>
            <a:endParaRPr lang="en-US" altLang="zh-CN" dirty="0"/>
          </a:p>
          <a:p>
            <a:pPr algn="l"/>
            <a:r>
              <a:rPr lang="zh-CN" altLang="en-US" b="0" i="0" dirty="0">
                <a:solidFill>
                  <a:srgbClr val="000000"/>
                </a:solidFill>
                <a:effectLst/>
                <a:latin typeface="Inter"/>
              </a:rPr>
              <a:t>假设路由器流水线级数 </a:t>
            </a:r>
            <a:r>
              <a:rPr lang="en-US" altLang="zh-CN" b="0" i="1" dirty="0" err="1">
                <a:solidFill>
                  <a:srgbClr val="000000"/>
                </a:solidFill>
                <a:effectLst/>
                <a:latin typeface="KaTeX_Math"/>
              </a:rPr>
              <a:t>kp</a:t>
            </a:r>
            <a:r>
              <a:rPr lang="zh-CN" altLang="en-US" b="0" i="0" dirty="0">
                <a:solidFill>
                  <a:srgbClr val="000000"/>
                </a:solidFill>
                <a:effectLst/>
                <a:latin typeface="KaTeX_Main"/>
              </a:rPr>
              <a:t>​</a:t>
            </a:r>
            <a:r>
              <a:rPr lang="en-US" altLang="zh-CN" b="0" i="0" dirty="0">
                <a:solidFill>
                  <a:srgbClr val="000000"/>
                </a:solidFill>
                <a:effectLst/>
                <a:latin typeface="KaTeX_Main"/>
              </a:rPr>
              <a:t>=2</a:t>
            </a:r>
            <a:r>
              <a:rPr lang="zh-CN" altLang="en-US" b="0" i="0" dirty="0">
                <a:solidFill>
                  <a:srgbClr val="000000"/>
                </a:solidFill>
                <a:effectLst/>
                <a:latin typeface="Inter"/>
              </a:rPr>
              <a:t>，从核心 </a:t>
            </a:r>
            <a:r>
              <a:rPr lang="en-US" altLang="zh-CN" b="0" i="1" dirty="0">
                <a:solidFill>
                  <a:srgbClr val="000000"/>
                </a:solidFill>
                <a:effectLst/>
                <a:latin typeface="KaTeX_Math"/>
              </a:rPr>
              <a:t>M</a:t>
            </a:r>
            <a:r>
              <a:rPr lang="en-US" altLang="zh-CN" b="0" i="0" dirty="0">
                <a:solidFill>
                  <a:srgbClr val="000000"/>
                </a:solidFill>
                <a:effectLst/>
                <a:latin typeface="KaTeX_Main"/>
              </a:rPr>
              <a:t>(</a:t>
            </a:r>
            <a:r>
              <a:rPr lang="en-US" altLang="zh-CN" b="0" i="1" dirty="0">
                <a:solidFill>
                  <a:srgbClr val="000000"/>
                </a:solidFill>
                <a:effectLst/>
                <a:latin typeface="KaTeX_Math"/>
              </a:rPr>
              <a:t>vi</a:t>
            </a:r>
            <a:r>
              <a:rPr lang="zh-CN" altLang="en-US" b="0" i="0" dirty="0">
                <a:solidFill>
                  <a:srgbClr val="000000"/>
                </a:solidFill>
                <a:effectLst/>
                <a:latin typeface="KaTeX_Main"/>
              </a:rPr>
              <a:t>​</a:t>
            </a:r>
            <a:r>
              <a:rPr lang="en-US" altLang="zh-CN" b="0" i="0" dirty="0">
                <a:solidFill>
                  <a:srgbClr val="000000"/>
                </a:solidFill>
                <a:effectLst/>
                <a:latin typeface="KaTeX_Main"/>
              </a:rPr>
              <a:t>)</a:t>
            </a:r>
            <a:r>
              <a:rPr lang="zh-CN" altLang="en-US" b="0" i="0" dirty="0">
                <a:solidFill>
                  <a:srgbClr val="000000"/>
                </a:solidFill>
                <a:effectLst/>
                <a:latin typeface="Inter"/>
              </a:rPr>
              <a:t> 到 </a:t>
            </a:r>
            <a:r>
              <a:rPr lang="en-US" altLang="zh-CN" b="0" i="1" dirty="0">
                <a:solidFill>
                  <a:srgbClr val="000000"/>
                </a:solidFill>
                <a:effectLst/>
                <a:latin typeface="KaTeX_Math"/>
              </a:rPr>
              <a:t>M</a:t>
            </a:r>
            <a:r>
              <a:rPr lang="en-US" altLang="zh-CN" b="0" i="0" dirty="0">
                <a:solidFill>
                  <a:srgbClr val="000000"/>
                </a:solidFill>
                <a:effectLst/>
                <a:latin typeface="KaTeX_Main"/>
              </a:rPr>
              <a:t>(</a:t>
            </a:r>
            <a:r>
              <a:rPr lang="en-US" altLang="zh-CN" b="0" i="1" dirty="0" err="1">
                <a:solidFill>
                  <a:srgbClr val="000000"/>
                </a:solidFill>
                <a:effectLst/>
                <a:latin typeface="KaTeX_Math"/>
              </a:rPr>
              <a:t>vj</a:t>
            </a:r>
            <a:r>
              <a:rPr lang="zh-CN" altLang="en-US" b="0" i="0" dirty="0">
                <a:solidFill>
                  <a:srgbClr val="000000"/>
                </a:solidFill>
                <a:effectLst/>
                <a:latin typeface="KaTeX_Main"/>
              </a:rPr>
              <a:t>​</a:t>
            </a:r>
            <a:r>
              <a:rPr lang="en-US" altLang="zh-CN" b="0" i="0" dirty="0">
                <a:solidFill>
                  <a:srgbClr val="000000"/>
                </a:solidFill>
                <a:effectLst/>
                <a:latin typeface="KaTeX_Main"/>
              </a:rPr>
              <a:t>)</a:t>
            </a:r>
            <a:r>
              <a:rPr lang="zh-CN" altLang="en-US" b="0" i="0" dirty="0">
                <a:solidFill>
                  <a:srgbClr val="000000"/>
                </a:solidFill>
                <a:effectLst/>
                <a:latin typeface="Inter"/>
              </a:rPr>
              <a:t> 的最短路径要经过 </a:t>
            </a:r>
            <a:r>
              <a:rPr lang="en-US" altLang="zh-CN" b="0" i="0" dirty="0">
                <a:solidFill>
                  <a:srgbClr val="000000"/>
                </a:solidFill>
                <a:effectLst/>
                <a:latin typeface="Inter"/>
              </a:rPr>
              <a:t>3 </a:t>
            </a:r>
            <a:r>
              <a:rPr lang="zh-CN" altLang="en-US" b="0" i="0" dirty="0">
                <a:solidFill>
                  <a:srgbClr val="000000"/>
                </a:solidFill>
                <a:effectLst/>
                <a:latin typeface="Inter"/>
              </a:rPr>
              <a:t>个路由器（即 </a:t>
            </a:r>
            <a:r>
              <a:rPr lang="en-US" altLang="zh-CN" b="0" i="1" dirty="0">
                <a:solidFill>
                  <a:srgbClr val="000000"/>
                </a:solidFill>
                <a:effectLst/>
                <a:latin typeface="KaTeX_Math"/>
              </a:rPr>
              <a:t>l</a:t>
            </a:r>
            <a:r>
              <a:rPr lang="en-US" altLang="zh-CN" b="0" i="0" dirty="0">
                <a:solidFill>
                  <a:srgbClr val="000000"/>
                </a:solidFill>
                <a:effectLst/>
                <a:latin typeface="KaTeX_Main"/>
              </a:rPr>
              <a:t>=3</a:t>
            </a:r>
            <a:r>
              <a:rPr lang="zh-CN" altLang="en-US" b="0" i="0" dirty="0">
                <a:solidFill>
                  <a:srgbClr val="000000"/>
                </a:solidFill>
                <a:effectLst/>
                <a:latin typeface="Inter"/>
              </a:rPr>
              <a:t>），那么头包延迟就是：</a:t>
            </a:r>
            <a:r>
              <a:rPr lang="en-US" altLang="zh-CN" b="0" i="1" dirty="0" err="1">
                <a:solidFill>
                  <a:srgbClr val="000000"/>
                </a:solidFill>
                <a:effectLst/>
                <a:latin typeface="KaTeX_Math"/>
              </a:rPr>
              <a:t>t</a:t>
            </a:r>
            <a:r>
              <a:rPr lang="en-US" altLang="zh-CN" b="0" i="0" dirty="0" err="1">
                <a:solidFill>
                  <a:srgbClr val="000000"/>
                </a:solidFill>
                <a:effectLst/>
                <a:latin typeface="KaTeX_Main"/>
              </a:rPr>
              <a:t>head</a:t>
            </a:r>
            <a:r>
              <a:rPr lang="en-US" altLang="zh-CN" b="0" i="0" dirty="0">
                <a:solidFill>
                  <a:srgbClr val="000000"/>
                </a:solidFill>
                <a:effectLst/>
                <a:latin typeface="KaTeX_Main"/>
              </a:rPr>
              <a:t>​=2×3=6</a:t>
            </a:r>
            <a:r>
              <a:rPr lang="zh-CN" altLang="en-US" b="0" i="0" dirty="0">
                <a:solidFill>
                  <a:srgbClr val="000000"/>
                </a:solidFill>
                <a:effectLst/>
                <a:latin typeface="Inter"/>
              </a:rPr>
              <a:t>（时钟周期）。</a:t>
            </a:r>
          </a:p>
          <a:p>
            <a:pPr algn="l"/>
            <a:r>
              <a:rPr lang="zh-CN" altLang="en-US" b="0" i="0" dirty="0">
                <a:solidFill>
                  <a:srgbClr val="000000"/>
                </a:solidFill>
                <a:effectLst/>
                <a:latin typeface="Inter"/>
              </a:rPr>
              <a:t>简单说：</a:t>
            </a:r>
            <a:r>
              <a:rPr lang="zh-CN" altLang="en-US" b="1" i="0" dirty="0">
                <a:solidFill>
                  <a:srgbClr val="000000"/>
                </a:solidFill>
                <a:effectLst/>
                <a:latin typeface="Inter"/>
              </a:rPr>
              <a:t>头包每经过一个路由器，就要消耗 “路由器流水线级数” 这么多时间；而整个路径要经过 “最短路径长度” 个路由器，所以总延迟是两者的乘积</a:t>
            </a:r>
            <a:r>
              <a:rPr lang="zh-CN" altLang="en-US" b="0" i="0" dirty="0">
                <a:solidFill>
                  <a:srgbClr val="000000"/>
                </a:solidFill>
                <a:effectLst/>
                <a:latin typeface="Inter"/>
              </a:rPr>
              <a:t>。</a:t>
            </a:r>
            <a:endParaRPr lang="en-US" altLang="zh-CN" b="0" i="0" dirty="0">
              <a:solidFill>
                <a:srgbClr val="000000"/>
              </a:solidFill>
              <a:effectLst/>
              <a:latin typeface="Inter"/>
            </a:endParaRPr>
          </a:p>
          <a:p>
            <a:pPr algn="l"/>
            <a:endParaRPr lang="en-US" altLang="zh-CN" b="0" i="0" dirty="0">
              <a:solidFill>
                <a:srgbClr val="000000"/>
              </a:solidFill>
              <a:effectLst/>
              <a:latin typeface="Inter"/>
            </a:endParaRPr>
          </a:p>
          <a:p>
            <a:pPr algn="l"/>
            <a:r>
              <a:rPr lang="zh-CN" altLang="en-US" b="0" i="0" dirty="0">
                <a:solidFill>
                  <a:srgbClr val="000000"/>
                </a:solidFill>
                <a:effectLst/>
                <a:latin typeface="Inter"/>
              </a:rPr>
              <a:t>贝尔曼方程是计算 “最短路径” 的核心数学工具，它把复杂的路径问题拆解为</a:t>
            </a:r>
            <a:r>
              <a:rPr lang="zh-CN" altLang="en-US" b="1" i="0" dirty="0">
                <a:solidFill>
                  <a:srgbClr val="000000"/>
                </a:solidFill>
                <a:effectLst/>
                <a:latin typeface="Inter"/>
              </a:rPr>
              <a:t>子问题的最优解</a:t>
            </a:r>
            <a:r>
              <a:rPr lang="zh-CN" altLang="en-US" b="0" i="0" dirty="0">
                <a:solidFill>
                  <a:srgbClr val="000000"/>
                </a:solidFill>
                <a:effectLst/>
                <a:latin typeface="Inter"/>
              </a:rPr>
              <a:t>（即 “最优子结构”），核心逻辑是：</a:t>
            </a:r>
            <a:r>
              <a:rPr lang="zh-CN" altLang="en-US" b="1" i="0" dirty="0">
                <a:solidFill>
                  <a:srgbClr val="000000"/>
                </a:solidFill>
                <a:effectLst/>
                <a:latin typeface="Inter"/>
              </a:rPr>
              <a:t>从 </a:t>
            </a:r>
            <a:r>
              <a:rPr lang="en-US" altLang="zh-CN" b="1" i="0" dirty="0">
                <a:solidFill>
                  <a:srgbClr val="000000"/>
                </a:solidFill>
                <a:effectLst/>
                <a:latin typeface="Inter"/>
              </a:rPr>
              <a:t>A </a:t>
            </a:r>
            <a:r>
              <a:rPr lang="zh-CN" altLang="en-US" b="1" i="0" dirty="0">
                <a:solidFill>
                  <a:srgbClr val="000000"/>
                </a:solidFill>
                <a:effectLst/>
                <a:latin typeface="Inter"/>
              </a:rPr>
              <a:t>到 </a:t>
            </a:r>
            <a:r>
              <a:rPr lang="en-US" altLang="zh-CN" b="1" i="0" dirty="0">
                <a:solidFill>
                  <a:srgbClr val="000000"/>
                </a:solidFill>
                <a:effectLst/>
                <a:latin typeface="Inter"/>
              </a:rPr>
              <a:t>B </a:t>
            </a:r>
            <a:r>
              <a:rPr lang="zh-CN" altLang="en-US" b="1" i="0" dirty="0">
                <a:solidFill>
                  <a:srgbClr val="000000"/>
                </a:solidFill>
                <a:effectLst/>
                <a:latin typeface="Inter"/>
              </a:rPr>
              <a:t>的最短路径 </a:t>
            </a:r>
            <a:r>
              <a:rPr lang="en-US" altLang="zh-CN" b="1" i="0" dirty="0">
                <a:solidFill>
                  <a:srgbClr val="000000"/>
                </a:solidFill>
                <a:effectLst/>
                <a:latin typeface="Inter"/>
              </a:rPr>
              <a:t>= </a:t>
            </a:r>
            <a:r>
              <a:rPr lang="zh-CN" altLang="en-US" b="1" i="0" dirty="0">
                <a:solidFill>
                  <a:srgbClr val="000000"/>
                </a:solidFill>
                <a:effectLst/>
                <a:latin typeface="Inter"/>
              </a:rPr>
              <a:t>从 </a:t>
            </a:r>
            <a:r>
              <a:rPr lang="en-US" altLang="zh-CN" b="1" i="0" dirty="0">
                <a:solidFill>
                  <a:srgbClr val="000000"/>
                </a:solidFill>
                <a:effectLst/>
                <a:latin typeface="Inter"/>
              </a:rPr>
              <a:t>A </a:t>
            </a:r>
            <a:r>
              <a:rPr lang="zh-CN" altLang="en-US" b="1" i="0" dirty="0">
                <a:solidFill>
                  <a:srgbClr val="000000"/>
                </a:solidFill>
                <a:effectLst/>
                <a:latin typeface="Inter"/>
              </a:rPr>
              <a:t>到中间节点 </a:t>
            </a:r>
            <a:r>
              <a:rPr lang="en-US" altLang="zh-CN" b="1" i="0" dirty="0">
                <a:solidFill>
                  <a:srgbClr val="000000"/>
                </a:solidFill>
                <a:effectLst/>
                <a:latin typeface="Inter"/>
              </a:rPr>
              <a:t>C </a:t>
            </a:r>
            <a:r>
              <a:rPr lang="zh-CN" altLang="en-US" b="1" i="0" dirty="0">
                <a:solidFill>
                  <a:srgbClr val="000000"/>
                </a:solidFill>
                <a:effectLst/>
                <a:latin typeface="Inter"/>
              </a:rPr>
              <a:t>的最短路径 </a:t>
            </a:r>
            <a:r>
              <a:rPr lang="en-US" altLang="zh-CN" b="1" i="0" dirty="0">
                <a:solidFill>
                  <a:srgbClr val="000000"/>
                </a:solidFill>
                <a:effectLst/>
                <a:latin typeface="Inter"/>
              </a:rPr>
              <a:t>+ C </a:t>
            </a:r>
            <a:r>
              <a:rPr lang="zh-CN" altLang="en-US" b="1" i="0" dirty="0">
                <a:solidFill>
                  <a:srgbClr val="000000"/>
                </a:solidFill>
                <a:effectLst/>
                <a:latin typeface="Inter"/>
              </a:rPr>
              <a:t>到 </a:t>
            </a:r>
            <a:r>
              <a:rPr lang="en-US" altLang="zh-CN" b="1" i="0" dirty="0">
                <a:solidFill>
                  <a:srgbClr val="000000"/>
                </a:solidFill>
                <a:effectLst/>
                <a:latin typeface="Inter"/>
              </a:rPr>
              <a:t>B </a:t>
            </a:r>
            <a:r>
              <a:rPr lang="zh-CN" altLang="en-US" b="1" i="0" dirty="0">
                <a:solidFill>
                  <a:srgbClr val="000000"/>
                </a:solidFill>
                <a:effectLst/>
                <a:latin typeface="Inter"/>
              </a:rPr>
              <a:t>的直接边权</a:t>
            </a:r>
            <a:r>
              <a:rPr lang="zh-CN" altLang="en-US" b="0" i="0" dirty="0">
                <a:solidFill>
                  <a:srgbClr val="000000"/>
                </a:solidFill>
                <a:effectLst/>
                <a:latin typeface="Inter"/>
              </a:rPr>
              <a:t>。</a:t>
            </a:r>
          </a:p>
          <a:p>
            <a:pPr algn="l"/>
            <a:r>
              <a:rPr lang="zh-CN" altLang="en-US" b="1" i="0" dirty="0">
                <a:solidFill>
                  <a:srgbClr val="000000"/>
                </a:solidFill>
                <a:effectLst/>
                <a:latin typeface="Inter"/>
              </a:rPr>
              <a:t>一、贝尔曼方程的核心形式</a:t>
            </a:r>
          </a:p>
          <a:p>
            <a:pPr algn="l"/>
            <a:r>
              <a:rPr lang="zh-CN" altLang="en-US" b="0" i="0" dirty="0">
                <a:solidFill>
                  <a:srgbClr val="000000"/>
                </a:solidFill>
                <a:effectLst/>
                <a:latin typeface="Inter"/>
              </a:rPr>
              <a:t>对于图中的任意节点 </a:t>
            </a:r>
            <a:r>
              <a:rPr lang="en-US" altLang="zh-CN" b="0" i="1" dirty="0">
                <a:solidFill>
                  <a:srgbClr val="000000"/>
                </a:solidFill>
                <a:effectLst/>
                <a:latin typeface="KaTeX_Math"/>
              </a:rPr>
              <a:t>u</a:t>
            </a:r>
            <a:r>
              <a:rPr lang="zh-CN" altLang="en-US" b="0" i="0" dirty="0">
                <a:solidFill>
                  <a:srgbClr val="000000"/>
                </a:solidFill>
                <a:effectLst/>
                <a:latin typeface="Inter"/>
              </a:rPr>
              <a:t> 到目标节点 </a:t>
            </a:r>
            <a:r>
              <a:rPr lang="en-US" altLang="zh-CN" b="0" i="1" dirty="0">
                <a:solidFill>
                  <a:srgbClr val="000000"/>
                </a:solidFill>
                <a:effectLst/>
                <a:latin typeface="KaTeX_Math"/>
              </a:rPr>
              <a:t>v</a:t>
            </a:r>
            <a:r>
              <a:rPr lang="zh-CN" altLang="en-US" b="0" i="0" dirty="0">
                <a:solidFill>
                  <a:srgbClr val="000000"/>
                </a:solidFill>
                <a:effectLst/>
                <a:latin typeface="Inter"/>
              </a:rPr>
              <a:t>，最短路径长度 </a:t>
            </a:r>
            <a:r>
              <a:rPr lang="en-US" altLang="zh-CN" b="0" i="1" dirty="0">
                <a:solidFill>
                  <a:srgbClr val="000000"/>
                </a:solidFill>
                <a:effectLst/>
                <a:latin typeface="KaTeX_Math"/>
              </a:rPr>
              <a:t>d</a:t>
            </a:r>
            <a:r>
              <a:rPr lang="en-US" altLang="zh-CN" b="0" i="0" dirty="0">
                <a:solidFill>
                  <a:srgbClr val="000000"/>
                </a:solidFill>
                <a:effectLst/>
                <a:latin typeface="KaTeX_Main"/>
              </a:rPr>
              <a:t>(</a:t>
            </a:r>
            <a:r>
              <a:rPr lang="en-US" altLang="zh-CN" b="0" i="1" dirty="0" err="1">
                <a:solidFill>
                  <a:srgbClr val="000000"/>
                </a:solidFill>
                <a:effectLst/>
                <a:latin typeface="KaTeX_Math"/>
              </a:rPr>
              <a:t>u</a:t>
            </a:r>
            <a:r>
              <a:rPr lang="en-US" altLang="zh-CN" b="0" i="0" dirty="0" err="1">
                <a:solidFill>
                  <a:srgbClr val="000000"/>
                </a:solidFill>
                <a:effectLst/>
                <a:latin typeface="KaTeX_Main"/>
              </a:rPr>
              <a:t>,</a:t>
            </a:r>
            <a:r>
              <a:rPr lang="en-US" altLang="zh-CN" b="0" i="1" dirty="0" err="1">
                <a:solidFill>
                  <a:srgbClr val="000000"/>
                </a:solidFill>
                <a:effectLst/>
                <a:latin typeface="KaTeX_Math"/>
              </a:rPr>
              <a:t>v</a:t>
            </a:r>
            <a:r>
              <a:rPr lang="en-US" altLang="zh-CN" b="0" i="0" dirty="0">
                <a:solidFill>
                  <a:srgbClr val="000000"/>
                </a:solidFill>
                <a:effectLst/>
                <a:latin typeface="KaTeX_Main"/>
              </a:rPr>
              <a:t>)</a:t>
            </a:r>
            <a:r>
              <a:rPr lang="zh-CN" altLang="en-US" b="0" i="0" dirty="0">
                <a:solidFill>
                  <a:srgbClr val="000000"/>
                </a:solidFill>
                <a:effectLst/>
                <a:latin typeface="Inter"/>
              </a:rPr>
              <a:t> 满足：</a:t>
            </a:r>
            <a:r>
              <a:rPr lang="en-US" altLang="zh-CN" b="0" i="1" dirty="0">
                <a:solidFill>
                  <a:srgbClr val="000000"/>
                </a:solidFill>
                <a:effectLst/>
                <a:latin typeface="KaTeX_Math"/>
              </a:rPr>
              <a:t>d</a:t>
            </a:r>
            <a:r>
              <a:rPr lang="en-US" altLang="zh-CN" b="0" i="0" dirty="0">
                <a:solidFill>
                  <a:srgbClr val="000000"/>
                </a:solidFill>
                <a:effectLst/>
                <a:latin typeface="KaTeX_Main"/>
              </a:rPr>
              <a:t>(</a:t>
            </a:r>
            <a:r>
              <a:rPr lang="en-US" altLang="zh-CN" b="0" i="1" dirty="0" err="1">
                <a:solidFill>
                  <a:srgbClr val="000000"/>
                </a:solidFill>
                <a:effectLst/>
                <a:latin typeface="KaTeX_Math"/>
              </a:rPr>
              <a:t>u</a:t>
            </a:r>
            <a:r>
              <a:rPr lang="en-US" altLang="zh-CN" b="0" i="0" dirty="0" err="1">
                <a:solidFill>
                  <a:srgbClr val="000000"/>
                </a:solidFill>
                <a:effectLst/>
                <a:latin typeface="KaTeX_Main"/>
              </a:rPr>
              <a:t>,</a:t>
            </a:r>
            <a:r>
              <a:rPr lang="en-US" altLang="zh-CN" b="0" i="1" dirty="0" err="1">
                <a:solidFill>
                  <a:srgbClr val="000000"/>
                </a:solidFill>
                <a:effectLst/>
                <a:latin typeface="KaTeX_Math"/>
              </a:rPr>
              <a:t>v</a:t>
            </a:r>
            <a:r>
              <a:rPr lang="en-US" altLang="zh-CN" b="0" i="0" dirty="0">
                <a:solidFill>
                  <a:srgbClr val="000000"/>
                </a:solidFill>
                <a:effectLst/>
                <a:latin typeface="KaTeX_Main"/>
              </a:rPr>
              <a:t>)=</a:t>
            </a:r>
            <a:r>
              <a:rPr lang="en-US" altLang="zh-CN" b="0" i="0" dirty="0" err="1">
                <a:solidFill>
                  <a:srgbClr val="000000"/>
                </a:solidFill>
                <a:effectLst/>
                <a:latin typeface="KaTeX_Main"/>
              </a:rPr>
              <a:t>min</a:t>
            </a:r>
            <a:r>
              <a:rPr lang="en-US" altLang="zh-CN" b="0" i="1" dirty="0" err="1">
                <a:solidFill>
                  <a:srgbClr val="000000"/>
                </a:solidFill>
                <a:effectLst/>
                <a:latin typeface="KaTeX_Math"/>
              </a:rPr>
              <a:t>w</a:t>
            </a:r>
            <a:r>
              <a:rPr lang="zh-CN" altLang="en-US" b="0" i="0" dirty="0">
                <a:solidFill>
                  <a:srgbClr val="000000"/>
                </a:solidFill>
                <a:effectLst/>
                <a:latin typeface="KaTeX_Main"/>
              </a:rPr>
              <a:t>∈邻居</a:t>
            </a:r>
            <a:r>
              <a:rPr lang="en-US" altLang="zh-CN" b="0" i="0" dirty="0">
                <a:solidFill>
                  <a:srgbClr val="000000"/>
                </a:solidFill>
                <a:effectLst/>
                <a:latin typeface="KaTeX_Main"/>
              </a:rPr>
              <a:t>(</a:t>
            </a:r>
            <a:r>
              <a:rPr lang="en-US" altLang="zh-CN" b="0" i="1" dirty="0">
                <a:solidFill>
                  <a:srgbClr val="000000"/>
                </a:solidFill>
                <a:effectLst/>
                <a:latin typeface="KaTeX_Math"/>
              </a:rPr>
              <a:t>u</a:t>
            </a:r>
            <a:r>
              <a:rPr lang="en-US" altLang="zh-CN" b="0" i="0" dirty="0">
                <a:solidFill>
                  <a:srgbClr val="000000"/>
                </a:solidFill>
                <a:effectLst/>
                <a:latin typeface="KaTeX_Main"/>
              </a:rPr>
              <a:t>)​{</a:t>
            </a:r>
            <a:r>
              <a:rPr lang="zh-CN" altLang="en-US" b="0" i="0" dirty="0">
                <a:solidFill>
                  <a:srgbClr val="000000"/>
                </a:solidFill>
                <a:effectLst/>
                <a:latin typeface="KaTeX_Main"/>
              </a:rPr>
              <a:t>边权</a:t>
            </a:r>
            <a:r>
              <a:rPr lang="en-US" altLang="zh-CN" b="0" i="0" dirty="0">
                <a:solidFill>
                  <a:srgbClr val="000000"/>
                </a:solidFill>
                <a:effectLst/>
                <a:latin typeface="KaTeX_Main"/>
              </a:rPr>
              <a:t>(</a:t>
            </a:r>
            <a:r>
              <a:rPr lang="en-US" altLang="zh-CN" b="0" i="1" dirty="0" err="1">
                <a:solidFill>
                  <a:srgbClr val="000000"/>
                </a:solidFill>
                <a:effectLst/>
                <a:latin typeface="KaTeX_Math"/>
              </a:rPr>
              <a:t>u</a:t>
            </a:r>
            <a:r>
              <a:rPr lang="en-US" altLang="zh-CN" b="0" i="0" dirty="0" err="1">
                <a:solidFill>
                  <a:srgbClr val="000000"/>
                </a:solidFill>
                <a:effectLst/>
                <a:latin typeface="KaTeX_Main"/>
              </a:rPr>
              <a:t>,</a:t>
            </a:r>
            <a:r>
              <a:rPr lang="en-US" altLang="zh-CN" b="0" i="1" dirty="0" err="1">
                <a:solidFill>
                  <a:srgbClr val="000000"/>
                </a:solidFill>
                <a:effectLst/>
                <a:latin typeface="KaTeX_Math"/>
              </a:rPr>
              <a:t>w</a:t>
            </a:r>
            <a:r>
              <a:rPr lang="en-US" altLang="zh-CN" b="0" i="0" dirty="0">
                <a:solidFill>
                  <a:srgbClr val="000000"/>
                </a:solidFill>
                <a:effectLst/>
                <a:latin typeface="KaTeX_Main"/>
              </a:rPr>
              <a:t>)+</a:t>
            </a:r>
            <a:r>
              <a:rPr lang="en-US" altLang="zh-CN" b="0" i="1" dirty="0">
                <a:solidFill>
                  <a:srgbClr val="000000"/>
                </a:solidFill>
                <a:effectLst/>
                <a:latin typeface="KaTeX_Math"/>
              </a:rPr>
              <a:t>d</a:t>
            </a:r>
            <a:r>
              <a:rPr lang="en-US" altLang="zh-CN" b="0" i="0" dirty="0">
                <a:solidFill>
                  <a:srgbClr val="000000"/>
                </a:solidFill>
                <a:effectLst/>
                <a:latin typeface="KaTeX_Main"/>
              </a:rPr>
              <a:t>(</a:t>
            </a:r>
            <a:r>
              <a:rPr lang="en-US" altLang="zh-CN" b="0" i="1" dirty="0" err="1">
                <a:solidFill>
                  <a:srgbClr val="000000"/>
                </a:solidFill>
                <a:effectLst/>
                <a:latin typeface="KaTeX_Math"/>
              </a:rPr>
              <a:t>w</a:t>
            </a:r>
            <a:r>
              <a:rPr lang="en-US" altLang="zh-CN" b="0" i="0" dirty="0" err="1">
                <a:solidFill>
                  <a:srgbClr val="000000"/>
                </a:solidFill>
                <a:effectLst/>
                <a:latin typeface="KaTeX_Main"/>
              </a:rPr>
              <a:t>,</a:t>
            </a:r>
            <a:r>
              <a:rPr lang="en-US" altLang="zh-CN" b="0" i="1" dirty="0" err="1">
                <a:solidFill>
                  <a:srgbClr val="000000"/>
                </a:solidFill>
                <a:effectLst/>
                <a:latin typeface="KaTeX_Math"/>
              </a:rPr>
              <a:t>v</a:t>
            </a:r>
            <a:r>
              <a:rPr lang="en-US" altLang="zh-CN" b="0" i="0" dirty="0">
                <a:solidFill>
                  <a:srgbClr val="000000"/>
                </a:solidFill>
                <a:effectLst/>
                <a:latin typeface="KaTeX_Main"/>
              </a:rPr>
              <a:t>)}</a:t>
            </a:r>
            <a:endParaRPr lang="zh-CN" altLang="en-US" b="0" i="0" dirty="0">
              <a:solidFill>
                <a:srgbClr val="000000"/>
              </a:solidFill>
              <a:effectLst/>
              <a:latin typeface="Inter"/>
            </a:endParaRPr>
          </a:p>
          <a:p>
            <a:pPr algn="l"/>
            <a:endParaRPr lang="zh-CN" altLang="en-US" b="0" i="0" dirty="0">
              <a:solidFill>
                <a:srgbClr val="000000"/>
              </a:solidFill>
              <a:effectLst/>
              <a:latin typeface="Inter"/>
            </a:endParaRPr>
          </a:p>
          <a:p>
            <a:endParaRPr lang="en-US" altLang="zh-CN" dirty="0"/>
          </a:p>
        </p:txBody>
      </p:sp>
      <p:sp>
        <p:nvSpPr>
          <p:cNvPr id="4" name="灯片编号占位符 3">
            <a:extLst>
              <a:ext uri="{FF2B5EF4-FFF2-40B4-BE49-F238E27FC236}">
                <a16:creationId xmlns:a16="http://schemas.microsoft.com/office/drawing/2014/main" id="{415AA8DB-DA12-F75F-A530-F642CA7831C5}"/>
              </a:ext>
            </a:extLst>
          </p:cNvPr>
          <p:cNvSpPr>
            <a:spLocks noGrp="1"/>
          </p:cNvSpPr>
          <p:nvPr>
            <p:ph type="sldNum" sz="quarter" idx="5"/>
          </p:nvPr>
        </p:nvSpPr>
        <p:spPr/>
        <p:txBody>
          <a:bodyPr/>
          <a:lstStyle/>
          <a:p>
            <a:fld id="{8E556971-6A61-4E96-B3F0-2E6ACC9F9D62}" type="slidenum">
              <a:rPr lang="zh-CN" altLang="en-US" smtClean="0"/>
              <a:t>9</a:t>
            </a:fld>
            <a:endParaRPr lang="zh-CN" altLang="en-US"/>
          </a:p>
        </p:txBody>
      </p:sp>
    </p:spTree>
    <p:extLst>
      <p:ext uri="{BB962C8B-B14F-4D97-AF65-F5344CB8AC3E}">
        <p14:creationId xmlns:p14="http://schemas.microsoft.com/office/powerpoint/2010/main" val="4060925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7CED-3446-079A-DEF7-0B3E48F88B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B4FD46-BB58-77C6-B7D7-17DF23E087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C047D9-8782-EA65-FBFF-CF7DD9DBDDE1}"/>
              </a:ext>
            </a:extLst>
          </p:cNvPr>
          <p:cNvSpPr>
            <a:spLocks noGrp="1"/>
          </p:cNvSpPr>
          <p:nvPr>
            <p:ph type="body" idx="1"/>
          </p:nvPr>
        </p:nvSpPr>
        <p:spPr/>
        <p:txBody>
          <a:bodyPr/>
          <a:lstStyle/>
          <a:p>
            <a:r>
              <a:rPr lang="zh-CN" altLang="en-US" dirty="0"/>
              <a:t>最短路径是通过递归使用贝尔曼方程获得的；</a:t>
            </a:r>
            <a:r>
              <a:rPr lang="en-US" altLang="zh-CN" dirty="0" err="1"/>
              <a:t>kp</a:t>
            </a:r>
            <a:r>
              <a:rPr lang="en-US" altLang="zh-CN" dirty="0"/>
              <a:t> </a:t>
            </a:r>
            <a:r>
              <a:rPr lang="zh-CN" altLang="en-US" dirty="0"/>
              <a:t>是路由器流水线阶段号，</a:t>
            </a:r>
            <a:r>
              <a:rPr lang="en-US" altLang="zh-CN" dirty="0"/>
              <a:t>l</a:t>
            </a:r>
            <a:r>
              <a:rPr lang="zh-CN" altLang="en-US" dirty="0"/>
              <a:t>（</a:t>
            </a:r>
            <a:r>
              <a:rPr lang="en-US" altLang="zh-CN" dirty="0"/>
              <a:t>M</a:t>
            </a:r>
            <a:r>
              <a:rPr lang="zh-CN" altLang="en-US" dirty="0"/>
              <a:t>（</a:t>
            </a:r>
            <a:r>
              <a:rPr lang="en-US" altLang="zh-CN" dirty="0"/>
              <a:t>vi</a:t>
            </a:r>
            <a:r>
              <a:rPr lang="zh-CN" altLang="en-US" dirty="0"/>
              <a:t>）， </a:t>
            </a:r>
            <a:r>
              <a:rPr lang="en-US" altLang="zh-CN" dirty="0"/>
              <a:t>M</a:t>
            </a:r>
            <a:r>
              <a:rPr lang="zh-CN" altLang="en-US" dirty="0"/>
              <a:t>（</a:t>
            </a:r>
            <a:r>
              <a:rPr lang="en-US" altLang="zh-CN" dirty="0" err="1"/>
              <a:t>vj</a:t>
            </a:r>
            <a:r>
              <a:rPr lang="zh-CN" altLang="en-US" dirty="0"/>
              <a:t>）） 是节点 </a:t>
            </a:r>
            <a:r>
              <a:rPr lang="en-US" altLang="zh-CN" dirty="0"/>
              <a:t>M</a:t>
            </a:r>
            <a:r>
              <a:rPr lang="zh-CN" altLang="en-US" dirty="0"/>
              <a:t>（</a:t>
            </a:r>
            <a:r>
              <a:rPr lang="en-US" altLang="zh-CN" dirty="0"/>
              <a:t>vi</a:t>
            </a:r>
            <a:r>
              <a:rPr lang="zh-CN" altLang="en-US" dirty="0"/>
              <a:t>） 到 </a:t>
            </a:r>
            <a:r>
              <a:rPr lang="en-US" altLang="zh-CN" dirty="0"/>
              <a:t>M</a:t>
            </a:r>
            <a:r>
              <a:rPr lang="zh-CN" altLang="en-US" dirty="0"/>
              <a:t>（</a:t>
            </a:r>
            <a:r>
              <a:rPr lang="en-US" altLang="zh-CN" dirty="0" err="1"/>
              <a:t>vj</a:t>
            </a:r>
            <a:r>
              <a:rPr lang="zh-CN" altLang="en-US" dirty="0"/>
              <a:t>） 的最短路径长度，即从 </a:t>
            </a:r>
            <a:r>
              <a:rPr lang="en-US" altLang="zh-CN" dirty="0"/>
              <a:t>ui1</a:t>
            </a:r>
            <a:r>
              <a:rPr lang="zh-CN" altLang="en-US" dirty="0"/>
              <a:t>，</a:t>
            </a:r>
            <a:r>
              <a:rPr lang="en-US" altLang="zh-CN" dirty="0"/>
              <a:t>j1 </a:t>
            </a:r>
            <a:r>
              <a:rPr lang="zh-CN" altLang="en-US" dirty="0"/>
              <a:t>到 </a:t>
            </a:r>
            <a:r>
              <a:rPr lang="en-US" altLang="zh-CN" dirty="0"/>
              <a:t>ui2</a:t>
            </a:r>
            <a:r>
              <a:rPr lang="zh-CN" altLang="en-US" dirty="0"/>
              <a:t>，</a:t>
            </a:r>
            <a:r>
              <a:rPr lang="en-US" altLang="zh-CN" dirty="0"/>
              <a:t>j2 </a:t>
            </a:r>
          </a:p>
          <a:p>
            <a:r>
              <a:rPr lang="zh-CN" altLang="en-US" b="0" i="0" dirty="0">
                <a:effectLst/>
                <a:latin typeface="Inter"/>
              </a:rPr>
              <a:t>核心（</a:t>
            </a:r>
            <a:r>
              <a:rPr lang="en-US" altLang="zh-CN" dirty="0"/>
              <a:t>u_{</a:t>
            </a:r>
            <a:r>
              <a:rPr lang="en-US" altLang="zh-CN" dirty="0" err="1"/>
              <a:t>i,j</a:t>
            </a:r>
            <a:r>
              <a:rPr lang="en-US" altLang="zh-CN" dirty="0"/>
              <a:t>}</a:t>
            </a:r>
            <a:r>
              <a:rPr lang="zh-CN" altLang="en-US" b="0" i="0" dirty="0">
                <a:effectLst/>
                <a:latin typeface="Inter"/>
              </a:rPr>
              <a:t>）之间通信需要经过路由器（</a:t>
            </a:r>
            <a:r>
              <a:rPr lang="en-US" altLang="zh-CN" dirty="0"/>
              <a:t>x_{</a:t>
            </a:r>
            <a:r>
              <a:rPr lang="en-US" altLang="zh-CN" dirty="0" err="1"/>
              <a:t>i,j</a:t>
            </a:r>
            <a:r>
              <a:rPr lang="en-US" altLang="zh-CN" dirty="0"/>
              <a:t>}</a:t>
            </a:r>
            <a:r>
              <a:rPr lang="zh-CN" altLang="en-US" b="0" i="0" dirty="0">
                <a:effectLst/>
                <a:latin typeface="Inter"/>
              </a:rPr>
              <a:t>）转发。多个数据流（</a:t>
            </a:r>
            <a:r>
              <a:rPr lang="en-US" altLang="zh-CN" dirty="0"/>
              <a:t>s_{</a:t>
            </a:r>
            <a:r>
              <a:rPr lang="en-US" altLang="zh-CN" dirty="0" err="1"/>
              <a:t>p,q</a:t>
            </a:r>
            <a:r>
              <a:rPr lang="en-US" altLang="zh-CN" dirty="0"/>
              <a:t>}</a:t>
            </a:r>
            <a:r>
              <a:rPr lang="zh-CN" altLang="en-US" b="0" i="0" dirty="0">
                <a:effectLst/>
                <a:latin typeface="Inter"/>
              </a:rPr>
              <a:t>）会同时经过同一个路由器，导致 “排队等待输出通道” 的延迟 </a:t>
            </a:r>
            <a:r>
              <a:rPr lang="en-US" altLang="zh-CN" b="0" i="0" dirty="0">
                <a:effectLst/>
                <a:latin typeface="Inter"/>
              </a:rPr>
              <a:t>—— </a:t>
            </a:r>
            <a:r>
              <a:rPr lang="zh-CN" altLang="en-US" b="0" i="0" dirty="0">
                <a:effectLst/>
                <a:latin typeface="Inter"/>
              </a:rPr>
              <a:t>这就是</a:t>
            </a:r>
            <a:r>
              <a:rPr lang="zh-CN" altLang="en-US" b="1" i="0" dirty="0">
                <a:solidFill>
                  <a:srgbClr val="000000"/>
                </a:solidFill>
                <a:effectLst/>
                <a:latin typeface="Inter"/>
              </a:rPr>
              <a:t>排队延迟</a:t>
            </a:r>
            <a:r>
              <a:rPr lang="zh-CN" altLang="en-US" b="0" i="0" dirty="0">
                <a:effectLst/>
                <a:latin typeface="Inter"/>
              </a:rPr>
              <a:t>，是总通信延迟的组成部分之一。路由器，多个通道争夺单个通道，所以路由器的平均排队时延如下：</a:t>
            </a:r>
            <a:endParaRPr lang="en-US" altLang="zh-CN" b="0" i="0" dirty="0">
              <a:effectLst/>
              <a:latin typeface="Inter"/>
            </a:endParaRPr>
          </a:p>
          <a:p>
            <a:endParaRPr lang="en-US" altLang="zh-CN" b="0" i="0" dirty="0">
              <a:effectLst/>
              <a:latin typeface="Inter"/>
            </a:endParaRPr>
          </a:p>
          <a:p>
            <a:pPr algn="l">
              <a:buFont typeface="Arial" panose="020B0604020202020204" pitchFamily="34" charset="0"/>
              <a:buChar char="•"/>
            </a:pPr>
            <a:r>
              <a:rPr lang="en-US" altLang="zh-CN" b="0" i="0" dirty="0" err="1">
                <a:solidFill>
                  <a:srgbClr val="000000"/>
                </a:solidFill>
                <a:effectLst/>
                <a:latin typeface="Inter"/>
              </a:rPr>
              <a:t>ρ^x</a:t>
            </a:r>
            <a:r>
              <a:rPr lang="en-US" altLang="zh-CN" b="0" i="0" dirty="0">
                <a:solidFill>
                  <a:srgbClr val="000000"/>
                </a:solidFill>
                <a:effectLst/>
                <a:latin typeface="Inter"/>
              </a:rPr>
              <a:t>_{β}</a:t>
            </a:r>
            <a:r>
              <a:rPr lang="zh-CN" altLang="en-US" b="0" i="0" dirty="0">
                <a:solidFill>
                  <a:srgbClr val="000000"/>
                </a:solidFill>
                <a:effectLst/>
                <a:latin typeface="Inter"/>
              </a:rPr>
              <a:t>：输出通道</a:t>
            </a:r>
            <a:r>
              <a:rPr lang="en-US" altLang="zh-CN" b="0" i="0" dirty="0">
                <a:solidFill>
                  <a:srgbClr val="000000"/>
                </a:solidFill>
                <a:effectLst/>
                <a:latin typeface="Inter"/>
              </a:rPr>
              <a:t>β</a:t>
            </a:r>
            <a:r>
              <a:rPr lang="zh-CN" altLang="en-US" b="0" i="0" dirty="0">
                <a:solidFill>
                  <a:srgbClr val="000000"/>
                </a:solidFill>
                <a:effectLst/>
                <a:latin typeface="Inter"/>
              </a:rPr>
              <a:t>的</a:t>
            </a:r>
            <a:r>
              <a:rPr lang="zh-CN" altLang="en-US" b="1" i="0" dirty="0">
                <a:solidFill>
                  <a:srgbClr val="000000"/>
                </a:solidFill>
                <a:effectLst/>
                <a:latin typeface="Inter"/>
              </a:rPr>
              <a:t>占用率</a:t>
            </a:r>
            <a:r>
              <a:rPr lang="zh-CN" altLang="en-US" b="0" i="0" dirty="0">
                <a:solidFill>
                  <a:srgbClr val="000000"/>
                </a:solidFill>
                <a:effectLst/>
                <a:latin typeface="Inter"/>
              </a:rPr>
              <a:t>（被数据包占用的时间比例）；</a:t>
            </a:r>
          </a:p>
          <a:p>
            <a:pPr algn="l">
              <a:buFont typeface="Arial" panose="020B0604020202020204" pitchFamily="34" charset="0"/>
              <a:buChar char="•"/>
            </a:pPr>
            <a:r>
              <a:rPr lang="en-US" altLang="zh-CN" b="0" i="0" dirty="0" err="1">
                <a:solidFill>
                  <a:srgbClr val="000000"/>
                </a:solidFill>
                <a:effectLst/>
                <a:latin typeface="Inter"/>
              </a:rPr>
              <a:t>λ^x</a:t>
            </a:r>
            <a:r>
              <a:rPr lang="en-US" altLang="zh-CN" b="0" i="0" dirty="0">
                <a:solidFill>
                  <a:srgbClr val="000000"/>
                </a:solidFill>
                <a:effectLst/>
                <a:latin typeface="Inter"/>
              </a:rPr>
              <a:t>_{α→β}</a:t>
            </a:r>
            <a:r>
              <a:rPr lang="zh-CN" altLang="en-US" b="0" i="0" dirty="0">
                <a:solidFill>
                  <a:srgbClr val="000000"/>
                </a:solidFill>
                <a:effectLst/>
                <a:latin typeface="Inter"/>
              </a:rPr>
              <a:t>：输入通道</a:t>
            </a:r>
            <a:r>
              <a:rPr lang="en-US" altLang="zh-CN" b="0" i="0" dirty="0">
                <a:solidFill>
                  <a:srgbClr val="000000"/>
                </a:solidFill>
                <a:effectLst/>
                <a:latin typeface="Inter"/>
              </a:rPr>
              <a:t>α</a:t>
            </a:r>
            <a:r>
              <a:rPr lang="zh-CN" altLang="en-US" b="0" i="0" dirty="0">
                <a:solidFill>
                  <a:srgbClr val="000000"/>
                </a:solidFill>
                <a:effectLst/>
                <a:latin typeface="Inter"/>
              </a:rPr>
              <a:t>到输出通道</a:t>
            </a:r>
            <a:r>
              <a:rPr lang="en-US" altLang="zh-CN" b="0" i="0" dirty="0">
                <a:solidFill>
                  <a:srgbClr val="000000"/>
                </a:solidFill>
                <a:effectLst/>
                <a:latin typeface="Inter"/>
              </a:rPr>
              <a:t>β</a:t>
            </a:r>
            <a:r>
              <a:rPr lang="zh-CN" altLang="en-US" b="0" i="0" dirty="0">
                <a:solidFill>
                  <a:srgbClr val="000000"/>
                </a:solidFill>
                <a:effectLst/>
                <a:latin typeface="Inter"/>
              </a:rPr>
              <a:t>的</a:t>
            </a:r>
            <a:r>
              <a:rPr lang="zh-CN" altLang="en-US" b="1" i="0" dirty="0">
                <a:solidFill>
                  <a:srgbClr val="000000"/>
                </a:solidFill>
                <a:effectLst/>
                <a:latin typeface="Inter"/>
              </a:rPr>
              <a:t>数据包到达速率</a:t>
            </a:r>
            <a:r>
              <a:rPr lang="zh-CN" altLang="en-US" b="0" i="0" dirty="0">
                <a:solidFill>
                  <a:srgbClr val="000000"/>
                </a:solidFill>
                <a:effectLst/>
                <a:latin typeface="Inter"/>
              </a:rPr>
              <a:t>（单位时间来多少个包）；</a:t>
            </a:r>
          </a:p>
          <a:p>
            <a:pPr algn="l">
              <a:buFont typeface="Arial" panose="020B0604020202020204" pitchFamily="34" charset="0"/>
              <a:buChar char="•"/>
            </a:pPr>
            <a:r>
              <a:rPr lang="en-US" altLang="zh-CN" b="0" i="0" dirty="0" err="1">
                <a:solidFill>
                  <a:srgbClr val="000000"/>
                </a:solidFill>
                <a:effectLst/>
                <a:latin typeface="Inter"/>
              </a:rPr>
              <a:t>μ^x</a:t>
            </a:r>
            <a:r>
              <a:rPr lang="en-US" altLang="zh-CN" b="0" i="0" dirty="0">
                <a:solidFill>
                  <a:srgbClr val="000000"/>
                </a:solidFill>
                <a:effectLst/>
                <a:latin typeface="Inter"/>
              </a:rPr>
              <a:t>_{β}</a:t>
            </a:r>
            <a:r>
              <a:rPr lang="zh-CN" altLang="en-US" b="0" i="0" dirty="0">
                <a:solidFill>
                  <a:srgbClr val="000000"/>
                </a:solidFill>
                <a:effectLst/>
                <a:latin typeface="Inter"/>
              </a:rPr>
              <a:t>：输出通道</a:t>
            </a:r>
            <a:r>
              <a:rPr lang="en-US" altLang="zh-CN" b="0" i="0" dirty="0">
                <a:solidFill>
                  <a:srgbClr val="000000"/>
                </a:solidFill>
                <a:effectLst/>
                <a:latin typeface="Inter"/>
              </a:rPr>
              <a:t>β</a:t>
            </a:r>
            <a:r>
              <a:rPr lang="zh-CN" altLang="en-US" b="0" i="0" dirty="0">
                <a:solidFill>
                  <a:srgbClr val="000000"/>
                </a:solidFill>
                <a:effectLst/>
                <a:latin typeface="Inter"/>
              </a:rPr>
              <a:t>的</a:t>
            </a:r>
            <a:r>
              <a:rPr lang="zh-CN" altLang="en-US" b="1" i="0" dirty="0">
                <a:solidFill>
                  <a:srgbClr val="000000"/>
                </a:solidFill>
                <a:effectLst/>
                <a:latin typeface="Inter"/>
              </a:rPr>
              <a:t>处理速率</a:t>
            </a:r>
            <a:r>
              <a:rPr lang="zh-CN" altLang="en-US" b="0" i="0" dirty="0">
                <a:solidFill>
                  <a:srgbClr val="000000"/>
                </a:solidFill>
                <a:effectLst/>
                <a:latin typeface="Inter"/>
              </a:rPr>
              <a:t>（单位时间能处理多少个包）；</a:t>
            </a:r>
          </a:p>
          <a:p>
            <a:pPr algn="l">
              <a:buFont typeface="Arial" panose="020B0604020202020204" pitchFamily="34" charset="0"/>
              <a:buChar char="•"/>
            </a:pPr>
            <a:r>
              <a:rPr lang="en-US" altLang="zh-CN" b="0" i="0" dirty="0">
                <a:solidFill>
                  <a:srgbClr val="000000"/>
                </a:solidFill>
                <a:effectLst/>
                <a:latin typeface="Inter"/>
              </a:rPr>
              <a:t>C^2_{</a:t>
            </a:r>
            <a:r>
              <a:rPr lang="en-US" altLang="zh-CN" b="0" i="0" dirty="0" err="1">
                <a:solidFill>
                  <a:srgbClr val="000000"/>
                </a:solidFill>
                <a:effectLst/>
                <a:latin typeface="Inter"/>
              </a:rPr>
              <a:t>A^x</a:t>
            </a:r>
            <a:r>
              <a:rPr lang="en-US" altLang="zh-CN" b="0" i="0" dirty="0">
                <a:solidFill>
                  <a:srgbClr val="000000"/>
                </a:solidFill>
                <a:effectLst/>
                <a:latin typeface="Inter"/>
              </a:rPr>
              <a:t>}</a:t>
            </a:r>
            <a:r>
              <a:rPr lang="zh-CN" altLang="en-US" b="0" i="0" dirty="0">
                <a:solidFill>
                  <a:srgbClr val="000000"/>
                </a:solidFill>
                <a:effectLst/>
                <a:latin typeface="Inter"/>
              </a:rPr>
              <a:t>：数据包</a:t>
            </a:r>
            <a:r>
              <a:rPr lang="zh-CN" altLang="en-US" b="1" i="0" dirty="0">
                <a:solidFill>
                  <a:srgbClr val="000000"/>
                </a:solidFill>
                <a:effectLst/>
                <a:latin typeface="Inter"/>
              </a:rPr>
              <a:t>到达时间的变异系数平方</a:t>
            </a:r>
            <a:r>
              <a:rPr lang="zh-CN" altLang="en-US" b="0" i="0" dirty="0">
                <a:solidFill>
                  <a:srgbClr val="000000"/>
                </a:solidFill>
                <a:effectLst/>
                <a:latin typeface="Inter"/>
              </a:rPr>
              <a:t>（反映到达时间的波动程度，值越大波动越厉害）；</a:t>
            </a:r>
          </a:p>
          <a:p>
            <a:pPr algn="l">
              <a:buFont typeface="Arial" panose="020B0604020202020204" pitchFamily="34" charset="0"/>
              <a:buChar char="•"/>
            </a:pPr>
            <a:r>
              <a:rPr lang="en-US" altLang="zh-CN" b="0" i="0" dirty="0">
                <a:solidFill>
                  <a:srgbClr val="000000"/>
                </a:solidFill>
                <a:effectLst/>
                <a:latin typeface="Inter"/>
              </a:rPr>
              <a:t>C^2_{</a:t>
            </a:r>
            <a:r>
              <a:rPr lang="en-US" altLang="zh-CN" b="0" i="0" dirty="0" err="1">
                <a:solidFill>
                  <a:srgbClr val="000000"/>
                </a:solidFill>
                <a:effectLst/>
                <a:latin typeface="Inter"/>
              </a:rPr>
              <a:t>S^x</a:t>
            </a:r>
            <a:r>
              <a:rPr lang="en-US" altLang="zh-CN" b="0" i="0" dirty="0">
                <a:solidFill>
                  <a:srgbClr val="000000"/>
                </a:solidFill>
                <a:effectLst/>
                <a:latin typeface="Inter"/>
              </a:rPr>
              <a:t>}</a:t>
            </a:r>
            <a:r>
              <a:rPr lang="zh-CN" altLang="en-US" b="0" i="0" dirty="0">
                <a:solidFill>
                  <a:srgbClr val="000000"/>
                </a:solidFill>
                <a:effectLst/>
                <a:latin typeface="Inter"/>
              </a:rPr>
              <a:t>：数据包</a:t>
            </a:r>
            <a:r>
              <a:rPr lang="zh-CN" altLang="en-US" b="1" i="0" dirty="0">
                <a:solidFill>
                  <a:srgbClr val="000000"/>
                </a:solidFill>
                <a:effectLst/>
                <a:latin typeface="Inter"/>
              </a:rPr>
              <a:t>服务时间的变异系数平方</a:t>
            </a:r>
            <a:r>
              <a:rPr lang="zh-CN" altLang="en-US" b="0" i="0" dirty="0">
                <a:solidFill>
                  <a:srgbClr val="000000"/>
                </a:solidFill>
                <a:effectLst/>
                <a:latin typeface="Inter"/>
              </a:rPr>
              <a:t>（反映处理时间的波动程度）</a:t>
            </a:r>
          </a:p>
          <a:p>
            <a:endParaRPr lang="en-US" altLang="zh-CN" dirty="0"/>
          </a:p>
        </p:txBody>
      </p:sp>
      <p:sp>
        <p:nvSpPr>
          <p:cNvPr id="4" name="灯片编号占位符 3">
            <a:extLst>
              <a:ext uri="{FF2B5EF4-FFF2-40B4-BE49-F238E27FC236}">
                <a16:creationId xmlns:a16="http://schemas.microsoft.com/office/drawing/2014/main" id="{415AA8DB-DA12-F75F-A530-F642CA7831C5}"/>
              </a:ext>
            </a:extLst>
          </p:cNvPr>
          <p:cNvSpPr>
            <a:spLocks noGrp="1"/>
          </p:cNvSpPr>
          <p:nvPr>
            <p:ph type="sldNum" sz="quarter" idx="5"/>
          </p:nvPr>
        </p:nvSpPr>
        <p:spPr/>
        <p:txBody>
          <a:bodyPr/>
          <a:lstStyle/>
          <a:p>
            <a:fld id="{8E556971-6A61-4E96-B3F0-2E6ACC9F9D62}" type="slidenum">
              <a:rPr lang="zh-CN" altLang="en-US" smtClean="0"/>
              <a:t>10</a:t>
            </a:fld>
            <a:endParaRPr lang="zh-CN" altLang="en-US"/>
          </a:p>
        </p:txBody>
      </p:sp>
    </p:spTree>
    <p:extLst>
      <p:ext uri="{BB962C8B-B14F-4D97-AF65-F5344CB8AC3E}">
        <p14:creationId xmlns:p14="http://schemas.microsoft.com/office/powerpoint/2010/main" val="1833384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B2760-7B97-B6CB-1900-B5B079C686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334BA9-4A03-520A-BA29-E8A10CA094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7B7D41-69D1-4210-A8EF-672C6AA94139}"/>
              </a:ext>
            </a:extLst>
          </p:cNvPr>
          <p:cNvSpPr>
            <a:spLocks noGrp="1"/>
          </p:cNvSpPr>
          <p:nvPr>
            <p:ph type="body" idx="1"/>
          </p:nvPr>
        </p:nvSpPr>
        <p:spPr/>
        <p:txBody>
          <a:bodyPr/>
          <a:lstStyle/>
          <a:p>
            <a:r>
              <a:rPr lang="zh-CN" altLang="en-US" dirty="0"/>
              <a:t>式（</a:t>
            </a:r>
            <a:r>
              <a:rPr lang="en-US" altLang="zh-CN" dirty="0"/>
              <a:t>5</a:t>
            </a:r>
            <a:r>
              <a:rPr lang="zh-CN" altLang="en-US" dirty="0"/>
              <a:t>）至（</a:t>
            </a:r>
            <a:r>
              <a:rPr lang="en-US" altLang="zh-CN" dirty="0"/>
              <a:t>15</a:t>
            </a:r>
            <a:r>
              <a:rPr lang="zh-CN" altLang="en-US" dirty="0"/>
              <a:t>）中的系数采用最大似然法</a:t>
            </a:r>
            <a:r>
              <a:rPr lang="en-US" altLang="zh-CN" dirty="0"/>
              <a:t>[60]</a:t>
            </a:r>
            <a:r>
              <a:rPr lang="zh-CN" altLang="en-US" dirty="0"/>
              <a:t>计算如下。模拟器（详见第 </a:t>
            </a:r>
            <a:r>
              <a:rPr lang="en-US" altLang="zh-CN" dirty="0"/>
              <a:t>5.1 </a:t>
            </a:r>
            <a:r>
              <a:rPr lang="zh-CN" altLang="en-US" dirty="0"/>
              <a:t>节）配置了不同的小芯片内</a:t>
            </a:r>
            <a:r>
              <a:rPr lang="en-US" altLang="zh-CN" dirty="0"/>
              <a:t>/</a:t>
            </a:r>
            <a:r>
              <a:rPr lang="zh-CN" altLang="en-US" dirty="0"/>
              <a:t>小芯片间链路带宽、小芯片核心数、每个小芯片的 </a:t>
            </a:r>
            <a:r>
              <a:rPr lang="en-US" altLang="zh-CN" dirty="0"/>
              <a:t>D2D </a:t>
            </a:r>
            <a:r>
              <a:rPr lang="zh-CN" altLang="en-US" dirty="0"/>
              <a:t>接口、小芯片内</a:t>
            </a:r>
            <a:r>
              <a:rPr lang="en-US" altLang="zh-CN" dirty="0"/>
              <a:t>/</a:t>
            </a:r>
            <a:r>
              <a:rPr lang="zh-CN" altLang="en-US" dirty="0"/>
              <a:t>小芯片间互连网络拓扑（变量）以获得 </a:t>
            </a:r>
            <a:r>
              <a:rPr lang="en-US" altLang="zh-CN" dirty="0" err="1"/>
              <a:t>tzero</a:t>
            </a:r>
            <a:r>
              <a:rPr lang="zh-CN" altLang="en-US" dirty="0"/>
              <a:t>、</a:t>
            </a:r>
            <a:r>
              <a:rPr lang="en-US" altLang="zh-CN" dirty="0" err="1"/>
              <a:t>tqueuing</a:t>
            </a:r>
            <a:r>
              <a:rPr lang="en-US" altLang="zh-CN" dirty="0"/>
              <a:t> </a:t>
            </a:r>
            <a:r>
              <a:rPr lang="zh-CN" altLang="en-US" dirty="0"/>
              <a:t>和 </a:t>
            </a:r>
            <a:r>
              <a:rPr lang="en-US" altLang="zh-CN" dirty="0"/>
              <a:t>σ</a:t>
            </a:r>
            <a:r>
              <a:rPr lang="zh-CN" altLang="en-US" dirty="0"/>
              <a:t>。延迟和性能模型使用这些数据通过最大似然方法进行回归。</a:t>
            </a:r>
            <a:endParaRPr lang="en-US" altLang="zh-CN" dirty="0"/>
          </a:p>
        </p:txBody>
      </p:sp>
      <p:sp>
        <p:nvSpPr>
          <p:cNvPr id="4" name="灯片编号占位符 3">
            <a:extLst>
              <a:ext uri="{FF2B5EF4-FFF2-40B4-BE49-F238E27FC236}">
                <a16:creationId xmlns:a16="http://schemas.microsoft.com/office/drawing/2014/main" id="{05AB4C1A-54C4-D905-0E7D-56E3365D3E45}"/>
              </a:ext>
            </a:extLst>
          </p:cNvPr>
          <p:cNvSpPr>
            <a:spLocks noGrp="1"/>
          </p:cNvSpPr>
          <p:nvPr>
            <p:ph type="sldNum" sz="quarter" idx="5"/>
          </p:nvPr>
        </p:nvSpPr>
        <p:spPr/>
        <p:txBody>
          <a:bodyPr/>
          <a:lstStyle/>
          <a:p>
            <a:fld id="{8E556971-6A61-4E96-B3F0-2E6ACC9F9D62}" type="slidenum">
              <a:rPr lang="zh-CN" altLang="en-US" smtClean="0"/>
              <a:t>11</a:t>
            </a:fld>
            <a:endParaRPr lang="zh-CN" altLang="en-US"/>
          </a:p>
        </p:txBody>
      </p:sp>
    </p:spTree>
    <p:extLst>
      <p:ext uri="{BB962C8B-B14F-4D97-AF65-F5344CB8AC3E}">
        <p14:creationId xmlns:p14="http://schemas.microsoft.com/office/powerpoint/2010/main" val="4061638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7CED-3446-079A-DEF7-0B3E48F88B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B4FD46-BB58-77C6-B7D7-17DF23E087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C047D9-8782-EA65-FBFF-CF7DD9DBDDE1}"/>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415AA8DB-DA12-F75F-A530-F642CA7831C5}"/>
              </a:ext>
            </a:extLst>
          </p:cNvPr>
          <p:cNvSpPr>
            <a:spLocks noGrp="1"/>
          </p:cNvSpPr>
          <p:nvPr>
            <p:ph type="sldNum" sz="quarter" idx="5"/>
          </p:nvPr>
        </p:nvSpPr>
        <p:spPr/>
        <p:txBody>
          <a:bodyPr/>
          <a:lstStyle/>
          <a:p>
            <a:fld id="{8E556971-6A61-4E96-B3F0-2E6ACC9F9D62}" type="slidenum">
              <a:rPr lang="zh-CN" altLang="en-US" smtClean="0"/>
              <a:t>12</a:t>
            </a:fld>
            <a:endParaRPr lang="zh-CN" altLang="en-US"/>
          </a:p>
        </p:txBody>
      </p:sp>
    </p:spTree>
    <p:extLst>
      <p:ext uri="{BB962C8B-B14F-4D97-AF65-F5344CB8AC3E}">
        <p14:creationId xmlns:p14="http://schemas.microsoft.com/office/powerpoint/2010/main" val="3754346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A70D6-DE7B-8BF0-EE62-960BBCDDD7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EDFD9E-BB49-84D3-BD82-FD844B9605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1A3280-2E0F-73A9-16CF-D3FD8788BEBF}"/>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45941AA5-366D-E32B-BA2D-D777E6491341}"/>
              </a:ext>
            </a:extLst>
          </p:cNvPr>
          <p:cNvSpPr>
            <a:spLocks noGrp="1"/>
          </p:cNvSpPr>
          <p:nvPr>
            <p:ph type="sldNum" sz="quarter" idx="5"/>
          </p:nvPr>
        </p:nvSpPr>
        <p:spPr/>
        <p:txBody>
          <a:bodyPr/>
          <a:lstStyle/>
          <a:p>
            <a:fld id="{8E556971-6A61-4E96-B3F0-2E6ACC9F9D62}" type="slidenum">
              <a:rPr lang="zh-CN" altLang="en-US" smtClean="0"/>
              <a:t>13</a:t>
            </a:fld>
            <a:endParaRPr lang="zh-CN" altLang="en-US"/>
          </a:p>
        </p:txBody>
      </p:sp>
    </p:spTree>
    <p:extLst>
      <p:ext uri="{BB962C8B-B14F-4D97-AF65-F5344CB8AC3E}">
        <p14:creationId xmlns:p14="http://schemas.microsoft.com/office/powerpoint/2010/main" val="22329037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1B182-D32D-9F19-1B84-3F041DE13A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1EBE77-55E2-AE9E-599B-0A9271A433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647655-2D00-62B8-EF90-C9BD3737C31D}"/>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98111C6E-0C5F-1CB2-4002-F3D775BF1B37}"/>
              </a:ext>
            </a:extLst>
          </p:cNvPr>
          <p:cNvSpPr>
            <a:spLocks noGrp="1"/>
          </p:cNvSpPr>
          <p:nvPr>
            <p:ph type="sldNum" sz="quarter" idx="5"/>
          </p:nvPr>
        </p:nvSpPr>
        <p:spPr/>
        <p:txBody>
          <a:bodyPr/>
          <a:lstStyle/>
          <a:p>
            <a:fld id="{8E556971-6A61-4E96-B3F0-2E6ACC9F9D62}" type="slidenum">
              <a:rPr lang="zh-CN" altLang="en-US" smtClean="0"/>
              <a:t>14</a:t>
            </a:fld>
            <a:endParaRPr lang="zh-CN" altLang="en-US"/>
          </a:p>
        </p:txBody>
      </p:sp>
    </p:spTree>
    <p:extLst>
      <p:ext uri="{BB962C8B-B14F-4D97-AF65-F5344CB8AC3E}">
        <p14:creationId xmlns:p14="http://schemas.microsoft.com/office/powerpoint/2010/main" val="1780784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9D1FD-420D-FD8F-D52C-B03B3BE231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5629F1-140F-883A-8E9C-5760FA6D97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E4A25B-243F-7D1A-A7E7-D75C856A37F1}"/>
              </a:ext>
            </a:extLst>
          </p:cNvPr>
          <p:cNvSpPr>
            <a:spLocks noGrp="1"/>
          </p:cNvSpPr>
          <p:nvPr>
            <p:ph type="body" idx="1"/>
          </p:nvPr>
        </p:nvSpPr>
        <p:spPr/>
        <p:txBody>
          <a:bodyPr/>
          <a:lstStyle/>
          <a:p>
            <a:r>
              <a:rPr lang="zh-CN" altLang="en-US" dirty="0"/>
              <a:t>给定 任务是一个互联拓扑图，拟议的任务</a:t>
            </a:r>
            <a:r>
              <a:rPr lang="en-US" altLang="zh-CN" dirty="0"/>
              <a:t>-</a:t>
            </a:r>
            <a:r>
              <a:rPr lang="zh-CN" altLang="en-US" dirty="0"/>
              <a:t>核心的映射， </a:t>
            </a:r>
            <a:r>
              <a:rPr lang="en-US" altLang="zh-CN" dirty="0"/>
              <a:t>1</a:t>
            </a:r>
            <a:r>
              <a:rPr lang="zh-CN" altLang="en-US" dirty="0"/>
              <a:t>， 划分任务图</a:t>
            </a:r>
            <a:r>
              <a:rPr lang="en-US" altLang="zh-CN" dirty="0"/>
              <a:t>-&gt;cut,2.chiplet</a:t>
            </a:r>
            <a:r>
              <a:rPr lang="zh-CN" altLang="en-US" dirty="0"/>
              <a:t>内部任务映射</a:t>
            </a:r>
            <a:endParaRPr lang="en-US" altLang="zh-CN" dirty="0"/>
          </a:p>
        </p:txBody>
      </p:sp>
      <p:sp>
        <p:nvSpPr>
          <p:cNvPr id="4" name="灯片编号占位符 3">
            <a:extLst>
              <a:ext uri="{FF2B5EF4-FFF2-40B4-BE49-F238E27FC236}">
                <a16:creationId xmlns:a16="http://schemas.microsoft.com/office/drawing/2014/main" id="{16F8A243-1C7D-B302-853B-47C3BEBD1229}"/>
              </a:ext>
            </a:extLst>
          </p:cNvPr>
          <p:cNvSpPr>
            <a:spLocks noGrp="1"/>
          </p:cNvSpPr>
          <p:nvPr>
            <p:ph type="sldNum" sz="quarter" idx="5"/>
          </p:nvPr>
        </p:nvSpPr>
        <p:spPr/>
        <p:txBody>
          <a:bodyPr/>
          <a:lstStyle/>
          <a:p>
            <a:fld id="{8E556971-6A61-4E96-B3F0-2E6ACC9F9D62}" type="slidenum">
              <a:rPr lang="zh-CN" altLang="en-US" smtClean="0"/>
              <a:t>15</a:t>
            </a:fld>
            <a:endParaRPr lang="zh-CN" altLang="en-US"/>
          </a:p>
        </p:txBody>
      </p:sp>
    </p:spTree>
    <p:extLst>
      <p:ext uri="{BB962C8B-B14F-4D97-AF65-F5344CB8AC3E}">
        <p14:creationId xmlns:p14="http://schemas.microsoft.com/office/powerpoint/2010/main" val="1722268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9D1FD-420D-FD8F-D52C-B03B3BE231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5629F1-140F-883A-8E9C-5760FA6D97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E4A25B-243F-7D1A-A7E7-D75C856A37F1}"/>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16F8A243-1C7D-B302-853B-47C3BEBD1229}"/>
              </a:ext>
            </a:extLst>
          </p:cNvPr>
          <p:cNvSpPr>
            <a:spLocks noGrp="1"/>
          </p:cNvSpPr>
          <p:nvPr>
            <p:ph type="sldNum" sz="quarter" idx="5"/>
          </p:nvPr>
        </p:nvSpPr>
        <p:spPr/>
        <p:txBody>
          <a:bodyPr/>
          <a:lstStyle/>
          <a:p>
            <a:fld id="{8E556971-6A61-4E96-B3F0-2E6ACC9F9D62}" type="slidenum">
              <a:rPr lang="zh-CN" altLang="en-US" smtClean="0"/>
              <a:t>16</a:t>
            </a:fld>
            <a:endParaRPr lang="zh-CN" altLang="en-US"/>
          </a:p>
        </p:txBody>
      </p:sp>
    </p:spTree>
    <p:extLst>
      <p:ext uri="{BB962C8B-B14F-4D97-AF65-F5344CB8AC3E}">
        <p14:creationId xmlns:p14="http://schemas.microsoft.com/office/powerpoint/2010/main" val="17061623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9D1FD-420D-FD8F-D52C-B03B3BE231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5629F1-140F-883A-8E9C-5760FA6D97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E4A25B-243F-7D1A-A7E7-D75C856A37F1}"/>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16F8A243-1C7D-B302-853B-47C3BEBD1229}"/>
              </a:ext>
            </a:extLst>
          </p:cNvPr>
          <p:cNvSpPr>
            <a:spLocks noGrp="1"/>
          </p:cNvSpPr>
          <p:nvPr>
            <p:ph type="sldNum" sz="quarter" idx="5"/>
          </p:nvPr>
        </p:nvSpPr>
        <p:spPr/>
        <p:txBody>
          <a:bodyPr/>
          <a:lstStyle/>
          <a:p>
            <a:fld id="{8E556971-6A61-4E96-B3F0-2E6ACC9F9D62}" type="slidenum">
              <a:rPr lang="zh-CN" altLang="en-US" smtClean="0"/>
              <a:t>17</a:t>
            </a:fld>
            <a:endParaRPr lang="zh-CN" altLang="en-US"/>
          </a:p>
        </p:txBody>
      </p:sp>
    </p:spTree>
    <p:extLst>
      <p:ext uri="{BB962C8B-B14F-4D97-AF65-F5344CB8AC3E}">
        <p14:creationId xmlns:p14="http://schemas.microsoft.com/office/powerpoint/2010/main" val="3074437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9D1FD-420D-FD8F-D52C-B03B3BE231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5629F1-140F-883A-8E9C-5760FA6D97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E4A25B-243F-7D1A-A7E7-D75C856A37F1}"/>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16F8A243-1C7D-B302-853B-47C3BEBD1229}"/>
              </a:ext>
            </a:extLst>
          </p:cNvPr>
          <p:cNvSpPr>
            <a:spLocks noGrp="1"/>
          </p:cNvSpPr>
          <p:nvPr>
            <p:ph type="sldNum" sz="quarter" idx="5"/>
          </p:nvPr>
        </p:nvSpPr>
        <p:spPr/>
        <p:txBody>
          <a:bodyPr/>
          <a:lstStyle/>
          <a:p>
            <a:fld id="{8E556971-6A61-4E96-B3F0-2E6ACC9F9D62}" type="slidenum">
              <a:rPr lang="zh-CN" altLang="en-US" smtClean="0"/>
              <a:t>18</a:t>
            </a:fld>
            <a:endParaRPr lang="zh-CN" altLang="en-US"/>
          </a:p>
        </p:txBody>
      </p:sp>
    </p:spTree>
    <p:extLst>
      <p:ext uri="{BB962C8B-B14F-4D97-AF65-F5344CB8AC3E}">
        <p14:creationId xmlns:p14="http://schemas.microsoft.com/office/powerpoint/2010/main" val="25876609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68A4-6C70-36EE-8BE2-F36C0C8C71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60BCC5-AE06-1DF5-5F41-59AB9C5B0B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FB7706-69C0-60C4-935D-2556FFE781FA}"/>
              </a:ext>
            </a:extLst>
          </p:cNvPr>
          <p:cNvSpPr>
            <a:spLocks noGrp="1"/>
          </p:cNvSpPr>
          <p:nvPr>
            <p:ph type="body" idx="1"/>
          </p:nvPr>
        </p:nvSpPr>
        <p:spPr/>
        <p:txBody>
          <a:bodyPr/>
          <a:lstStyle/>
          <a:p>
            <a:pPr algn="l" fontAlgn="base">
              <a:lnSpc>
                <a:spcPts val="1800"/>
              </a:lnSpc>
              <a:buNone/>
            </a:pPr>
            <a:endParaRPr lang="zh-CN" altLang="en-US" b="0" i="0" dirty="0">
              <a:solidFill>
                <a:srgbClr val="060607"/>
              </a:solidFill>
              <a:effectLst/>
              <a:latin typeface="-apple-system"/>
            </a:endParaRPr>
          </a:p>
        </p:txBody>
      </p:sp>
      <p:sp>
        <p:nvSpPr>
          <p:cNvPr id="4" name="灯片编号占位符 3">
            <a:extLst>
              <a:ext uri="{FF2B5EF4-FFF2-40B4-BE49-F238E27FC236}">
                <a16:creationId xmlns:a16="http://schemas.microsoft.com/office/drawing/2014/main" id="{26E8CBD5-2A1D-D959-EE75-D56F1A4F1AFB}"/>
              </a:ext>
            </a:extLst>
          </p:cNvPr>
          <p:cNvSpPr>
            <a:spLocks noGrp="1"/>
          </p:cNvSpPr>
          <p:nvPr>
            <p:ph type="sldNum" sz="quarter" idx="5"/>
          </p:nvPr>
        </p:nvSpPr>
        <p:spPr/>
        <p:txBody>
          <a:bodyPr/>
          <a:lstStyle/>
          <a:p>
            <a:fld id="{8E556971-6A61-4E96-B3F0-2E6ACC9F9D62}" type="slidenum">
              <a:rPr lang="zh-CN" altLang="en-US" smtClean="0"/>
              <a:t>19</a:t>
            </a:fld>
            <a:endParaRPr lang="zh-CN" altLang="en-US"/>
          </a:p>
        </p:txBody>
      </p:sp>
    </p:spTree>
    <p:extLst>
      <p:ext uri="{BB962C8B-B14F-4D97-AF65-F5344CB8AC3E}">
        <p14:creationId xmlns:p14="http://schemas.microsoft.com/office/powerpoint/2010/main" val="1491299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73369-568A-FF45-4A5F-887AA196BC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197CD9-712C-1F57-3ECF-E5FE4E9BE2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4C63BF5-13B1-9E08-B1C1-8A53D9D2EE6C}"/>
              </a:ext>
            </a:extLst>
          </p:cNvPr>
          <p:cNvSpPr>
            <a:spLocks noGrp="1"/>
          </p:cNvSpPr>
          <p:nvPr>
            <p:ph type="body" idx="1"/>
          </p:nvPr>
        </p:nvSpPr>
        <p:spPr/>
        <p:txBody>
          <a:bodyPr/>
          <a:lstStyle/>
          <a:p>
            <a:r>
              <a:rPr lang="en-US" altLang="zh-CN" dirty="0"/>
              <a:t>Mesh</a:t>
            </a:r>
            <a:r>
              <a:rPr lang="zh-CN" altLang="en-US" dirty="0"/>
              <a:t>拓扑 效率不佳</a:t>
            </a:r>
          </a:p>
          <a:p>
            <a:r>
              <a:rPr lang="zh-CN" altLang="en-US" dirty="0"/>
              <a:t>双蝶形 </a:t>
            </a:r>
            <a:r>
              <a:rPr lang="en-US" altLang="zh-CN" dirty="0"/>
              <a:t>[</a:t>
            </a:r>
            <a:r>
              <a:rPr lang="zh-CN" altLang="en-US" dirty="0"/>
              <a:t>图 </a:t>
            </a:r>
            <a:r>
              <a:rPr lang="en-US" altLang="zh-CN" dirty="0"/>
              <a:t>2</a:t>
            </a:r>
            <a:r>
              <a:rPr lang="zh-CN" altLang="en-US" dirty="0"/>
              <a:t>（</a:t>
            </a:r>
            <a:r>
              <a:rPr lang="en-US" altLang="zh-CN" dirty="0"/>
              <a:t>c</a:t>
            </a:r>
            <a:r>
              <a:rPr lang="zh-CN" altLang="en-US" dirty="0"/>
              <a:t>）</a:t>
            </a:r>
            <a:r>
              <a:rPr lang="en-US" altLang="zh-CN" dirty="0"/>
              <a:t>] </a:t>
            </a:r>
            <a:r>
              <a:rPr lang="zh-CN" altLang="en-US" dirty="0"/>
              <a:t>利用更长的链路并减少平均跃点数</a:t>
            </a:r>
            <a:r>
              <a:rPr lang="en-US" altLang="zh-CN" dirty="0"/>
              <a:t>;</a:t>
            </a:r>
            <a:r>
              <a:rPr lang="zh-CN" altLang="en-US" dirty="0"/>
              <a:t>此外，对角线链路增加了平分带宽</a:t>
            </a:r>
            <a:endParaRPr lang="en-US" altLang="zh-CN" dirty="0"/>
          </a:p>
        </p:txBody>
      </p:sp>
      <p:sp>
        <p:nvSpPr>
          <p:cNvPr id="4" name="灯片编号占位符 3">
            <a:extLst>
              <a:ext uri="{FF2B5EF4-FFF2-40B4-BE49-F238E27FC236}">
                <a16:creationId xmlns:a16="http://schemas.microsoft.com/office/drawing/2014/main" id="{A75A4EA9-F73E-1D6B-E382-C19B4BBD7666}"/>
              </a:ext>
            </a:extLst>
          </p:cNvPr>
          <p:cNvSpPr>
            <a:spLocks noGrp="1"/>
          </p:cNvSpPr>
          <p:nvPr>
            <p:ph type="sldNum" sz="quarter" idx="5"/>
          </p:nvPr>
        </p:nvSpPr>
        <p:spPr/>
        <p:txBody>
          <a:bodyPr/>
          <a:lstStyle/>
          <a:p>
            <a:fld id="{8E556971-6A61-4E96-B3F0-2E6ACC9F9D62}" type="slidenum">
              <a:rPr lang="zh-CN" altLang="en-US" smtClean="0"/>
              <a:t>20</a:t>
            </a:fld>
            <a:endParaRPr lang="zh-CN" altLang="en-US"/>
          </a:p>
        </p:txBody>
      </p:sp>
    </p:spTree>
    <p:extLst>
      <p:ext uri="{BB962C8B-B14F-4D97-AF65-F5344CB8AC3E}">
        <p14:creationId xmlns:p14="http://schemas.microsoft.com/office/powerpoint/2010/main" val="2863746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562CB-EF5C-A734-7957-45BC5A4837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9B79D9-D3ED-C088-0F89-FAFDA0A7F7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1BE1BC-900C-BF73-D21B-7E625FC5219B}"/>
              </a:ext>
            </a:extLst>
          </p:cNvPr>
          <p:cNvSpPr>
            <a:spLocks noGrp="1"/>
          </p:cNvSpPr>
          <p:nvPr>
            <p:ph type="body" idx="1"/>
          </p:nvPr>
        </p:nvSpPr>
        <p:spPr/>
        <p:txBody>
          <a:bodyPr/>
          <a:lstStyle/>
          <a:p>
            <a:r>
              <a:rPr lang="en-US" altLang="zh-CN" dirty="0"/>
              <a:t>Mesh</a:t>
            </a:r>
            <a:r>
              <a:rPr lang="zh-CN" altLang="en-US" dirty="0"/>
              <a:t>拓扑 效率不佳</a:t>
            </a:r>
          </a:p>
          <a:p>
            <a:r>
              <a:rPr lang="zh-CN" altLang="en-US" dirty="0"/>
              <a:t>双蝶形 </a:t>
            </a:r>
            <a:r>
              <a:rPr lang="en-US" altLang="zh-CN" dirty="0"/>
              <a:t>[</a:t>
            </a:r>
            <a:r>
              <a:rPr lang="zh-CN" altLang="en-US" dirty="0"/>
              <a:t>图 </a:t>
            </a:r>
            <a:r>
              <a:rPr lang="en-US" altLang="zh-CN" dirty="0"/>
              <a:t>2</a:t>
            </a:r>
            <a:r>
              <a:rPr lang="zh-CN" altLang="en-US" dirty="0"/>
              <a:t>（</a:t>
            </a:r>
            <a:r>
              <a:rPr lang="en-US" altLang="zh-CN" dirty="0"/>
              <a:t>c</a:t>
            </a:r>
            <a:r>
              <a:rPr lang="zh-CN" altLang="en-US" dirty="0"/>
              <a:t>）</a:t>
            </a:r>
            <a:r>
              <a:rPr lang="en-US" altLang="zh-CN" dirty="0"/>
              <a:t>] </a:t>
            </a:r>
            <a:r>
              <a:rPr lang="zh-CN" altLang="en-US" dirty="0"/>
              <a:t>利用更长的链路并减少平均跃点数</a:t>
            </a:r>
            <a:r>
              <a:rPr lang="en-US" altLang="zh-CN" dirty="0"/>
              <a:t>;</a:t>
            </a:r>
            <a:r>
              <a:rPr lang="zh-CN" altLang="en-US" dirty="0"/>
              <a:t>此外，对角线链路增加了平分带宽</a:t>
            </a:r>
            <a:endParaRPr lang="en-US" altLang="zh-CN" dirty="0"/>
          </a:p>
          <a:p>
            <a:r>
              <a:rPr lang="zh-CN" altLang="en-US" dirty="0"/>
              <a:t>与运行时流量争用无关的延迟设计时代理是平均跃点数 （ </a:t>
            </a:r>
            <a:r>
              <a:rPr lang="en-US" altLang="zh-CN" dirty="0" err="1"/>
              <a:t>Havg</a:t>
            </a:r>
            <a:r>
              <a:rPr lang="en-US" altLang="zh-CN" dirty="0"/>
              <a:t> </a:t>
            </a:r>
            <a:r>
              <a:rPr lang="zh-CN" altLang="en-US" dirty="0"/>
              <a:t>）。</a:t>
            </a:r>
            <a:r>
              <a:rPr lang="en-US" altLang="zh-CN" dirty="0" err="1"/>
              <a:t>Havg</a:t>
            </a:r>
            <a:r>
              <a:rPr lang="en-US" altLang="zh-CN" dirty="0"/>
              <a:t> </a:t>
            </a:r>
            <a:r>
              <a:rPr lang="zh-CN" altLang="en-US" dirty="0"/>
              <a:t>是通过对所有可能的源</a:t>
            </a:r>
            <a:r>
              <a:rPr lang="en-US" altLang="zh-CN" dirty="0"/>
              <a:t>-</a:t>
            </a:r>
            <a:r>
              <a:rPr lang="zh-CN" altLang="en-US" dirty="0"/>
              <a:t>目标对的 </a:t>
            </a:r>
            <a:r>
              <a:rPr lang="en-US" altLang="zh-CN" dirty="0"/>
              <a:t>H </a:t>
            </a:r>
            <a:r>
              <a:rPr lang="zh-CN" altLang="en-US" dirty="0"/>
              <a:t>进行平均来确定的</a:t>
            </a:r>
            <a:endParaRPr lang="en-US" altLang="zh-CN" dirty="0"/>
          </a:p>
        </p:txBody>
      </p:sp>
      <p:sp>
        <p:nvSpPr>
          <p:cNvPr id="4" name="灯片编号占位符 3">
            <a:extLst>
              <a:ext uri="{FF2B5EF4-FFF2-40B4-BE49-F238E27FC236}">
                <a16:creationId xmlns:a16="http://schemas.microsoft.com/office/drawing/2014/main" id="{4E97A1E3-8A3C-B000-5CFC-94EEF5051348}"/>
              </a:ext>
            </a:extLst>
          </p:cNvPr>
          <p:cNvSpPr>
            <a:spLocks noGrp="1"/>
          </p:cNvSpPr>
          <p:nvPr>
            <p:ph type="sldNum" sz="quarter" idx="5"/>
          </p:nvPr>
        </p:nvSpPr>
        <p:spPr/>
        <p:txBody>
          <a:bodyPr/>
          <a:lstStyle/>
          <a:p>
            <a:fld id="{8E556971-6A61-4E96-B3F0-2E6ACC9F9D62}" type="slidenum">
              <a:rPr lang="zh-CN" altLang="en-US" smtClean="0"/>
              <a:t>21</a:t>
            </a:fld>
            <a:endParaRPr lang="zh-CN" altLang="en-US"/>
          </a:p>
        </p:txBody>
      </p:sp>
    </p:spTree>
    <p:extLst>
      <p:ext uri="{BB962C8B-B14F-4D97-AF65-F5344CB8AC3E}">
        <p14:creationId xmlns:p14="http://schemas.microsoft.com/office/powerpoint/2010/main" val="429980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2D02B8-8476-189C-1438-6FC513E50D6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03F6F6D-F8DD-AE7E-6C55-3E53AEDBE0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8B16232-DD58-DB9D-18BB-2439B1B11D4A}"/>
              </a:ext>
            </a:extLst>
          </p:cNvPr>
          <p:cNvSpPr>
            <a:spLocks noGrp="1"/>
          </p:cNvSpPr>
          <p:nvPr>
            <p:ph type="dt" sz="half" idx="10"/>
          </p:nvPr>
        </p:nvSpPr>
        <p:spPr/>
        <p:txBody>
          <a:bodyPr/>
          <a:lstStyle/>
          <a:p>
            <a:fld id="{05E6C797-49CB-488C-B5C8-E1FA88B0251E}" type="datetimeFigureOut">
              <a:rPr lang="zh-CN" altLang="en-US" smtClean="0"/>
              <a:t>2025/11/19</a:t>
            </a:fld>
            <a:endParaRPr lang="zh-CN" altLang="en-US"/>
          </a:p>
        </p:txBody>
      </p:sp>
      <p:sp>
        <p:nvSpPr>
          <p:cNvPr id="5" name="页脚占位符 4">
            <a:extLst>
              <a:ext uri="{FF2B5EF4-FFF2-40B4-BE49-F238E27FC236}">
                <a16:creationId xmlns:a16="http://schemas.microsoft.com/office/drawing/2014/main" id="{A0A89B93-F3C9-2EE8-96E7-67D317FECD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D8DB78-BB4A-AA85-E4A0-EC342A51DBB8}"/>
              </a:ext>
            </a:extLst>
          </p:cNvPr>
          <p:cNvSpPr>
            <a:spLocks noGrp="1"/>
          </p:cNvSpPr>
          <p:nvPr>
            <p:ph type="sldNum" sz="quarter" idx="12"/>
          </p:nvPr>
        </p:nvSpPr>
        <p:spPr/>
        <p:txBody>
          <a:bodyPr/>
          <a:lstStyle/>
          <a:p>
            <a:fld id="{70803742-82C4-4B4E-8D83-DDB5C6EF9D5E}" type="slidenum">
              <a:rPr lang="zh-CN" altLang="en-US" smtClean="0"/>
              <a:t>‹#›</a:t>
            </a:fld>
            <a:endParaRPr lang="zh-CN" altLang="en-US"/>
          </a:p>
        </p:txBody>
      </p:sp>
    </p:spTree>
    <p:extLst>
      <p:ext uri="{BB962C8B-B14F-4D97-AF65-F5344CB8AC3E}">
        <p14:creationId xmlns:p14="http://schemas.microsoft.com/office/powerpoint/2010/main" val="239644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848D38-E5ED-980C-C7BF-9910626F01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18D7898-17C3-8665-06E2-7F51365306E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67B3437-3E06-C63C-DE90-E08185459160}"/>
              </a:ext>
            </a:extLst>
          </p:cNvPr>
          <p:cNvSpPr>
            <a:spLocks noGrp="1"/>
          </p:cNvSpPr>
          <p:nvPr>
            <p:ph type="dt" sz="half" idx="10"/>
          </p:nvPr>
        </p:nvSpPr>
        <p:spPr/>
        <p:txBody>
          <a:bodyPr/>
          <a:lstStyle/>
          <a:p>
            <a:fld id="{05E6C797-49CB-488C-B5C8-E1FA88B0251E}" type="datetimeFigureOut">
              <a:rPr lang="zh-CN" altLang="en-US" smtClean="0"/>
              <a:t>2025/11/19</a:t>
            </a:fld>
            <a:endParaRPr lang="zh-CN" altLang="en-US"/>
          </a:p>
        </p:txBody>
      </p:sp>
      <p:sp>
        <p:nvSpPr>
          <p:cNvPr id="5" name="页脚占位符 4">
            <a:extLst>
              <a:ext uri="{FF2B5EF4-FFF2-40B4-BE49-F238E27FC236}">
                <a16:creationId xmlns:a16="http://schemas.microsoft.com/office/drawing/2014/main" id="{E6F62AFD-BB3E-DE3D-3004-12E315A9551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5C4AB0-602A-3D15-9E95-081DAA654A45}"/>
              </a:ext>
            </a:extLst>
          </p:cNvPr>
          <p:cNvSpPr>
            <a:spLocks noGrp="1"/>
          </p:cNvSpPr>
          <p:nvPr>
            <p:ph type="sldNum" sz="quarter" idx="12"/>
          </p:nvPr>
        </p:nvSpPr>
        <p:spPr/>
        <p:txBody>
          <a:bodyPr/>
          <a:lstStyle/>
          <a:p>
            <a:fld id="{70803742-82C4-4B4E-8D83-DDB5C6EF9D5E}" type="slidenum">
              <a:rPr lang="zh-CN" altLang="en-US" smtClean="0"/>
              <a:t>‹#›</a:t>
            </a:fld>
            <a:endParaRPr lang="zh-CN" altLang="en-US"/>
          </a:p>
        </p:txBody>
      </p:sp>
    </p:spTree>
    <p:extLst>
      <p:ext uri="{BB962C8B-B14F-4D97-AF65-F5344CB8AC3E}">
        <p14:creationId xmlns:p14="http://schemas.microsoft.com/office/powerpoint/2010/main" val="28113420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17451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9.xml"/><Relationship Id="rId7" Type="http://schemas.openxmlformats.org/officeDocument/2006/relationships/notesSlide" Target="../notesSlides/notesSlide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1.xml"/><Relationship Id="rId5" Type="http://schemas.openxmlformats.org/officeDocument/2006/relationships/tags" Target="../tags/tag11.xml"/><Relationship Id="rId4" Type="http://schemas.openxmlformats.org/officeDocument/2006/relationships/tags" Target="../tags/tag1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4.xml"/><Relationship Id="rId7" Type="http://schemas.openxmlformats.org/officeDocument/2006/relationships/notesSlide" Target="../notesSlides/notesSlide19.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1.xml"/><Relationship Id="rId5" Type="http://schemas.openxmlformats.org/officeDocument/2006/relationships/tags" Target="../tags/tag16.xml"/><Relationship Id="rId4" Type="http://schemas.openxmlformats.org/officeDocument/2006/relationships/tags" Target="../tags/tag15.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5D877A0-4804-4917-810F-DD3372FB1F11}"/>
              </a:ext>
            </a:extLst>
          </p:cNvPr>
          <p:cNvPicPr>
            <a:picLocks noChangeAspect="1"/>
          </p:cNvPicPr>
          <p:nvPr/>
        </p:nvPicPr>
        <p:blipFill>
          <a:blip r:embed="rId9"/>
          <a:stretch>
            <a:fillRect/>
          </a:stretch>
        </p:blipFill>
        <p:spPr>
          <a:xfrm>
            <a:off x="0" y="1979950"/>
            <a:ext cx="12192000" cy="2205024"/>
          </a:xfrm>
          <a:prstGeom prst="rect">
            <a:avLst/>
          </a:prstGeom>
        </p:spPr>
      </p:pic>
      <p:sp>
        <p:nvSpPr>
          <p:cNvPr id="4" name="矩形 3"/>
          <p:cNvSpPr/>
          <p:nvPr>
            <p:custDataLst>
              <p:tags r:id="rId1"/>
            </p:custDataLst>
          </p:nvPr>
        </p:nvSpPr>
        <p:spPr>
          <a:xfrm>
            <a:off x="0" y="1975169"/>
            <a:ext cx="12192000" cy="2219218"/>
          </a:xfrm>
          <a:prstGeom prst="rect">
            <a:avLst/>
          </a:prstGeom>
          <a:solidFill>
            <a:srgbClr val="141E8C">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p:cNvSpPr txBox="1"/>
          <p:nvPr/>
        </p:nvSpPr>
        <p:spPr>
          <a:xfrm>
            <a:off x="1223545" y="2481687"/>
            <a:ext cx="10040472" cy="830997"/>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en-US" altLang="zh-CN" sz="4800" b="1" spc="600" dirty="0" err="1">
                <a:solidFill>
                  <a:schemeClr val="bg1"/>
                </a:solidFill>
                <a:latin typeface="微软雅黑" panose="020B0503020204020204" pitchFamily="34" charset="-122"/>
                <a:ea typeface="微软雅黑" panose="020B0503020204020204" pitchFamily="34" charset="-122"/>
              </a:rPr>
              <a:t>Chiplet</a:t>
            </a:r>
            <a:r>
              <a:rPr kumimoji="1" lang="en-US" altLang="zh-CN" sz="4800" b="1" spc="600" dirty="0">
                <a:solidFill>
                  <a:schemeClr val="bg1"/>
                </a:solidFill>
                <a:latin typeface="微软雅黑" panose="020B0503020204020204" pitchFamily="34" charset="-122"/>
                <a:ea typeface="微软雅黑" panose="020B0503020204020204" pitchFamily="34" charset="-122"/>
              </a:rPr>
              <a:t> </a:t>
            </a:r>
            <a:r>
              <a:rPr kumimoji="1" lang="zh-CN" altLang="en-US" sz="4800" b="1" spc="600" dirty="0">
                <a:solidFill>
                  <a:schemeClr val="bg1"/>
                </a:solidFill>
                <a:latin typeface="微软雅黑" panose="020B0503020204020204" pitchFamily="34" charset="-122"/>
                <a:ea typeface="微软雅黑" panose="020B0503020204020204" pitchFamily="34" charset="-122"/>
              </a:rPr>
              <a:t>片间片内通信</a:t>
            </a:r>
            <a:endParaRPr kumimoji="1" lang="en-US" altLang="zh-CN" sz="4800" b="1" spc="600" dirty="0">
              <a:solidFill>
                <a:schemeClr val="bg1"/>
              </a:solidFill>
              <a:latin typeface="微软雅黑" panose="020B0503020204020204" pitchFamily="34" charset="-122"/>
              <a:ea typeface="微软雅黑" panose="020B0503020204020204" pitchFamily="34" charset="-122"/>
            </a:endParaRPr>
          </a:p>
        </p:txBody>
      </p:sp>
      <p:graphicFrame>
        <p:nvGraphicFramePr>
          <p:cNvPr id="19" name="表格 18"/>
          <p:cNvGraphicFramePr/>
          <p:nvPr>
            <p:custDataLst>
              <p:tags r:id="rId2"/>
            </p:custDataLst>
          </p:nvPr>
        </p:nvGraphicFramePr>
        <p:xfrm>
          <a:off x="3501390" y="4700905"/>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a:latin typeface="微软雅黑" charset="0"/>
                          <a:ea typeface="微软雅黑" charset="0"/>
                        </a:rPr>
                        <a:t>考生姓名</a:t>
                      </a:r>
                    </a:p>
                  </a:txBody>
                  <a:tcPr anchor="ctr">
                    <a:solidFill>
                      <a:srgbClr val="9A0E13"/>
                    </a:solidFill>
                  </a:tcPr>
                </a:tc>
                <a:extLst>
                  <a:ext uri="{0D108BD9-81ED-4DB2-BD59-A6C34878D82A}">
                    <a16:rowId xmlns:a16="http://schemas.microsoft.com/office/drawing/2014/main" val="10000"/>
                  </a:ext>
                </a:extLst>
              </a:tr>
            </a:tbl>
          </a:graphicData>
        </a:graphic>
      </p:graphicFrame>
      <p:graphicFrame>
        <p:nvGraphicFramePr>
          <p:cNvPr id="22" name="表格 21"/>
          <p:cNvGraphicFramePr/>
          <p:nvPr>
            <p:custDataLst>
              <p:tags r:id="rId3"/>
            </p:custDataLst>
          </p:nvPr>
        </p:nvGraphicFramePr>
        <p:xfrm>
          <a:off x="3501390" y="4700905"/>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dirty="0">
                          <a:latin typeface="微软雅黑" charset="0"/>
                          <a:ea typeface="微软雅黑" charset="0"/>
                        </a:rPr>
                        <a:t>汇报人</a:t>
                      </a:r>
                    </a:p>
                  </a:txBody>
                  <a:tcPr anchor="ctr">
                    <a:solidFill>
                      <a:srgbClr val="141E8C"/>
                    </a:solidFill>
                  </a:tcPr>
                </a:tc>
                <a:extLst>
                  <a:ext uri="{0D108BD9-81ED-4DB2-BD59-A6C34878D82A}">
                    <a16:rowId xmlns:a16="http://schemas.microsoft.com/office/drawing/2014/main" val="10000"/>
                  </a:ext>
                </a:extLst>
              </a:tr>
            </a:tbl>
          </a:graphicData>
        </a:graphic>
      </p:graphicFrame>
      <p:graphicFrame>
        <p:nvGraphicFramePr>
          <p:cNvPr id="23" name="表格 22"/>
          <p:cNvGraphicFramePr/>
          <p:nvPr>
            <p:custDataLst>
              <p:tags r:id="rId4"/>
            </p:custDataLst>
            <p:extLst>
              <p:ext uri="{D42A27DB-BD31-4B8C-83A1-F6EECF244321}">
                <p14:modId xmlns:p14="http://schemas.microsoft.com/office/powerpoint/2010/main" val="2346244473"/>
              </p:ext>
            </p:extLst>
          </p:nvPr>
        </p:nvGraphicFramePr>
        <p:xfrm>
          <a:off x="5488305" y="4700905"/>
          <a:ext cx="3277870" cy="467995"/>
        </p:xfrm>
        <a:graphic>
          <a:graphicData uri="http://schemas.openxmlformats.org/drawingml/2006/table">
            <a:tbl>
              <a:tblPr firstRow="1" bandRow="1">
                <a:tableStyleId>{5C22544A-7EE6-4342-B048-85BDC9FD1C3A}</a:tableStyleId>
              </a:tblPr>
              <a:tblGrid>
                <a:gridCol w="3277870">
                  <a:extLst>
                    <a:ext uri="{9D8B030D-6E8A-4147-A177-3AD203B41FA5}">
                      <a16:colId xmlns:a16="http://schemas.microsoft.com/office/drawing/2014/main" val="20000"/>
                    </a:ext>
                  </a:extLst>
                </a:gridCol>
              </a:tblGrid>
              <a:tr h="467995">
                <a:tc>
                  <a:txBody>
                    <a:bodyPr/>
                    <a:lstStyle/>
                    <a:p>
                      <a:pPr algn="ctr">
                        <a:buNone/>
                      </a:pPr>
                      <a:r>
                        <a:rPr kumimoji="1" lang="zh-CN" altLang="en-US"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黄嫽</a:t>
                      </a:r>
                      <a:endParaRPr kumimoji="1" lang="en-US" altLang="zh-CN"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2" name="表格 31"/>
          <p:cNvGraphicFramePr/>
          <p:nvPr>
            <p:custDataLst>
              <p:tags r:id="rId5"/>
            </p:custDataLst>
          </p:nvPr>
        </p:nvGraphicFramePr>
        <p:xfrm>
          <a:off x="3507740" y="5422582"/>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dirty="0">
                          <a:latin typeface="微软雅黑" charset="0"/>
                          <a:ea typeface="微软雅黑" charset="0"/>
                        </a:rPr>
                        <a:t>汇报时间</a:t>
                      </a:r>
                    </a:p>
                  </a:txBody>
                  <a:tcPr anchor="ctr">
                    <a:solidFill>
                      <a:srgbClr val="141E8C"/>
                    </a:solidFill>
                  </a:tcPr>
                </a:tc>
                <a:extLst>
                  <a:ext uri="{0D108BD9-81ED-4DB2-BD59-A6C34878D82A}">
                    <a16:rowId xmlns:a16="http://schemas.microsoft.com/office/drawing/2014/main" val="10000"/>
                  </a:ext>
                </a:extLst>
              </a:tr>
            </a:tbl>
          </a:graphicData>
        </a:graphic>
      </p:graphicFrame>
      <p:graphicFrame>
        <p:nvGraphicFramePr>
          <p:cNvPr id="33" name="表格 32"/>
          <p:cNvGraphicFramePr/>
          <p:nvPr>
            <p:custDataLst>
              <p:tags r:id="rId6"/>
            </p:custDataLst>
            <p:extLst>
              <p:ext uri="{D42A27DB-BD31-4B8C-83A1-F6EECF244321}">
                <p14:modId xmlns:p14="http://schemas.microsoft.com/office/powerpoint/2010/main" val="3416506880"/>
              </p:ext>
            </p:extLst>
          </p:nvPr>
        </p:nvGraphicFramePr>
        <p:xfrm>
          <a:off x="5488305" y="5439092"/>
          <a:ext cx="3284220" cy="467995"/>
        </p:xfrm>
        <a:graphic>
          <a:graphicData uri="http://schemas.openxmlformats.org/drawingml/2006/table">
            <a:tbl>
              <a:tblPr firstRow="1" bandRow="1">
                <a:tableStyleId>{5C22544A-7EE6-4342-B048-85BDC9FD1C3A}</a:tableStyleId>
              </a:tblPr>
              <a:tblGrid>
                <a:gridCol w="3284220">
                  <a:extLst>
                    <a:ext uri="{9D8B030D-6E8A-4147-A177-3AD203B41FA5}">
                      <a16:colId xmlns:a16="http://schemas.microsoft.com/office/drawing/2014/main" val="20000"/>
                    </a:ext>
                  </a:extLst>
                </a:gridCol>
              </a:tblGrid>
              <a:tr h="467995">
                <a:tc>
                  <a:txBody>
                    <a:bodyPr/>
                    <a:lstStyle/>
                    <a:p>
                      <a:pPr algn="ctr">
                        <a:buNone/>
                      </a:pPr>
                      <a:r>
                        <a:rPr kumimoji="1" lang="en-US" altLang="zh-CN"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2025.10.26</a:t>
                      </a: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pic>
        <p:nvPicPr>
          <p:cNvPr id="13" name="图片 12"/>
          <p:cNvPicPr>
            <a:picLocks noChangeAspect="1"/>
          </p:cNvPicPr>
          <p:nvPr/>
        </p:nvPicPr>
        <p:blipFill>
          <a:blip r:embed="rId10"/>
          <a:stretch>
            <a:fillRect/>
          </a:stretch>
        </p:blipFill>
        <p:spPr>
          <a:xfrm>
            <a:off x="4921278" y="133350"/>
            <a:ext cx="2349443" cy="184414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236066" y="3335912"/>
            <a:ext cx="2834140" cy="460375"/>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en-US" altLang="zh-CN" sz="2400" b="1" dirty="0">
                <a:solidFill>
                  <a:srgbClr val="141E8C"/>
                </a:solidFill>
                <a:latin typeface="Times New Roman Bold" panose="02020803070505020304" charset="0"/>
                <a:cs typeface="Times New Roman Bold" panose="02020803070505020304" charset="0"/>
              </a:rPr>
              <a:t>CONTENS</a:t>
            </a:r>
          </a:p>
        </p:txBody>
      </p:sp>
      <p:sp>
        <p:nvSpPr>
          <p:cNvPr id="21" name="文本框 20"/>
          <p:cNvSpPr txBox="1"/>
          <p:nvPr/>
        </p:nvSpPr>
        <p:spPr>
          <a:xfrm>
            <a:off x="1822499" y="2613895"/>
            <a:ext cx="1662545" cy="706755"/>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zh-CN" altLang="en-US" sz="4000" b="1" spc="300" dirty="0">
                <a:solidFill>
                  <a:srgbClr val="141E8C"/>
                </a:solidFill>
                <a:latin typeface="微软雅黑" panose="020B0503020204020204" pitchFamily="34" charset="-122"/>
                <a:ea typeface="微软雅黑" panose="020B0503020204020204" pitchFamily="34" charset="-122"/>
              </a:rPr>
              <a:t>目</a:t>
            </a:r>
            <a:r>
              <a:rPr kumimoji="1" lang="en-US" altLang="zh-CN" sz="4000" b="1" spc="300" dirty="0">
                <a:solidFill>
                  <a:srgbClr val="141E8C"/>
                </a:solidFill>
                <a:latin typeface="微软雅黑" panose="020B0503020204020204" pitchFamily="34" charset="-122"/>
                <a:ea typeface="微软雅黑" panose="020B0503020204020204" pitchFamily="34" charset="-122"/>
              </a:rPr>
              <a:t> </a:t>
            </a:r>
            <a:r>
              <a:rPr kumimoji="1" lang="zh-CN" altLang="en-US" sz="4000" b="1" spc="300" dirty="0">
                <a:solidFill>
                  <a:srgbClr val="141E8C"/>
                </a:solidFill>
                <a:latin typeface="微软雅黑" panose="020B0503020204020204" pitchFamily="34" charset="-122"/>
                <a:ea typeface="微软雅黑" panose="020B0503020204020204" pitchFamily="34" charset="-122"/>
              </a:rPr>
              <a:t>录</a:t>
            </a:r>
          </a:p>
        </p:txBody>
      </p:sp>
      <p:cxnSp>
        <p:nvCxnSpPr>
          <p:cNvPr id="24" name="直线连接符 23"/>
          <p:cNvCxnSpPr/>
          <p:nvPr/>
        </p:nvCxnSpPr>
        <p:spPr>
          <a:xfrm>
            <a:off x="4462500" y="1297515"/>
            <a:ext cx="0" cy="4195890"/>
          </a:xfrm>
          <a:prstGeom prst="line">
            <a:avLst/>
          </a:prstGeom>
          <a:ln w="19050">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8F7C0971-7369-E9FF-7DCF-2CA105016570}"/>
              </a:ext>
            </a:extLst>
          </p:cNvPr>
          <p:cNvGrpSpPr/>
          <p:nvPr/>
        </p:nvGrpSpPr>
        <p:grpSpPr>
          <a:xfrm>
            <a:off x="5222774" y="1535473"/>
            <a:ext cx="5733160" cy="1384995"/>
            <a:chOff x="5439957" y="3724593"/>
            <a:chExt cx="5733160" cy="1384995"/>
          </a:xfrm>
        </p:grpSpPr>
        <p:sp>
          <p:nvSpPr>
            <p:cNvPr id="8" name="文本框 7"/>
            <p:cNvSpPr txBox="1"/>
            <p:nvPr/>
          </p:nvSpPr>
          <p:spPr>
            <a:xfrm>
              <a:off x="6200063" y="3724593"/>
              <a:ext cx="4973054" cy="1384995"/>
            </a:xfrm>
            <a:prstGeom prst="rect">
              <a:avLst/>
            </a:prstGeom>
            <a:noFill/>
          </p:spPr>
          <p:txBody>
            <a:bodyPr wrap="square" rtlCol="0">
              <a:spAutoFit/>
            </a:bodyPr>
            <a:lstStyle/>
            <a:p>
              <a:r>
                <a:rPr kumimoji="1" lang="en-US" altLang="zh-CN" sz="1400" b="1" spc="300" dirty="0">
                  <a:solidFill>
                    <a:srgbClr val="141E8C"/>
                  </a:solidFill>
                  <a:latin typeface="微软雅黑" panose="020B0503020204020204" pitchFamily="34" charset="-122"/>
                  <a:ea typeface="微软雅黑" panose="020B0503020204020204" pitchFamily="34" charset="-122"/>
                </a:rPr>
                <a:t>On Improving the Performance of Intra- and Inter-</a:t>
              </a:r>
              <a:r>
                <a:rPr kumimoji="1" lang="en-US" altLang="zh-CN" sz="1400" b="1" spc="300" dirty="0" err="1">
                  <a:solidFill>
                    <a:srgbClr val="141E8C"/>
                  </a:solidFill>
                  <a:latin typeface="微软雅黑" panose="020B0503020204020204" pitchFamily="34" charset="-122"/>
                  <a:ea typeface="微软雅黑" panose="020B0503020204020204" pitchFamily="34" charset="-122"/>
                </a:rPr>
                <a:t>chiplet</a:t>
              </a:r>
              <a:r>
                <a:rPr kumimoji="1" lang="en-US" altLang="zh-CN" sz="1400" b="1" spc="300" dirty="0">
                  <a:solidFill>
                    <a:srgbClr val="141E8C"/>
                  </a:solidFill>
                  <a:latin typeface="微软雅黑" panose="020B0503020204020204" pitchFamily="34" charset="-122"/>
                  <a:ea typeface="微软雅黑" panose="020B0503020204020204" pitchFamily="34" charset="-122"/>
                </a:rPr>
                <a:t> Interconnection Networks in Multi-</a:t>
              </a:r>
              <a:r>
                <a:rPr kumimoji="1" lang="en-US" altLang="zh-CN" sz="1400" b="1" spc="300" dirty="0" err="1">
                  <a:solidFill>
                    <a:srgbClr val="141E8C"/>
                  </a:solidFill>
                  <a:latin typeface="微软雅黑" panose="020B0503020204020204" pitchFamily="34" charset="-122"/>
                  <a:ea typeface="微软雅黑" panose="020B0503020204020204" pitchFamily="34" charset="-122"/>
                </a:rPr>
                <a:t>chiplet</a:t>
              </a:r>
              <a:r>
                <a:rPr kumimoji="1" lang="en-US" altLang="zh-CN" sz="1400" b="1" spc="300" dirty="0">
                  <a:solidFill>
                    <a:srgbClr val="141E8C"/>
                  </a:solidFill>
                  <a:latin typeface="微软雅黑" panose="020B0503020204020204" pitchFamily="34" charset="-122"/>
                  <a:ea typeface="微软雅黑" panose="020B0503020204020204" pitchFamily="34" charset="-122"/>
                </a:rPr>
                <a:t> Systems for Accelerating FHE Encrypted Neural Network Applications</a:t>
              </a:r>
            </a:p>
          </p:txBody>
        </p:sp>
        <p:sp>
          <p:nvSpPr>
            <p:cNvPr id="33" name="文本框 32"/>
            <p:cNvSpPr txBox="1"/>
            <p:nvPr/>
          </p:nvSpPr>
          <p:spPr>
            <a:xfrm>
              <a:off x="5439957" y="3724593"/>
              <a:ext cx="620683" cy="523220"/>
            </a:xfrm>
            <a:prstGeom prst="rect">
              <a:avLst/>
            </a:prstGeom>
            <a:noFill/>
          </p:spPr>
          <p:txBody>
            <a:bodyPr wrap="none" rtlCol="0">
              <a:spAutoFit/>
            </a:bodyPr>
            <a:lstStyle/>
            <a:p>
              <a:r>
                <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endPar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endParaRPr>
            </a:p>
          </p:txBody>
        </p:sp>
      </p:grpSp>
      <p:grpSp>
        <p:nvGrpSpPr>
          <p:cNvPr id="2" name="组合 1">
            <a:extLst>
              <a:ext uri="{FF2B5EF4-FFF2-40B4-BE49-F238E27FC236}">
                <a16:creationId xmlns:a16="http://schemas.microsoft.com/office/drawing/2014/main" id="{B3B52EBA-2408-7248-23A4-65CCA91C2774}"/>
              </a:ext>
            </a:extLst>
          </p:cNvPr>
          <p:cNvGrpSpPr/>
          <p:nvPr/>
        </p:nvGrpSpPr>
        <p:grpSpPr>
          <a:xfrm>
            <a:off x="5222774" y="3659285"/>
            <a:ext cx="5733160" cy="1169551"/>
            <a:chOff x="5439957" y="3724593"/>
            <a:chExt cx="5733160" cy="1169551"/>
          </a:xfrm>
        </p:grpSpPr>
        <p:sp>
          <p:nvSpPr>
            <p:cNvPr id="3" name="文本框 2">
              <a:extLst>
                <a:ext uri="{FF2B5EF4-FFF2-40B4-BE49-F238E27FC236}">
                  <a16:creationId xmlns:a16="http://schemas.microsoft.com/office/drawing/2014/main" id="{A8AB1CFA-1D0E-E169-FDE5-5875C674196B}"/>
                </a:ext>
              </a:extLst>
            </p:cNvPr>
            <p:cNvSpPr txBox="1"/>
            <p:nvPr/>
          </p:nvSpPr>
          <p:spPr>
            <a:xfrm>
              <a:off x="6200063" y="3724593"/>
              <a:ext cx="4973054" cy="1169551"/>
            </a:xfrm>
            <a:prstGeom prst="rect">
              <a:avLst/>
            </a:prstGeom>
            <a:noFill/>
          </p:spPr>
          <p:txBody>
            <a:bodyPr wrap="square" rtlCol="0">
              <a:spAutoFit/>
            </a:bodyPr>
            <a:lstStyle/>
            <a:p>
              <a:r>
                <a:rPr kumimoji="1" lang="en-US" altLang="zh-CN" sz="1400" b="1" spc="300" dirty="0">
                  <a:solidFill>
                    <a:srgbClr val="141E8C"/>
                  </a:solidFill>
                  <a:latin typeface="微软雅黑" panose="020B0503020204020204" pitchFamily="34" charset="-122"/>
                  <a:ea typeface="微软雅黑" panose="020B0503020204020204" pitchFamily="34" charset="-122"/>
                </a:rPr>
                <a:t>Kite: A Family of Heterogeneous Interposer Topologies  Enabled via Accurate Interconnect Modeling</a:t>
              </a:r>
            </a:p>
            <a:p>
              <a:r>
                <a:rPr kumimoji="1" lang="zh-CN" altLang="en-US" sz="1400" b="1" spc="300" dirty="0">
                  <a:solidFill>
                    <a:srgbClr val="141E8C"/>
                  </a:solidFill>
                  <a:latin typeface="微软雅黑" panose="020B0503020204020204" pitchFamily="34" charset="-122"/>
                  <a:ea typeface="微软雅黑" panose="020B0503020204020204" pitchFamily="34" charset="-122"/>
                </a:rPr>
                <a:t>（</a:t>
              </a:r>
              <a:r>
                <a:rPr kumimoji="1" lang="en-US" altLang="zh-CN" sz="1400" b="1" spc="300" dirty="0">
                  <a:solidFill>
                    <a:srgbClr val="141E8C"/>
                  </a:solidFill>
                  <a:latin typeface="微软雅黑" panose="020B0503020204020204" pitchFamily="34" charset="-122"/>
                  <a:ea typeface="微软雅黑" panose="020B0503020204020204" pitchFamily="34" charset="-122"/>
                </a:rPr>
                <a:t>CCF-A</a:t>
              </a:r>
              <a:r>
                <a:rPr kumimoji="1" lang="zh-CN" altLang="en-US" sz="1400" b="1" spc="300" dirty="0">
                  <a:solidFill>
                    <a:srgbClr val="141E8C"/>
                  </a:solidFill>
                  <a:latin typeface="微软雅黑" panose="020B0503020204020204" pitchFamily="34" charset="-122"/>
                  <a:ea typeface="微软雅黑" panose="020B0503020204020204" pitchFamily="34" charset="-122"/>
                </a:rPr>
                <a:t>，</a:t>
              </a:r>
              <a:r>
                <a:rPr kumimoji="1" lang="en-US" altLang="zh-CN" sz="1400" b="1" spc="300" dirty="0">
                  <a:solidFill>
                    <a:srgbClr val="141E8C"/>
                  </a:solidFill>
                  <a:latin typeface="微软雅黑" panose="020B0503020204020204" pitchFamily="34" charset="-122"/>
                  <a:ea typeface="微软雅黑" panose="020B0503020204020204" pitchFamily="34" charset="-122"/>
                </a:rPr>
                <a:t>DAC 2022</a:t>
              </a:r>
            </a:p>
            <a:p>
              <a:r>
                <a:rPr kumimoji="1" lang="en-US" altLang="zh-CN" sz="1400" b="1" spc="300" dirty="0">
                  <a:solidFill>
                    <a:srgbClr val="141E8C"/>
                  </a:solidFill>
                  <a:latin typeface="微软雅黑" panose="020B0503020204020204" pitchFamily="34" charset="-122"/>
                  <a:ea typeface="微软雅黑" panose="020B0503020204020204" pitchFamily="34" charset="-122"/>
                </a:rPr>
                <a:t>Georgia Institute of Technology</a:t>
              </a:r>
              <a:r>
                <a:rPr kumimoji="1" lang="zh-CN" altLang="en-US" sz="1400" b="1" spc="300" dirty="0">
                  <a:solidFill>
                    <a:srgbClr val="141E8C"/>
                  </a:solidFill>
                  <a:latin typeface="微软雅黑" panose="020B0503020204020204" pitchFamily="34" charset="-122"/>
                  <a:ea typeface="微软雅黑" panose="020B0503020204020204" pitchFamily="34" charset="-122"/>
                </a:rPr>
                <a:t>）</a:t>
              </a:r>
              <a:endParaRPr kumimoji="1" lang="en-US" altLang="zh-CN" sz="1400" b="1" spc="300" dirty="0">
                <a:solidFill>
                  <a:srgbClr val="141E8C"/>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A18BB62E-9169-91E3-C59F-8916BF411933}"/>
                </a:ext>
              </a:extLst>
            </p:cNvPr>
            <p:cNvSpPr txBox="1"/>
            <p:nvPr/>
          </p:nvSpPr>
          <p:spPr>
            <a:xfrm>
              <a:off x="5439957" y="3724593"/>
              <a:ext cx="620683" cy="523220"/>
            </a:xfrm>
            <a:prstGeom prst="rect">
              <a:avLst/>
            </a:prstGeom>
            <a:noFill/>
          </p:spPr>
          <p:txBody>
            <a:bodyPr wrap="none" rtlCol="0">
              <a:spAutoFit/>
            </a:bodyPr>
            <a:lstStyle/>
            <a:p>
              <a:r>
                <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a:t>
              </a:r>
              <a:endPar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endParaRPr>
            </a:p>
          </p:txBody>
        </p:sp>
      </p:grpSp>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FFD89-CC25-0325-1B15-F083DB0B0EC9}"/>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4B63D56A-7FA2-10E2-A39F-3668103766FA}"/>
              </a:ext>
            </a:extLst>
          </p:cNvPr>
          <p:cNvGrpSpPr/>
          <p:nvPr/>
        </p:nvGrpSpPr>
        <p:grpSpPr>
          <a:xfrm>
            <a:off x="0" y="2386342"/>
            <a:ext cx="12192000" cy="1846351"/>
            <a:chOff x="0" y="2993"/>
            <a:chExt cx="19200" cy="2908"/>
          </a:xfrm>
        </p:grpSpPr>
        <p:sp>
          <p:nvSpPr>
            <p:cNvPr id="4" name="矩形 3">
              <a:extLst>
                <a:ext uri="{FF2B5EF4-FFF2-40B4-BE49-F238E27FC236}">
                  <a16:creationId xmlns:a16="http://schemas.microsoft.com/office/drawing/2014/main" id="{8561F429-7865-D715-FB47-3ECCE51B379C}"/>
                </a:ext>
              </a:extLst>
            </p:cNvPr>
            <p:cNvSpPr/>
            <p:nvPr>
              <p:custDataLst>
                <p:tags r:id="rId1"/>
              </p:custDataLst>
            </p:nvPr>
          </p:nvSpPr>
          <p:spPr>
            <a:xfrm>
              <a:off x="0" y="3114"/>
              <a:ext cx="19200" cy="2268"/>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cxnSp>
          <p:nvCxnSpPr>
            <p:cNvPr id="24" name="直线连接符 23">
              <a:extLst>
                <a:ext uri="{FF2B5EF4-FFF2-40B4-BE49-F238E27FC236}">
                  <a16:creationId xmlns:a16="http://schemas.microsoft.com/office/drawing/2014/main" id="{1582902F-B39E-6DB8-A65D-2F8765D62D80}"/>
                </a:ext>
              </a:extLst>
            </p:cNvPr>
            <p:cNvCxnSpPr/>
            <p:nvPr>
              <p:custDataLst>
                <p:tags r:id="rId2"/>
              </p:custDataLst>
            </p:nvPr>
          </p:nvCxnSpPr>
          <p:spPr>
            <a:xfrm>
              <a:off x="8646" y="3398"/>
              <a:ext cx="0" cy="1701"/>
            </a:xfrm>
            <a:prstGeom prst="line">
              <a:avLst/>
            </a:prstGeom>
            <a:ln>
              <a:solidFill>
                <a:schemeClr val="bg1">
                  <a:lumMod val="95000"/>
                </a:schemeClr>
              </a:solidFill>
              <a:headEnd type="none" w="med" len="med"/>
              <a:tailEnd type="none" w="med" len="med"/>
            </a:ln>
          </p:spPr>
          <p:style>
            <a:lnRef idx="3">
              <a:schemeClr val="accent1"/>
            </a:lnRef>
            <a:fillRef idx="0">
              <a:srgbClr val="FFFFFF"/>
            </a:fillRef>
            <a:effectRef idx="0">
              <a:srgbClr val="FFFFFF"/>
            </a:effectRef>
            <a:fontRef idx="minor">
              <a:schemeClr val="tx1"/>
            </a:fontRef>
          </p:style>
        </p:cxnSp>
        <p:sp>
          <p:nvSpPr>
            <p:cNvPr id="10" name="文本框 9">
              <a:extLst>
                <a:ext uri="{FF2B5EF4-FFF2-40B4-BE49-F238E27FC236}">
                  <a16:creationId xmlns:a16="http://schemas.microsoft.com/office/drawing/2014/main" id="{2F69204F-3D07-D330-C7EB-305FA4CEA5D2}"/>
                </a:ext>
              </a:extLst>
            </p:cNvPr>
            <p:cNvSpPr txBox="1"/>
            <p:nvPr>
              <p:custDataLst>
                <p:tags r:id="rId3"/>
              </p:custDataLst>
            </p:nvPr>
          </p:nvSpPr>
          <p:spPr>
            <a:xfrm>
              <a:off x="8848" y="2993"/>
              <a:ext cx="9961" cy="2908"/>
            </a:xfrm>
            <a:prstGeom prst="rect">
              <a:avLst/>
            </a:prstGeom>
            <a:noFill/>
          </p:spPr>
          <p:txBody>
            <a:bodyPr wrap="square" rtlCol="0" anchor="t" anchorCtr="0">
              <a:spAutoFit/>
            </a:bodyPr>
            <a:lstStyle/>
            <a:p>
              <a:pPr lvl="0" algn="l">
                <a:buClrTx/>
                <a:buSzTx/>
                <a:buFontTx/>
              </a:pP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On Improving the Performance of Intra- and Inter-</a:t>
              </a:r>
              <a:r>
                <a:rPr kumimoji="1" lang="en-US" altLang="zh-CN" sz="2400" b="1" i="1" dirty="0" err="1">
                  <a:solidFill>
                    <a:schemeClr val="bg1"/>
                  </a:solidFill>
                  <a:uFillTx/>
                  <a:latin typeface="Times New Roman Bold Italic" panose="02020803070505020304" charset="0"/>
                  <a:cs typeface="Times New Roman Bold Italic" panose="02020803070505020304" charset="0"/>
                  <a:sym typeface="+mn-ea"/>
                </a:rPr>
                <a:t>chiplet</a:t>
              </a: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 Interconnection Networks in Multi-</a:t>
              </a:r>
              <a:r>
                <a:rPr kumimoji="1" lang="en-US" altLang="zh-CN" sz="2400" b="1" i="1" dirty="0" err="1">
                  <a:solidFill>
                    <a:schemeClr val="bg1"/>
                  </a:solidFill>
                  <a:uFillTx/>
                  <a:latin typeface="Times New Roman Bold Italic" panose="02020803070505020304" charset="0"/>
                  <a:cs typeface="Times New Roman Bold Italic" panose="02020803070505020304" charset="0"/>
                  <a:sym typeface="+mn-ea"/>
                </a:rPr>
                <a:t>chiplet</a:t>
              </a: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 Systems for Accelerating FHE Encrypted Neural Network Applications</a:t>
              </a:r>
            </a:p>
            <a:p>
              <a:pPr lvl="0" algn="l">
                <a:buClrTx/>
                <a:buSzTx/>
                <a:buFontTx/>
              </a:pP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nvGrpSpPr>
            <p:cNvPr id="11" name="组合 10">
              <a:extLst>
                <a:ext uri="{FF2B5EF4-FFF2-40B4-BE49-F238E27FC236}">
                  <a16:creationId xmlns:a16="http://schemas.microsoft.com/office/drawing/2014/main" id="{82009291-DBF4-7B4F-E119-E5ED8B88958E}"/>
                </a:ext>
              </a:extLst>
            </p:cNvPr>
            <p:cNvGrpSpPr/>
            <p:nvPr/>
          </p:nvGrpSpPr>
          <p:grpSpPr>
            <a:xfrm>
              <a:off x="5428" y="3544"/>
              <a:ext cx="2973" cy="1483"/>
              <a:chOff x="5428" y="3544"/>
              <a:chExt cx="2973" cy="1483"/>
            </a:xfrm>
          </p:grpSpPr>
          <p:sp>
            <p:nvSpPr>
              <p:cNvPr id="2" name="文本框 1">
                <a:extLst>
                  <a:ext uri="{FF2B5EF4-FFF2-40B4-BE49-F238E27FC236}">
                    <a16:creationId xmlns:a16="http://schemas.microsoft.com/office/drawing/2014/main" id="{036BF1A2-33BE-E69C-EEE4-CE5C58D1F8C9}"/>
                  </a:ext>
                </a:extLst>
              </p:cNvPr>
              <p:cNvSpPr txBox="1"/>
              <p:nvPr>
                <p:custDataLst>
                  <p:tags r:id="rId4"/>
                </p:custDataLst>
              </p:nvPr>
            </p:nvSpPr>
            <p:spPr>
              <a:xfrm>
                <a:off x="6351" y="3544"/>
                <a:ext cx="1139" cy="1018"/>
              </a:xfrm>
              <a:prstGeom prst="rect">
                <a:avLst/>
              </a:prstGeom>
              <a:noFill/>
            </p:spPr>
            <p:txBody>
              <a:bodyPr wrap="none" rtlCol="0" anchor="ctr" anchorCtr="0">
                <a:spAutoFit/>
              </a:bodyPr>
              <a:lstStyle/>
              <a:p>
                <a:r>
                  <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1</a:t>
                </a:r>
                <a:endPar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endParaRPr>
              </a:p>
            </p:txBody>
          </p:sp>
          <p:sp>
            <p:nvSpPr>
              <p:cNvPr id="5" name="文本框 4">
                <a:extLst>
                  <a:ext uri="{FF2B5EF4-FFF2-40B4-BE49-F238E27FC236}">
                    <a16:creationId xmlns:a16="http://schemas.microsoft.com/office/drawing/2014/main" id="{3F9A9F36-1067-035A-62F9-52C786BBA347}"/>
                  </a:ext>
                </a:extLst>
              </p:cNvPr>
              <p:cNvSpPr txBox="1"/>
              <p:nvPr>
                <p:custDataLst>
                  <p:tags r:id="rId5"/>
                </p:custDataLst>
              </p:nvPr>
            </p:nvSpPr>
            <p:spPr>
              <a:xfrm>
                <a:off x="5428" y="4447"/>
                <a:ext cx="2973" cy="580"/>
              </a:xfrm>
              <a:prstGeom prst="rect">
                <a:avLst/>
              </a:prstGeom>
              <a:noFill/>
            </p:spPr>
            <p:txBody>
              <a:bodyPr wrap="square" rtlCol="0" anchor="t" anchorCtr="0">
                <a:spAutoFit/>
              </a:bodyPr>
              <a:lstStyle/>
              <a:p>
                <a:pPr lvl="0" algn="ctr">
                  <a:buClrTx/>
                  <a:buSzTx/>
                  <a:buFontTx/>
                </a:pPr>
                <a:r>
                  <a:rPr kumimoji="1" lang="en-US" altLang="zh-CN" b="1" i="1" dirty="0">
                    <a:solidFill>
                      <a:schemeClr val="bg1"/>
                    </a:solidFill>
                    <a:uFillTx/>
                    <a:latin typeface="Times New Roman Bold Italic" panose="02020803070505020304" charset="0"/>
                    <a:cs typeface="Times New Roman Bold Italic" panose="02020803070505020304" charset="0"/>
                    <a:sym typeface="+mn-ea"/>
                  </a:rPr>
                  <a:t>Part </a:t>
                </a:r>
                <a:r>
                  <a:rPr kumimoji="1" lang="en-US" altLang="zh-CN" b="1" i="1" dirty="0">
                    <a:solidFill>
                      <a:schemeClr val="bg1"/>
                    </a:solidFill>
                    <a:latin typeface="Times New Roman Bold Italic" panose="02020803070505020304" charset="0"/>
                    <a:cs typeface="Times New Roman Bold Italic" panose="02020803070505020304" charset="0"/>
                    <a:sym typeface="+mn-ea"/>
                  </a:rPr>
                  <a:t>one</a:t>
                </a: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grpSp>
      <p:pic>
        <p:nvPicPr>
          <p:cNvPr id="13" name="图片 12">
            <a:extLst>
              <a:ext uri="{FF2B5EF4-FFF2-40B4-BE49-F238E27FC236}">
                <a16:creationId xmlns:a16="http://schemas.microsoft.com/office/drawing/2014/main" id="{6B738640-BCE0-3623-95A8-6E944FD1549D}"/>
              </a:ext>
            </a:extLst>
          </p:cNvPr>
          <p:cNvPicPr>
            <a:picLocks noChangeAspect="1"/>
          </p:cNvPicPr>
          <p:nvPr/>
        </p:nvPicPr>
        <p:blipFill>
          <a:blip r:embed="rId8"/>
          <a:stretch>
            <a:fillRect/>
          </a:stretch>
        </p:blipFill>
        <p:spPr>
          <a:xfrm>
            <a:off x="4921278" y="133350"/>
            <a:ext cx="2349443" cy="1844147"/>
          </a:xfrm>
          <a:prstGeom prst="rect">
            <a:avLst/>
          </a:prstGeom>
        </p:spPr>
      </p:pic>
      <p:sp>
        <p:nvSpPr>
          <p:cNvPr id="6" name="文本框 5">
            <a:extLst>
              <a:ext uri="{FF2B5EF4-FFF2-40B4-BE49-F238E27FC236}">
                <a16:creationId xmlns:a16="http://schemas.microsoft.com/office/drawing/2014/main" id="{2C4C60A8-5CA8-F3D2-4F6E-EB17B7680C46}"/>
              </a:ext>
            </a:extLst>
          </p:cNvPr>
          <p:cNvSpPr txBox="1"/>
          <p:nvPr/>
        </p:nvSpPr>
        <p:spPr>
          <a:xfrm>
            <a:off x="563879" y="5932169"/>
            <a:ext cx="11064240" cy="642676"/>
          </a:xfrm>
          <a:prstGeom prst="rect">
            <a:avLst/>
          </a:prstGeom>
          <a:noFill/>
        </p:spPr>
        <p:txBody>
          <a:bodyPr wrap="square">
            <a:spAutoFit/>
          </a:bodyPr>
          <a:lstStyle/>
          <a:p>
            <a:pPr>
              <a:lnSpc>
                <a:spcPct val="115000"/>
              </a:lnSpc>
              <a:spcAft>
                <a:spcPts val="800"/>
              </a:spcAft>
            </a:pPr>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[1]</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On Improving the Performance of Intra- and Inter-</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chiplet</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Interconnection Networks in Multi-</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chiplet</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Systems for Accelerating FHE Encrypted Neural Network Applications</a:t>
            </a:r>
          </a:p>
        </p:txBody>
      </p:sp>
    </p:spTree>
    <p:extLst>
      <p:ext uri="{BB962C8B-B14F-4D97-AF65-F5344CB8AC3E}">
        <p14:creationId xmlns:p14="http://schemas.microsoft.com/office/powerpoint/2010/main" val="425825336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68412-D433-CD89-EF3D-DD1A1DE3D4B9}"/>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A2EA300-C172-5172-C487-D2A830F97B6D}"/>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DC54007A-DC91-BBD5-0A68-05CC7DA0D911}"/>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EEB57FB9-420B-F8FE-8287-2630FFED4AB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1BDEFD70-9782-D247-C57C-E2EAE7494940}"/>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DAE6FACE-19FE-9704-C86B-F62358A65355}"/>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D5FEAEB-1EAD-CE5D-3412-7593049E0798}"/>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Kite: A Family of Heterogeneous Interposer Topologies  Enabled via Accurate Interconnect Modeling</a:t>
            </a:r>
          </a:p>
        </p:txBody>
      </p:sp>
      <p:sp>
        <p:nvSpPr>
          <p:cNvPr id="32" name="文本框 31">
            <a:extLst>
              <a:ext uri="{FF2B5EF4-FFF2-40B4-BE49-F238E27FC236}">
                <a16:creationId xmlns:a16="http://schemas.microsoft.com/office/drawing/2014/main" id="{B37445F9-029C-1A22-4EA2-C899A2AD3114}"/>
              </a:ext>
            </a:extLst>
          </p:cNvPr>
          <p:cNvSpPr txBox="1"/>
          <p:nvPr/>
        </p:nvSpPr>
        <p:spPr>
          <a:xfrm>
            <a:off x="1964003" y="1143054"/>
            <a:ext cx="1839901"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intro</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F006F4E2-4FEF-93A1-15C0-B4F61BFCED33}"/>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87DC6F26-C89F-EF08-55B6-3B4F154FE298}"/>
              </a:ext>
            </a:extLst>
          </p:cNvPr>
          <p:cNvSpPr txBox="1"/>
          <p:nvPr/>
        </p:nvSpPr>
        <p:spPr>
          <a:xfrm>
            <a:off x="2069420" y="1713695"/>
            <a:ext cx="9825203" cy="1907510"/>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Intro</a:t>
            </a: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全同态加密</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计算量巨大</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利用多芯粒系统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设计高效</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inter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intra</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互联网络加速数据传输，传统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mesh</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kite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导致</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inter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传输延迟高</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功耗过大，</a:t>
            </a:r>
            <a:r>
              <a:rPr lang="zh-CN" altLang="en-US"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因为这些拓扑结构假设节点</a:t>
            </a:r>
            <a:r>
              <a:rPr lang="en-US" altLang="zh-CN"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链路的带宽或基数均匀</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，而忽略了小芯片间通信量的高度不规则分布</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05E22834-4EA1-C710-1081-AF9A8569B686}"/>
              </a:ext>
            </a:extLst>
          </p:cNvPr>
          <p:cNvPicPr>
            <a:picLocks noChangeAspect="1"/>
          </p:cNvPicPr>
          <p:nvPr/>
        </p:nvPicPr>
        <p:blipFill>
          <a:blip r:embed="rId4"/>
          <a:stretch>
            <a:fillRect/>
          </a:stretch>
        </p:blipFill>
        <p:spPr>
          <a:xfrm>
            <a:off x="2623257" y="3621205"/>
            <a:ext cx="8222741" cy="2896557"/>
          </a:xfrm>
          <a:prstGeom prst="rect">
            <a:avLst/>
          </a:prstGeom>
        </p:spPr>
      </p:pic>
    </p:spTree>
    <p:extLst>
      <p:ext uri="{BB962C8B-B14F-4D97-AF65-F5344CB8AC3E}">
        <p14:creationId xmlns:p14="http://schemas.microsoft.com/office/powerpoint/2010/main" val="672240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70546-CEB2-38DF-9BE4-DBF18A8D56F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D947499-8002-2C9C-5779-30E8ED49304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0FCD1A60-FF3A-2F0C-DC51-89E4CCB01703}"/>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16BFD56A-78C5-06BD-CE8E-2F35D321FCCC}"/>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6C07CF67-B85C-1D4F-41CD-0A4A65CDEC3E}"/>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BFE3F73-6CCE-5BB5-573C-999D74C5045C}"/>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B0F49C4-837C-DF54-DCD1-9E80B84C9EB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D46F98E4-F941-A955-8232-C7E82B49A944}"/>
              </a:ext>
            </a:extLst>
          </p:cNvPr>
          <p:cNvSpPr txBox="1"/>
          <p:nvPr/>
        </p:nvSpPr>
        <p:spPr>
          <a:xfrm>
            <a:off x="1964003" y="1143054"/>
            <a:ext cx="1839901"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intro</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0A1350E4-2048-5AB9-9254-C98CCEC4C9A5}"/>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D9DE57EB-8239-99E1-79B0-634D7F1AA9B1}"/>
              </a:ext>
            </a:extLst>
          </p:cNvPr>
          <p:cNvSpPr txBox="1"/>
          <p:nvPr/>
        </p:nvSpPr>
        <p:spPr>
          <a:xfrm>
            <a:off x="2069420" y="1713695"/>
            <a:ext cx="9825203" cy="1906740"/>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Intro</a:t>
            </a:r>
          </a:p>
          <a:p>
            <a:pPr marL="1200150" lvl="2"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Kite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的执行时间缩短了</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10.4%</a:t>
            </a: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小芯片间通信的不均匀性，小芯片间通信需求的最大和最小相差</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10</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倍。因此网格和环无法有效加速大容量通信流，因为所有的链路都是统一的，</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kite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增加了链路数量但是也增加了</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44.3%</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的功耗</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p>
        </p:txBody>
      </p:sp>
      <p:pic>
        <p:nvPicPr>
          <p:cNvPr id="8" name="图片 7">
            <a:extLst>
              <a:ext uri="{FF2B5EF4-FFF2-40B4-BE49-F238E27FC236}">
                <a16:creationId xmlns:a16="http://schemas.microsoft.com/office/drawing/2014/main" id="{CF757F6D-32D3-853D-3425-3E21968A7EB1}"/>
              </a:ext>
            </a:extLst>
          </p:cNvPr>
          <p:cNvPicPr>
            <a:picLocks noChangeAspect="1"/>
          </p:cNvPicPr>
          <p:nvPr/>
        </p:nvPicPr>
        <p:blipFill>
          <a:blip r:embed="rId4"/>
          <a:stretch>
            <a:fillRect/>
          </a:stretch>
        </p:blipFill>
        <p:spPr>
          <a:xfrm>
            <a:off x="1460497" y="3987454"/>
            <a:ext cx="5905200" cy="2196778"/>
          </a:xfrm>
          <a:prstGeom prst="rect">
            <a:avLst/>
          </a:prstGeom>
        </p:spPr>
      </p:pic>
      <p:pic>
        <p:nvPicPr>
          <p:cNvPr id="5" name="图片 4">
            <a:extLst>
              <a:ext uri="{FF2B5EF4-FFF2-40B4-BE49-F238E27FC236}">
                <a16:creationId xmlns:a16="http://schemas.microsoft.com/office/drawing/2014/main" id="{11C721E7-3CB9-4AED-B261-0F1D0DCFCC07}"/>
              </a:ext>
            </a:extLst>
          </p:cNvPr>
          <p:cNvPicPr>
            <a:picLocks noChangeAspect="1"/>
          </p:cNvPicPr>
          <p:nvPr/>
        </p:nvPicPr>
        <p:blipFill>
          <a:blip r:embed="rId5"/>
          <a:stretch>
            <a:fillRect/>
          </a:stretch>
        </p:blipFill>
        <p:spPr>
          <a:xfrm>
            <a:off x="7365697" y="3854895"/>
            <a:ext cx="4673840" cy="2711589"/>
          </a:xfrm>
          <a:prstGeom prst="rect">
            <a:avLst/>
          </a:prstGeom>
        </p:spPr>
      </p:pic>
    </p:spTree>
    <p:extLst>
      <p:ext uri="{BB962C8B-B14F-4D97-AF65-F5344CB8AC3E}">
        <p14:creationId xmlns:p14="http://schemas.microsoft.com/office/powerpoint/2010/main" val="177622836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70546-CEB2-38DF-9BE4-DBF18A8D56F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D947499-8002-2C9C-5779-30E8ED49304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0FCD1A60-FF3A-2F0C-DC51-89E4CCB01703}"/>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16BFD56A-78C5-06BD-CE8E-2F35D321FCCC}"/>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6C07CF67-B85C-1D4F-41CD-0A4A65CDEC3E}"/>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BFE3F73-6CCE-5BB5-573C-999D74C5045C}"/>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B0F49C4-837C-DF54-DCD1-9E80B84C9EB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D46F98E4-F941-A955-8232-C7E82B49A944}"/>
              </a:ext>
            </a:extLst>
          </p:cNvPr>
          <p:cNvSpPr txBox="1"/>
          <p:nvPr/>
        </p:nvSpPr>
        <p:spPr>
          <a:xfrm>
            <a:off x="1964003" y="1143054"/>
            <a:ext cx="1839901"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intro</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0A1350E4-2048-5AB9-9254-C98CCEC4C9A5}"/>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D9DE57EB-8239-99E1-79B0-634D7F1AA9B1}"/>
              </a:ext>
            </a:extLst>
          </p:cNvPr>
          <p:cNvSpPr txBox="1"/>
          <p:nvPr/>
        </p:nvSpPr>
        <p:spPr>
          <a:xfrm>
            <a:off x="1685527" y="1405800"/>
            <a:ext cx="9825203" cy="5231497"/>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Intro</a:t>
            </a: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考虑</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FHE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应用流量分布的不规则形，定制化小芯片间互联网络设计。</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但是网络设计空间很大</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定制的</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NoC</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生成不行，因为</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不知道</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之间接口和中介层的约束</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除了拓扑之外，任务的映射和</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FHE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参数选择也影响</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间互联流量分配</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定义并解决了一个小芯片内和小芯片间互联网络</a:t>
            </a:r>
            <a:r>
              <a:rPr lang="zh-CN" altLang="en-US"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优化问题</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建模：小芯片内和小芯片间互连网络参数的延迟和应用程序执行时间</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图模型进行任务到核心的映射</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在成本功耗限制下减少</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FHE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应用程序的执行时间</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优化策略</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）生成小芯片内和小芯片间互连网络，（</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）执行任务到核心映射，以及（</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3</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）选择关键</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FHE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参数</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10" name="图片 9">
            <a:extLst>
              <a:ext uri="{FF2B5EF4-FFF2-40B4-BE49-F238E27FC236}">
                <a16:creationId xmlns:a16="http://schemas.microsoft.com/office/drawing/2014/main" id="{5A6E116F-7F1A-449C-B382-006ECC064C6E}"/>
              </a:ext>
            </a:extLst>
          </p:cNvPr>
          <p:cNvPicPr>
            <a:picLocks noChangeAspect="1"/>
          </p:cNvPicPr>
          <p:nvPr/>
        </p:nvPicPr>
        <p:blipFill>
          <a:blip r:embed="rId4"/>
          <a:stretch>
            <a:fillRect/>
          </a:stretch>
        </p:blipFill>
        <p:spPr>
          <a:xfrm>
            <a:off x="5772732" y="2144461"/>
            <a:ext cx="914447" cy="450873"/>
          </a:xfrm>
          <a:prstGeom prst="rect">
            <a:avLst/>
          </a:prstGeom>
        </p:spPr>
      </p:pic>
    </p:spTree>
    <p:extLst>
      <p:ext uri="{BB962C8B-B14F-4D97-AF65-F5344CB8AC3E}">
        <p14:creationId xmlns:p14="http://schemas.microsoft.com/office/powerpoint/2010/main" val="184235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70546-CEB2-38DF-9BE4-DBF18A8D56F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D947499-8002-2C9C-5779-30E8ED49304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0FCD1A60-FF3A-2F0C-DC51-89E4CCB01703}"/>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16BFD56A-78C5-06BD-CE8E-2F35D321FCCC}"/>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6C07CF67-B85C-1D4F-41CD-0A4A65CDEC3E}"/>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BFE3F73-6CCE-5BB5-573C-999D74C5045C}"/>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B0F49C4-837C-DF54-DCD1-9E80B84C9EB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D46F98E4-F941-A955-8232-C7E82B49A944}"/>
              </a:ext>
            </a:extLst>
          </p:cNvPr>
          <p:cNvSpPr txBox="1"/>
          <p:nvPr/>
        </p:nvSpPr>
        <p:spPr>
          <a:xfrm>
            <a:off x="1964003" y="1143054"/>
            <a:ext cx="891942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2.1 System Model and Problem Definition</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0A1350E4-2048-5AB9-9254-C98CCEC4C9A5}"/>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D9DE57EB-8239-99E1-79B0-634D7F1AA9B1}"/>
              </a:ext>
            </a:extLst>
          </p:cNvPr>
          <p:cNvSpPr txBox="1"/>
          <p:nvPr/>
        </p:nvSpPr>
        <p:spPr>
          <a:xfrm>
            <a:off x="1663046" y="1655818"/>
            <a:ext cx="9825203" cy="4941737"/>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CKKS</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加密神经网络推理应用</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--task graph GF(V , S)</a:t>
            </a: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每个任务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 ∈ V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都是一个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CKKS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运算符（例如同态加法 （</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HAdd</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）、同态乘法 （</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HMult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和</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key-switching</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运算）</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边</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si</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 =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vj</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是任务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 </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vj</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之间的通信</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权重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ω</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）是任务的执行时间</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权重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ω</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si</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是它们之间的流量</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权重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vj</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是从任务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到任务 </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vj</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的通信延迟。</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多芯片系统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pt-BR"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denoted as graph GC(U , 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it-IT"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core i in chiplet j</a:t>
            </a:r>
            <a:endParaRPr lang="pt-BR"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数量</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Rj</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p>
          <a:p>
            <a:pPr marL="1200150" lvl="2" indent="-285750">
              <a:lnSpc>
                <a:spcPct val="120000"/>
              </a:lnSpc>
              <a:buSzPct val="80000"/>
              <a:buFont typeface="Wingdings" panose="05000000000000000000" charset="0"/>
              <a:buChar char=""/>
            </a:pP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bj</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 </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j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的内存容量</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U</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是遵循</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Ark [27]</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中架构的内核集，每个内核具有</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NTT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INTT</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、自同构、</a:t>
            </a:r>
            <a:r>
              <a:rPr lang="en-US" altLang="zh-CN" sz="16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MultiplyAdd</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单元等，以及一个全局缓冲区</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E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是内核之间的链接集</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权重</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ω</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ei1</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j1</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i2</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j2</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ui1</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j1</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ui2</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j2</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之间的传输延迟（如果它们是连接的）</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表示节点之间连通性的二进制变量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ci1</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j1</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i2</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j2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定义如下</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Tree>
    <p:extLst>
      <p:ext uri="{BB962C8B-B14F-4D97-AF65-F5344CB8AC3E}">
        <p14:creationId xmlns:p14="http://schemas.microsoft.com/office/powerpoint/2010/main" val="36491886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70546-CEB2-38DF-9BE4-DBF18A8D56F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D947499-8002-2C9C-5779-30E8ED49304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0FCD1A60-FF3A-2F0C-DC51-89E4CCB01703}"/>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16BFD56A-78C5-06BD-CE8E-2F35D321FCCC}"/>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6C07CF67-B85C-1D4F-41CD-0A4A65CDEC3E}"/>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BFE3F73-6CCE-5BB5-573C-999D74C5045C}"/>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B0F49C4-837C-DF54-DCD1-9E80B84C9EB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D46F98E4-F941-A955-8232-C7E82B49A944}"/>
              </a:ext>
            </a:extLst>
          </p:cNvPr>
          <p:cNvSpPr txBox="1"/>
          <p:nvPr/>
        </p:nvSpPr>
        <p:spPr>
          <a:xfrm>
            <a:off x="1964003" y="1143054"/>
            <a:ext cx="891942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2.1 System Model and Problem Definition</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0A1350E4-2048-5AB9-9254-C98CCEC4C9A5}"/>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D9DE57EB-8239-99E1-79B0-634D7F1AA9B1}"/>
              </a:ext>
            </a:extLst>
          </p:cNvPr>
          <p:cNvSpPr txBox="1"/>
          <p:nvPr/>
        </p:nvSpPr>
        <p:spPr>
          <a:xfrm>
            <a:off x="1663046" y="1655818"/>
            <a:ext cx="9825203" cy="4196598"/>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表示节点之间连通性的二进制变量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ci1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i2</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j2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定义如下</a:t>
            </a:r>
          </a:p>
          <a:p>
            <a:pPr marL="1200150" lvl="2" indent="-285750">
              <a:lnSpc>
                <a:spcPct val="120000"/>
              </a:lnSpc>
              <a:buSzPct val="80000"/>
              <a:buFont typeface="Wingdings" panose="05000000000000000000" charset="0"/>
              <a:buChar char=""/>
            </a:pP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芯片之间的连通性</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接口计数表示为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dk</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，小芯片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中的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接口由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u|Rk</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u|Rk</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|+dk</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表示；每个</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有不超过</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4</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个用于小芯片间通信的</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接口</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变量 </a:t>
            </a:r>
            <a:r>
              <a:rPr lang="el-GR"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π</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来表示任务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到核心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uj</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的映射</a:t>
            </a: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pt-BR"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7E03CC93-58AC-4015-938E-7604BE04A5ED}"/>
              </a:ext>
            </a:extLst>
          </p:cNvPr>
          <p:cNvPicPr>
            <a:picLocks noChangeAspect="1"/>
          </p:cNvPicPr>
          <p:nvPr/>
        </p:nvPicPr>
        <p:blipFill>
          <a:blip r:embed="rId4"/>
          <a:stretch>
            <a:fillRect/>
          </a:stretch>
        </p:blipFill>
        <p:spPr>
          <a:xfrm>
            <a:off x="4154435" y="2281274"/>
            <a:ext cx="4842424" cy="595005"/>
          </a:xfrm>
          <a:prstGeom prst="rect">
            <a:avLst/>
          </a:prstGeom>
        </p:spPr>
      </p:pic>
      <p:pic>
        <p:nvPicPr>
          <p:cNvPr id="8" name="图片 7">
            <a:extLst>
              <a:ext uri="{FF2B5EF4-FFF2-40B4-BE49-F238E27FC236}">
                <a16:creationId xmlns:a16="http://schemas.microsoft.com/office/drawing/2014/main" id="{2E27B2AE-E3A6-4802-B8C5-072BF312841A}"/>
              </a:ext>
            </a:extLst>
          </p:cNvPr>
          <p:cNvPicPr>
            <a:picLocks noChangeAspect="1"/>
          </p:cNvPicPr>
          <p:nvPr/>
        </p:nvPicPr>
        <p:blipFill>
          <a:blip r:embed="rId5"/>
          <a:stretch>
            <a:fillRect/>
          </a:stretch>
        </p:blipFill>
        <p:spPr>
          <a:xfrm>
            <a:off x="4871161" y="4803066"/>
            <a:ext cx="4084383" cy="798232"/>
          </a:xfrm>
          <a:prstGeom prst="rect">
            <a:avLst/>
          </a:prstGeom>
        </p:spPr>
      </p:pic>
      <p:pic>
        <p:nvPicPr>
          <p:cNvPr id="11" name="图片 10">
            <a:extLst>
              <a:ext uri="{FF2B5EF4-FFF2-40B4-BE49-F238E27FC236}">
                <a16:creationId xmlns:a16="http://schemas.microsoft.com/office/drawing/2014/main" id="{A63986B3-0B0A-4048-844D-A4D75C367696}"/>
              </a:ext>
            </a:extLst>
          </p:cNvPr>
          <p:cNvPicPr>
            <a:picLocks noChangeAspect="1"/>
          </p:cNvPicPr>
          <p:nvPr/>
        </p:nvPicPr>
        <p:blipFill>
          <a:blip r:embed="rId6"/>
          <a:stretch>
            <a:fillRect/>
          </a:stretch>
        </p:blipFill>
        <p:spPr>
          <a:xfrm>
            <a:off x="2211142" y="5852416"/>
            <a:ext cx="6484482" cy="844866"/>
          </a:xfrm>
          <a:prstGeom prst="rect">
            <a:avLst/>
          </a:prstGeom>
        </p:spPr>
      </p:pic>
    </p:spTree>
    <p:extLst>
      <p:ext uri="{BB962C8B-B14F-4D97-AF65-F5344CB8AC3E}">
        <p14:creationId xmlns:p14="http://schemas.microsoft.com/office/powerpoint/2010/main" val="6940767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70546-CEB2-38DF-9BE4-DBF18A8D56F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D947499-8002-2C9C-5779-30E8ED49304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0FCD1A60-FF3A-2F0C-DC51-89E4CCB01703}"/>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16BFD56A-78C5-06BD-CE8E-2F35D321FCCC}"/>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6C07CF67-B85C-1D4F-41CD-0A4A65CDEC3E}"/>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BFE3F73-6CCE-5BB5-573C-999D74C5045C}"/>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B0F49C4-837C-DF54-DCD1-9E80B84C9EB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D46F98E4-F941-A955-8232-C7E82B49A944}"/>
              </a:ext>
            </a:extLst>
          </p:cNvPr>
          <p:cNvSpPr txBox="1"/>
          <p:nvPr/>
        </p:nvSpPr>
        <p:spPr>
          <a:xfrm>
            <a:off x="1964003" y="1143054"/>
            <a:ext cx="891942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2.2 Latency Model</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0A1350E4-2048-5AB9-9254-C98CCEC4C9A5}"/>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D9DE57EB-8239-99E1-79B0-634D7F1AA9B1}"/>
              </a:ext>
            </a:extLst>
          </p:cNvPr>
          <p:cNvSpPr txBox="1"/>
          <p:nvPr/>
        </p:nvSpPr>
        <p:spPr>
          <a:xfrm>
            <a:off x="1663046" y="2095830"/>
            <a:ext cx="9825203" cy="4794005"/>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采用</a:t>
            </a:r>
            <a:r>
              <a:rPr lang="zh-CN" altLang="en-US"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确定性路由算法</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来计算两个内核之间的延迟，由下面两个部分的延迟组成</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）零负载延迟</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tzero</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vj</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），与源内核和目标内核之间的最短路径距离有关</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0</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负载延迟由</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the </a:t>
            </a:r>
            <a:r>
              <a:rPr lang="en-US" altLang="zh-CN" sz="2000" spc="120" dirty="0">
                <a:solidFill>
                  <a:srgbClr val="FF0000"/>
                </a:solidFill>
                <a:latin typeface="Times New Roman Regular" panose="02020803070505020304" charset="0"/>
                <a:ea typeface="微软雅黑" panose="020B0503020204020204" pitchFamily="34" charset="-122"/>
                <a:cs typeface="Times New Roman Regular" panose="02020803070505020304" charset="0"/>
                <a:sym typeface="+mn-ea"/>
              </a:rPr>
              <a:t>latency of head packet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and the </a:t>
            </a:r>
            <a:r>
              <a:rPr lang="en-US" altLang="zh-CN" sz="2000" spc="120" dirty="0">
                <a:solidFill>
                  <a:srgbClr val="FF0000"/>
                </a:solidFill>
                <a:latin typeface="Times New Roman Regular" panose="02020803070505020304" charset="0"/>
                <a:ea typeface="微软雅黑" panose="020B0503020204020204" pitchFamily="34" charset="-122"/>
                <a:cs typeface="Times New Roman Regular" panose="02020803070505020304" charset="0"/>
                <a:sym typeface="+mn-ea"/>
              </a:rPr>
              <a:t>serialization latency</a:t>
            </a:r>
          </a:p>
          <a:p>
            <a:pPr marL="1657350" lvl="3"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serialization latency</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跟数据包大小有关（</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flit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数量），</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the latency of head packet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由路径由最短路径决定</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最短路径可由贝尔曼方程计算得到，</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 make the performance model differentiable, it is smoothed by the log-exp smoothing method</a:t>
            </a:r>
          </a:p>
          <a:p>
            <a:pPr marL="1200150" lvl="2" indent="-285750">
              <a:lnSpc>
                <a:spcPct val="120000"/>
              </a:lnSpc>
              <a:buSzPct val="80000"/>
              <a:buFont typeface="Wingdings" panose="05000000000000000000" charset="0"/>
              <a:buChar char=""/>
            </a:pP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10" name="图片 9">
            <a:extLst>
              <a:ext uri="{FF2B5EF4-FFF2-40B4-BE49-F238E27FC236}">
                <a16:creationId xmlns:a16="http://schemas.microsoft.com/office/drawing/2014/main" id="{D2A9B961-D086-48C3-85EE-D028D8F3576B}"/>
              </a:ext>
            </a:extLst>
          </p:cNvPr>
          <p:cNvPicPr>
            <a:picLocks noChangeAspect="1"/>
          </p:cNvPicPr>
          <p:nvPr/>
        </p:nvPicPr>
        <p:blipFill>
          <a:blip r:embed="rId4"/>
          <a:stretch>
            <a:fillRect/>
          </a:stretch>
        </p:blipFill>
        <p:spPr>
          <a:xfrm>
            <a:off x="4599500" y="3915783"/>
            <a:ext cx="4955832" cy="428580"/>
          </a:xfrm>
          <a:prstGeom prst="rect">
            <a:avLst/>
          </a:prstGeom>
        </p:spPr>
      </p:pic>
      <p:pic>
        <p:nvPicPr>
          <p:cNvPr id="14" name="图片 13">
            <a:extLst>
              <a:ext uri="{FF2B5EF4-FFF2-40B4-BE49-F238E27FC236}">
                <a16:creationId xmlns:a16="http://schemas.microsoft.com/office/drawing/2014/main" id="{E4BEDC7A-DF6D-4092-B440-72F4683518AF}"/>
              </a:ext>
            </a:extLst>
          </p:cNvPr>
          <p:cNvPicPr>
            <a:picLocks noChangeAspect="1"/>
          </p:cNvPicPr>
          <p:nvPr/>
        </p:nvPicPr>
        <p:blipFill>
          <a:blip r:embed="rId5"/>
          <a:stretch>
            <a:fillRect/>
          </a:stretch>
        </p:blipFill>
        <p:spPr>
          <a:xfrm>
            <a:off x="4219286" y="5051193"/>
            <a:ext cx="5610326" cy="393148"/>
          </a:xfrm>
          <a:prstGeom prst="rect">
            <a:avLst/>
          </a:prstGeom>
        </p:spPr>
      </p:pic>
      <p:pic>
        <p:nvPicPr>
          <p:cNvPr id="16" name="图片 15">
            <a:extLst>
              <a:ext uri="{FF2B5EF4-FFF2-40B4-BE49-F238E27FC236}">
                <a16:creationId xmlns:a16="http://schemas.microsoft.com/office/drawing/2014/main" id="{692B4F6E-C821-4805-BD3C-AD9090D23956}"/>
              </a:ext>
            </a:extLst>
          </p:cNvPr>
          <p:cNvPicPr>
            <a:picLocks noChangeAspect="1"/>
          </p:cNvPicPr>
          <p:nvPr/>
        </p:nvPicPr>
        <p:blipFill>
          <a:blip r:embed="rId6"/>
          <a:stretch>
            <a:fillRect/>
          </a:stretch>
        </p:blipFill>
        <p:spPr>
          <a:xfrm>
            <a:off x="7458395" y="86709"/>
            <a:ext cx="4193875" cy="1939521"/>
          </a:xfrm>
          <a:prstGeom prst="rect">
            <a:avLst/>
          </a:prstGeom>
        </p:spPr>
      </p:pic>
      <p:pic>
        <p:nvPicPr>
          <p:cNvPr id="22" name="图片 21">
            <a:extLst>
              <a:ext uri="{FF2B5EF4-FFF2-40B4-BE49-F238E27FC236}">
                <a16:creationId xmlns:a16="http://schemas.microsoft.com/office/drawing/2014/main" id="{054A9545-6881-485A-AA68-B5BE7194886D}"/>
              </a:ext>
            </a:extLst>
          </p:cNvPr>
          <p:cNvPicPr>
            <a:picLocks noChangeAspect="1"/>
          </p:cNvPicPr>
          <p:nvPr/>
        </p:nvPicPr>
        <p:blipFill>
          <a:blip r:embed="rId7"/>
          <a:stretch>
            <a:fillRect/>
          </a:stretch>
        </p:blipFill>
        <p:spPr>
          <a:xfrm>
            <a:off x="3008778" y="234509"/>
            <a:ext cx="4599137" cy="529700"/>
          </a:xfrm>
          <a:prstGeom prst="rect">
            <a:avLst/>
          </a:prstGeom>
        </p:spPr>
      </p:pic>
    </p:spTree>
    <p:extLst>
      <p:ext uri="{BB962C8B-B14F-4D97-AF65-F5344CB8AC3E}">
        <p14:creationId xmlns:p14="http://schemas.microsoft.com/office/powerpoint/2010/main" val="2700324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70546-CEB2-38DF-9BE4-DBF18A8D56F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D947499-8002-2C9C-5779-30E8ED49304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0FCD1A60-FF3A-2F0C-DC51-89E4CCB01703}"/>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16BFD56A-78C5-06BD-CE8E-2F35D321FCCC}"/>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6C07CF67-B85C-1D4F-41CD-0A4A65CDEC3E}"/>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BFE3F73-6CCE-5BB5-573C-999D74C5045C}"/>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B0F49C4-837C-DF54-DCD1-9E80B84C9EB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D46F98E4-F941-A955-8232-C7E82B49A944}"/>
              </a:ext>
            </a:extLst>
          </p:cNvPr>
          <p:cNvSpPr txBox="1"/>
          <p:nvPr/>
        </p:nvSpPr>
        <p:spPr>
          <a:xfrm>
            <a:off x="1964003" y="1143054"/>
            <a:ext cx="891942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2.2 Latency Model</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0A1350E4-2048-5AB9-9254-C98CCEC4C9A5}"/>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D9DE57EB-8239-99E1-79B0-634D7F1AA9B1}"/>
              </a:ext>
            </a:extLst>
          </p:cNvPr>
          <p:cNvSpPr txBox="1"/>
          <p:nvPr/>
        </p:nvSpPr>
        <p:spPr>
          <a:xfrm>
            <a:off x="1511111" y="1741903"/>
            <a:ext cx="9825203" cy="4492064"/>
          </a:xfrm>
          <a:prstGeom prst="rect">
            <a:avLst/>
          </a:prstGeom>
          <a:noFill/>
        </p:spPr>
        <p:txBody>
          <a:bodyPr wrap="square">
            <a:spAutoFit/>
          </a:bodyPr>
          <a:lstStyle/>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）队列延迟</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tqueuing</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vj</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），通过队列理论建模。多个通道争夺单个通道，所以</a:t>
            </a:r>
            <a:r>
              <a:rPr lang="zh-CN" altLang="en-US"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路由器的平均排队</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时延：</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lvl="2">
              <a:lnSpc>
                <a:spcPct val="120000"/>
              </a:lnSpc>
              <a:buSzPct val="80000"/>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输出信道被占用的比例（数据包到达率</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服务率的变异系数）</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（输出的平均到达率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数据包到达速率）</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pt-BR"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B0E08C6B-5CF9-4A1B-8E88-E51548FAEF13}"/>
              </a:ext>
            </a:extLst>
          </p:cNvPr>
          <p:cNvPicPr>
            <a:picLocks noChangeAspect="1"/>
          </p:cNvPicPr>
          <p:nvPr/>
        </p:nvPicPr>
        <p:blipFill>
          <a:blip r:embed="rId4"/>
          <a:stretch>
            <a:fillRect/>
          </a:stretch>
        </p:blipFill>
        <p:spPr>
          <a:xfrm>
            <a:off x="4072410" y="2801958"/>
            <a:ext cx="4432528" cy="1898748"/>
          </a:xfrm>
          <a:prstGeom prst="rect">
            <a:avLst/>
          </a:prstGeom>
        </p:spPr>
      </p:pic>
      <p:pic>
        <p:nvPicPr>
          <p:cNvPr id="11" name="图片 10">
            <a:extLst>
              <a:ext uri="{FF2B5EF4-FFF2-40B4-BE49-F238E27FC236}">
                <a16:creationId xmlns:a16="http://schemas.microsoft.com/office/drawing/2014/main" id="{F891D0D7-A8FC-42D7-AC9C-EAFAA1F5B865}"/>
              </a:ext>
            </a:extLst>
          </p:cNvPr>
          <p:cNvPicPr>
            <a:picLocks noChangeAspect="1"/>
          </p:cNvPicPr>
          <p:nvPr/>
        </p:nvPicPr>
        <p:blipFill>
          <a:blip r:embed="rId5"/>
          <a:stretch>
            <a:fillRect/>
          </a:stretch>
        </p:blipFill>
        <p:spPr>
          <a:xfrm>
            <a:off x="8451094" y="2244580"/>
            <a:ext cx="2992833" cy="2680480"/>
          </a:xfrm>
          <a:prstGeom prst="rect">
            <a:avLst/>
          </a:prstGeom>
        </p:spPr>
      </p:pic>
      <p:pic>
        <p:nvPicPr>
          <p:cNvPr id="15" name="图片 14">
            <a:extLst>
              <a:ext uri="{FF2B5EF4-FFF2-40B4-BE49-F238E27FC236}">
                <a16:creationId xmlns:a16="http://schemas.microsoft.com/office/drawing/2014/main" id="{B3290C12-FBFB-4E3E-A20F-464041B6781B}"/>
              </a:ext>
            </a:extLst>
          </p:cNvPr>
          <p:cNvPicPr>
            <a:picLocks noChangeAspect="1"/>
          </p:cNvPicPr>
          <p:nvPr/>
        </p:nvPicPr>
        <p:blipFill>
          <a:blip r:embed="rId6"/>
          <a:stretch>
            <a:fillRect/>
          </a:stretch>
        </p:blipFill>
        <p:spPr>
          <a:xfrm>
            <a:off x="4329895" y="5913080"/>
            <a:ext cx="4426177" cy="812842"/>
          </a:xfrm>
          <a:prstGeom prst="rect">
            <a:avLst/>
          </a:prstGeom>
        </p:spPr>
      </p:pic>
      <p:pic>
        <p:nvPicPr>
          <p:cNvPr id="18" name="图片 17">
            <a:extLst>
              <a:ext uri="{FF2B5EF4-FFF2-40B4-BE49-F238E27FC236}">
                <a16:creationId xmlns:a16="http://schemas.microsoft.com/office/drawing/2014/main" id="{4A7C91A7-5A62-47A8-9B0A-BC89FAFA43DA}"/>
              </a:ext>
            </a:extLst>
          </p:cNvPr>
          <p:cNvPicPr>
            <a:picLocks noChangeAspect="1"/>
          </p:cNvPicPr>
          <p:nvPr/>
        </p:nvPicPr>
        <p:blipFill>
          <a:blip r:embed="rId7"/>
          <a:stretch>
            <a:fillRect/>
          </a:stretch>
        </p:blipFill>
        <p:spPr>
          <a:xfrm>
            <a:off x="4156935" y="226534"/>
            <a:ext cx="4599137" cy="529700"/>
          </a:xfrm>
          <a:prstGeom prst="rect">
            <a:avLst/>
          </a:prstGeom>
        </p:spPr>
      </p:pic>
    </p:spTree>
    <p:extLst>
      <p:ext uri="{BB962C8B-B14F-4D97-AF65-F5344CB8AC3E}">
        <p14:creationId xmlns:p14="http://schemas.microsoft.com/office/powerpoint/2010/main" val="416631173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7B985-F0BC-D148-BB47-C0FCCE29EFB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77A8DCC-1D85-A277-FA67-361F016B8B6C}"/>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188DA55C-6C8E-21BC-A8B5-73EBB64B1052}"/>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98D07F03-40EB-43C1-129E-232490BE59CC}"/>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76BAF102-F0B8-95DC-7811-5C4FC45E9FF8}"/>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525E131F-2421-ABE9-854A-9B03EFE50D12}"/>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61A308B9-C0AD-2E30-F57F-52791BD7288F}"/>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A013F7B5-A4DE-465E-A79C-9CCA3F93C7C6}"/>
              </a:ext>
            </a:extLst>
          </p:cNvPr>
          <p:cNvSpPr txBox="1"/>
          <p:nvPr/>
        </p:nvSpPr>
        <p:spPr>
          <a:xfrm>
            <a:off x="1964003" y="1143054"/>
            <a:ext cx="891942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2.3 Performance Model</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AEFCF1CB-975E-6E3D-29A4-721F8CC78840}"/>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FA4DC381-D610-8032-F1EE-3AEFA6917B72}"/>
              </a:ext>
            </a:extLst>
          </p:cNvPr>
          <p:cNvSpPr txBox="1"/>
          <p:nvPr/>
        </p:nvSpPr>
        <p:spPr>
          <a:xfrm>
            <a:off x="1599113" y="2295545"/>
            <a:ext cx="9825203" cy="3384068"/>
          </a:xfrm>
          <a:prstGeom prst="rect">
            <a:avLst/>
          </a:prstGeom>
          <a:noFill/>
        </p:spPr>
        <p:txBody>
          <a:bodyPr wrap="square">
            <a:spAutoFit/>
          </a:bodyPr>
          <a:lstStyle/>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递归更新从源节点</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v0</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到节点</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vk</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的路径长度，得到最优值</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σ k</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v0</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vk</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a:t>
            </a:r>
            <a:r>
              <a:rPr lang="zh-CN" altLang="en-US"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第</a:t>
            </a:r>
            <a:r>
              <a:rPr lang="en-US" altLang="zh-CN"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a:t>
            </a:r>
            <a:r>
              <a:rPr lang="zh-CN" altLang="en-US"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步</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的最大执行时间，</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是任务图中的节点集，</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ω</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vk</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）是任务</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vk</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的执行时间，</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vk−1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vk</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）是从核心运行任务</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到核心运行任务</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的通信延迟：</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从源</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V0</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到汇点</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Vm</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的完工时间，是最长的一条的总时间：</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5084C1F9-098E-10BD-724A-B64F167433E2}"/>
              </a:ext>
            </a:extLst>
          </p:cNvPr>
          <p:cNvPicPr>
            <a:picLocks noChangeAspect="1"/>
          </p:cNvPicPr>
          <p:nvPr/>
        </p:nvPicPr>
        <p:blipFill>
          <a:blip r:embed="rId4"/>
          <a:stretch>
            <a:fillRect/>
          </a:stretch>
        </p:blipFill>
        <p:spPr>
          <a:xfrm>
            <a:off x="6836281" y="353108"/>
            <a:ext cx="4200525" cy="1952625"/>
          </a:xfrm>
          <a:prstGeom prst="rect">
            <a:avLst/>
          </a:prstGeom>
        </p:spPr>
      </p:pic>
      <p:pic>
        <p:nvPicPr>
          <p:cNvPr id="10" name="图片 9">
            <a:extLst>
              <a:ext uri="{FF2B5EF4-FFF2-40B4-BE49-F238E27FC236}">
                <a16:creationId xmlns:a16="http://schemas.microsoft.com/office/drawing/2014/main" id="{3A6CC637-5DA1-C9B2-0B76-196273CEE5BB}"/>
              </a:ext>
            </a:extLst>
          </p:cNvPr>
          <p:cNvPicPr>
            <a:picLocks noChangeAspect="1"/>
          </p:cNvPicPr>
          <p:nvPr/>
        </p:nvPicPr>
        <p:blipFill>
          <a:blip r:embed="rId5"/>
          <a:stretch>
            <a:fillRect/>
          </a:stretch>
        </p:blipFill>
        <p:spPr>
          <a:xfrm>
            <a:off x="3529012" y="4007708"/>
            <a:ext cx="5133975" cy="561975"/>
          </a:xfrm>
          <a:prstGeom prst="rect">
            <a:avLst/>
          </a:prstGeom>
        </p:spPr>
      </p:pic>
      <p:pic>
        <p:nvPicPr>
          <p:cNvPr id="12" name="图片 11">
            <a:extLst>
              <a:ext uri="{FF2B5EF4-FFF2-40B4-BE49-F238E27FC236}">
                <a16:creationId xmlns:a16="http://schemas.microsoft.com/office/drawing/2014/main" id="{B5A35C2B-F57B-6694-A828-326BF87D8460}"/>
              </a:ext>
            </a:extLst>
          </p:cNvPr>
          <p:cNvPicPr>
            <a:picLocks noChangeAspect="1"/>
          </p:cNvPicPr>
          <p:nvPr/>
        </p:nvPicPr>
        <p:blipFill>
          <a:blip r:embed="rId6"/>
          <a:stretch>
            <a:fillRect/>
          </a:stretch>
        </p:blipFill>
        <p:spPr>
          <a:xfrm>
            <a:off x="3873289" y="5391096"/>
            <a:ext cx="5276850" cy="647700"/>
          </a:xfrm>
          <a:prstGeom prst="rect">
            <a:avLst/>
          </a:prstGeom>
        </p:spPr>
      </p:pic>
    </p:spTree>
    <p:extLst>
      <p:ext uri="{BB962C8B-B14F-4D97-AF65-F5344CB8AC3E}">
        <p14:creationId xmlns:p14="http://schemas.microsoft.com/office/powerpoint/2010/main" val="422575281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70546-CEB2-38DF-9BE4-DBF18A8D56F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D947499-8002-2C9C-5779-30E8ED49304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0FCD1A60-FF3A-2F0C-DC51-89E4CCB01703}"/>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16BFD56A-78C5-06BD-CE8E-2F35D321FCCC}"/>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6C07CF67-B85C-1D4F-41CD-0A4A65CDEC3E}"/>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BFE3F73-6CCE-5BB5-573C-999D74C5045C}"/>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B0F49C4-837C-DF54-DCD1-9E80B84C9EB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D46F98E4-F941-A955-8232-C7E82B49A944}"/>
              </a:ext>
            </a:extLst>
          </p:cNvPr>
          <p:cNvSpPr txBox="1"/>
          <p:nvPr/>
        </p:nvSpPr>
        <p:spPr>
          <a:xfrm>
            <a:off x="1964003" y="1143054"/>
            <a:ext cx="891942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2.4 Cost and Power Models</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0A1350E4-2048-5AB9-9254-C98CCEC4C9A5}"/>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D9DE57EB-8239-99E1-79B0-634D7F1AA9B1}"/>
              </a:ext>
            </a:extLst>
          </p:cNvPr>
          <p:cNvSpPr txBox="1"/>
          <p:nvPr/>
        </p:nvSpPr>
        <p:spPr>
          <a:xfrm>
            <a:off x="1599113" y="2295545"/>
            <a:ext cx="9825203" cy="1907510"/>
          </a:xfrm>
          <a:prstGeom prst="rect">
            <a:avLst/>
          </a:prstGeom>
          <a:noFill/>
        </p:spPr>
        <p:txBody>
          <a:bodyPr wrap="square">
            <a:spAutoFit/>
          </a:bodyPr>
          <a:lstStyle/>
          <a:p>
            <a:pPr marL="1200150" lvl="2"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Cost Model</a:t>
            </a:r>
          </a:p>
          <a:p>
            <a:pPr marL="1657350" lvl="3"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小芯片硅成本和封装成本</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Power Model</a:t>
            </a:r>
          </a:p>
          <a:p>
            <a:pPr marL="1657350" lvl="3"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每个</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的没个内核、</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接口、内存单元和每个路由器</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Tree>
    <p:extLst>
      <p:ext uri="{BB962C8B-B14F-4D97-AF65-F5344CB8AC3E}">
        <p14:creationId xmlns:p14="http://schemas.microsoft.com/office/powerpoint/2010/main" val="109799067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5080C-AE4C-90A9-9460-3BE1EC42B55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1C8E36F-0348-B582-84B7-B4578F0481A0}"/>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850AF5E8-F71C-02C6-7471-887DB39884BB}"/>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677D4BC0-7BC4-50F7-69F2-0711B3C410C8}"/>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11EA5E3E-4666-0FB4-9685-7AEA5697C49B}"/>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422FDEE-AB96-D560-9039-0EF193950D96}"/>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9746571-B3AF-3DB8-9600-B2E760CCD209}"/>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2B2A2D80-74AE-22D1-F783-CDD6F402C1F8}"/>
              </a:ext>
            </a:extLst>
          </p:cNvPr>
          <p:cNvSpPr txBox="1"/>
          <p:nvPr/>
        </p:nvSpPr>
        <p:spPr>
          <a:xfrm>
            <a:off x="1964003" y="1143054"/>
            <a:ext cx="891942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2.5 Problem Formulation</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5EFF883E-C354-A07C-437E-79A84C5EBB78}"/>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F0DDDF13-C027-123D-E5BF-80288D30D60D}"/>
              </a:ext>
            </a:extLst>
          </p:cNvPr>
          <p:cNvSpPr txBox="1"/>
          <p:nvPr/>
        </p:nvSpPr>
        <p:spPr>
          <a:xfrm>
            <a:off x="1599113" y="2295545"/>
            <a:ext cx="9825203" cy="3015505"/>
          </a:xfrm>
          <a:prstGeom prst="rect">
            <a:avLst/>
          </a:prstGeom>
          <a:noFill/>
        </p:spPr>
        <p:txBody>
          <a:bodyPr wrap="square">
            <a:spAutoFit/>
          </a:bodyPr>
          <a:lstStyle/>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在成本和功耗限制之下，最大限度减少</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FHE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应用程序的执行时间</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成本约束</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功耗约束</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对于小芯片中的内核，每个内核不能与另一个小芯片中的内核或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连接</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小芯片中的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，每个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不能连接同一小芯片中的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，而只能连接其他小芯片中的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a:t>
            </a:r>
          </a:p>
          <a:p>
            <a:pPr marL="1657350" lvl="3"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一对一任务映射</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Tree>
    <p:extLst>
      <p:ext uri="{BB962C8B-B14F-4D97-AF65-F5344CB8AC3E}">
        <p14:creationId xmlns:p14="http://schemas.microsoft.com/office/powerpoint/2010/main" val="38227696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DCB10-4B87-DC34-BC4C-38E6ED23F93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344D957-EA8D-69E5-ADE3-EB83F2991567}"/>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5FC5BEF-B43B-EA78-1816-7615944CDD36}"/>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9A102055-E345-2BE2-E98A-683BC183EB1C}"/>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95273D8F-0B95-0A1A-52FF-5DBF5C8B534F}"/>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BA3AC9A9-DC6B-1529-45BE-2EE79C53426B}"/>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25D0C1AE-9E5D-D813-50F2-37DD56155B01}"/>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7A0A884D-90B9-7D38-2145-03F392A898A5}"/>
              </a:ext>
            </a:extLst>
          </p:cNvPr>
          <p:cNvSpPr txBox="1"/>
          <p:nvPr/>
        </p:nvSpPr>
        <p:spPr>
          <a:xfrm>
            <a:off x="1964003" y="1143054"/>
            <a:ext cx="891942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3.1 FHE</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参数选择</a:t>
            </a:r>
          </a:p>
        </p:txBody>
      </p:sp>
      <p:pic>
        <p:nvPicPr>
          <p:cNvPr id="3" name="图片 2">
            <a:extLst>
              <a:ext uri="{FF2B5EF4-FFF2-40B4-BE49-F238E27FC236}">
                <a16:creationId xmlns:a16="http://schemas.microsoft.com/office/drawing/2014/main" id="{310A45ED-679E-7CE9-71BB-6287353DB6CD}"/>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EFA7CBCB-F867-3148-06A5-0324D4B13DA2}"/>
              </a:ext>
            </a:extLst>
          </p:cNvPr>
          <p:cNvSpPr txBox="1"/>
          <p:nvPr/>
        </p:nvSpPr>
        <p:spPr>
          <a:xfrm>
            <a:off x="1581645" y="3017122"/>
            <a:ext cx="9825203" cy="3754169"/>
          </a:xfrm>
          <a:prstGeom prst="rect">
            <a:avLst/>
          </a:prstGeom>
          <a:noFill/>
        </p:spPr>
        <p:txBody>
          <a:bodyPr wrap="square">
            <a:spAutoFit/>
          </a:bodyPr>
          <a:lstStyle/>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FHE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参数的选择（</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）任务到核心映射子问题（</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P2</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3</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）生成小芯片内和小芯片间互连网络拓扑（</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P3</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P1</a:t>
            </a: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穷举搜索确定了</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FHE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参数</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L</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：计算深度预算，控制支持的顺序乘法的数量</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qi</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：残数系统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RNS</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中的质模量</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dnum</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：键切换作中定义的分解位数</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nslot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：在环形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LWE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RLWE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方案下，可以在单个密文中独立编码和作的明文数据单元的数量</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C6258C04-C95D-D99B-9593-7F09C7D3C3EA}"/>
              </a:ext>
            </a:extLst>
          </p:cNvPr>
          <p:cNvPicPr>
            <a:picLocks noChangeAspect="1"/>
          </p:cNvPicPr>
          <p:nvPr/>
        </p:nvPicPr>
        <p:blipFill>
          <a:blip r:embed="rId4"/>
          <a:stretch>
            <a:fillRect/>
          </a:stretch>
        </p:blipFill>
        <p:spPr>
          <a:xfrm>
            <a:off x="2667460" y="1569655"/>
            <a:ext cx="8449419" cy="1569655"/>
          </a:xfrm>
          <a:prstGeom prst="rect">
            <a:avLst/>
          </a:prstGeom>
        </p:spPr>
      </p:pic>
    </p:spTree>
    <p:extLst>
      <p:ext uri="{BB962C8B-B14F-4D97-AF65-F5344CB8AC3E}">
        <p14:creationId xmlns:p14="http://schemas.microsoft.com/office/powerpoint/2010/main" val="14647236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1DBAF-3296-892F-8C54-AE7F5A92511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D6E7476-AD84-0AD9-FC47-15C5AE5A429E}"/>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42096044-63CB-94F2-6CDE-E3805D09301A}"/>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003E5092-E68D-B149-7D44-2E22EBB11657}"/>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DF0C9EEE-A46E-E86B-098D-9A69B9492E50}"/>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A565379B-0492-AC3C-0FDA-D70F3ECED06A}"/>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CF2E9538-8C1A-E05F-8AAE-0FF67F2EE41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AF4B95A9-35A8-69D5-1162-7BD36213CC53}"/>
              </a:ext>
            </a:extLst>
          </p:cNvPr>
          <p:cNvSpPr txBox="1"/>
          <p:nvPr/>
        </p:nvSpPr>
        <p:spPr>
          <a:xfrm>
            <a:off x="1964003" y="1143054"/>
            <a:ext cx="891942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3.2 Task-to-Core Mapping</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75A10BA9-C291-165E-A740-FC8FF224814F}"/>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1F1D9FC3-810A-C166-1985-B02C67C18C8D}"/>
              </a:ext>
            </a:extLst>
          </p:cNvPr>
          <p:cNvSpPr txBox="1"/>
          <p:nvPr/>
        </p:nvSpPr>
        <p:spPr>
          <a:xfrm>
            <a:off x="1520255" y="1656369"/>
            <a:ext cx="9825203" cy="5016245"/>
          </a:xfrm>
          <a:prstGeom prst="rect">
            <a:avLst/>
          </a:prstGeom>
          <a:noFill/>
        </p:spPr>
        <p:txBody>
          <a:bodyPr wrap="square">
            <a:spAutoFit/>
          </a:bodyPr>
          <a:lstStyle/>
          <a:p>
            <a:pPr marL="1200150" lvl="2" indent="-285750">
              <a:lnSpc>
                <a:spcPct val="120000"/>
              </a:lnSpc>
              <a:buSzPct val="80000"/>
              <a:buFont typeface="Wingdings" panose="05000000000000000000" charset="0"/>
              <a:buChar char=""/>
            </a:pPr>
            <a:r>
              <a:rPr lang="en-US" altLang="zh-CN"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P2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两个步骤：（</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）任务图分区：将任务图划分为多个</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cuts</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，然后分配给每个小芯片，确保每个</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cuts</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的大小等于或小于相应小芯片的核心数，同时最小化小芯片之间的通信量。（</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）小芯片内任务映射：在每个小芯片内，任务被映射到内核上，以减少通信延迟</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）任务图分区</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任务图 </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GF</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 </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被划分为 </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 </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个割 </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Gi</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，每个</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cut</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都可以映射到</a:t>
            </a:r>
            <a:r>
              <a:rPr lang="en-US" altLang="zh-CN"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Ri</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，旨在最小化总的</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inter-cut </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通行量；原理如下：</a:t>
            </a:r>
            <a:endPar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任务 </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v1</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v2</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v3</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v|V</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首先根据其</a:t>
            </a:r>
            <a:r>
              <a:rPr lang="zh-CN" altLang="en-US"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总通信量降序</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排序，生成有序队列，这些任务分配给 </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G1</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G2</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Gn</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，对于每个</a:t>
            </a:r>
            <a:r>
              <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Gi</a:t>
            </a:r>
            <a:r>
              <a:rPr lang="zh-CN" altLang="en-US"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如果</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Gi</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为空（</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task G</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），从</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中弹出通行量最高的任务分配给</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Gi</a:t>
            </a:r>
          </a:p>
          <a:p>
            <a:pPr marL="1657350" lvl="3" indent="-285750">
              <a:lnSpc>
                <a:spcPct val="120000"/>
              </a:lnSpc>
              <a:buSzPct val="80000"/>
              <a:buFont typeface="Wingdings" panose="05000000000000000000" charset="0"/>
              <a:buChar char=""/>
            </a:pP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如果</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|Gi|&lt;|Ri|,</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选择与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Gi </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中任务通信量最大的下一个未分配任务并分配给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Gi </a:t>
            </a:r>
          </a:p>
          <a:p>
            <a:pPr marL="1657350" lvl="3" indent="-285750">
              <a:lnSpc>
                <a:spcPct val="120000"/>
              </a:lnSpc>
              <a:buSzPct val="80000"/>
              <a:buFont typeface="Wingdings" panose="05000000000000000000" charset="0"/>
              <a:buChar char=""/>
            </a:pP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3.</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此过程一直持续到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|Gi|= |Ri|</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，然后进行 </a:t>
            </a:r>
            <a:r>
              <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Gi+1</a:t>
            </a: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（我的理解就是一堆小任务映射到同一个</a:t>
            </a:r>
            <a:r>
              <a:rPr lang="en-US" altLang="zh-CN" sz="1600" b="1"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中，映射</a:t>
            </a:r>
            <a:r>
              <a:rPr lang="en-US" altLang="zh-CN"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core</a:t>
            </a:r>
            <a:r>
              <a:rPr lang="zh-CN" altLang="en-US"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满了）</a:t>
            </a:r>
            <a:endParaRPr lang="en-US" altLang="zh-CN"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endParaRPr lang="en-US" altLang="zh-CN"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r>
              <a:rPr lang="zh-CN" altLang="en-US"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上述步骤可能</a:t>
            </a:r>
            <a:r>
              <a:rPr lang="zh-CN" altLang="en-US"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不会导致最小的 </a:t>
            </a:r>
            <a:r>
              <a:rPr lang="en-US" altLang="zh-CN" sz="1600" b="1"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en-US" altLang="zh-CN"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间通信量。因此，提出如下调整步骤。</a:t>
            </a:r>
            <a:endParaRPr lang="en-US" altLang="zh-CN" sz="16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Tree>
    <p:extLst>
      <p:ext uri="{BB962C8B-B14F-4D97-AF65-F5344CB8AC3E}">
        <p14:creationId xmlns:p14="http://schemas.microsoft.com/office/powerpoint/2010/main" val="136629593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1DBAF-3296-892F-8C54-AE7F5A92511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D6E7476-AD84-0AD9-FC47-15C5AE5A429E}"/>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42096044-63CB-94F2-6CDE-E3805D09301A}"/>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003E5092-E68D-B149-7D44-2E22EBB11657}"/>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DF0C9EEE-A46E-E86B-098D-9A69B9492E50}"/>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A565379B-0492-AC3C-0FDA-D70F3ECED06A}"/>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CF2E9538-8C1A-E05F-8AAE-0FF67F2EE41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AF4B95A9-35A8-69D5-1162-7BD36213CC53}"/>
              </a:ext>
            </a:extLst>
          </p:cNvPr>
          <p:cNvSpPr txBox="1"/>
          <p:nvPr/>
        </p:nvSpPr>
        <p:spPr>
          <a:xfrm>
            <a:off x="2016630" y="933095"/>
            <a:ext cx="8919420" cy="707886"/>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3.2 Task-to-Core Mapping</a:t>
            </a:r>
          </a:p>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3.2.1 Task graph partitioning</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75A10BA9-C291-165E-A740-FC8FF224814F}"/>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1F1D9FC3-810A-C166-1985-B02C67C18C8D}"/>
              </a:ext>
            </a:extLst>
          </p:cNvPr>
          <p:cNvSpPr txBox="1"/>
          <p:nvPr/>
        </p:nvSpPr>
        <p:spPr>
          <a:xfrm>
            <a:off x="1247832" y="3931017"/>
            <a:ext cx="9825203" cy="2276072"/>
          </a:xfrm>
          <a:prstGeom prst="rect">
            <a:avLst/>
          </a:prstGeom>
          <a:noFill/>
        </p:spPr>
        <p:txBody>
          <a:bodyPr wrap="square">
            <a:spAutoFit/>
          </a:bodyPr>
          <a:lstStyle/>
          <a:p>
            <a:pPr marL="1200150" lvl="2" indent="-285750">
              <a:lnSpc>
                <a:spcPct val="120000"/>
              </a:lnSpc>
              <a:buSzPct val="80000"/>
              <a:buFont typeface="Wingdings" panose="05000000000000000000" charset="0"/>
              <a:buChar char=""/>
            </a:pPr>
            <a:r>
              <a:rPr lang="en-US" altLang="zh-CN"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P2</a:t>
            </a: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交换不同</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cut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中的</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，如果通信量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&gt; 0</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，执行该交换，否则不执行交换；直到</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或者无改进</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&amp;</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达到最大交换次数</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E4E9C818-E6A3-4247-8F9F-5F693299F27F}"/>
              </a:ext>
            </a:extLst>
          </p:cNvPr>
          <p:cNvPicPr>
            <a:picLocks noChangeAspect="1"/>
          </p:cNvPicPr>
          <p:nvPr/>
        </p:nvPicPr>
        <p:blipFill>
          <a:blip r:embed="rId4"/>
          <a:stretch>
            <a:fillRect/>
          </a:stretch>
        </p:blipFill>
        <p:spPr>
          <a:xfrm>
            <a:off x="1730276" y="1691184"/>
            <a:ext cx="10172911" cy="2205018"/>
          </a:xfrm>
          <a:prstGeom prst="rect">
            <a:avLst/>
          </a:prstGeom>
        </p:spPr>
      </p:pic>
      <p:pic>
        <p:nvPicPr>
          <p:cNvPr id="10" name="图片 9">
            <a:extLst>
              <a:ext uri="{FF2B5EF4-FFF2-40B4-BE49-F238E27FC236}">
                <a16:creationId xmlns:a16="http://schemas.microsoft.com/office/drawing/2014/main" id="{8CF5668F-DA35-4156-A620-E9424916EFB6}"/>
              </a:ext>
            </a:extLst>
          </p:cNvPr>
          <p:cNvPicPr>
            <a:picLocks noChangeAspect="1"/>
          </p:cNvPicPr>
          <p:nvPr/>
        </p:nvPicPr>
        <p:blipFill>
          <a:blip r:embed="rId5"/>
          <a:stretch>
            <a:fillRect/>
          </a:stretch>
        </p:blipFill>
        <p:spPr>
          <a:xfrm>
            <a:off x="6301325" y="4259988"/>
            <a:ext cx="2895749" cy="457223"/>
          </a:xfrm>
          <a:prstGeom prst="rect">
            <a:avLst/>
          </a:prstGeom>
        </p:spPr>
      </p:pic>
      <p:pic>
        <p:nvPicPr>
          <p:cNvPr id="12" name="图片 11">
            <a:extLst>
              <a:ext uri="{FF2B5EF4-FFF2-40B4-BE49-F238E27FC236}">
                <a16:creationId xmlns:a16="http://schemas.microsoft.com/office/drawing/2014/main" id="{EC218D3A-FA9F-4DFA-8285-ADFF98161D04}"/>
              </a:ext>
            </a:extLst>
          </p:cNvPr>
          <p:cNvPicPr>
            <a:picLocks noChangeAspect="1"/>
          </p:cNvPicPr>
          <p:nvPr/>
        </p:nvPicPr>
        <p:blipFill>
          <a:blip r:embed="rId6"/>
          <a:stretch>
            <a:fillRect/>
          </a:stretch>
        </p:blipFill>
        <p:spPr>
          <a:xfrm>
            <a:off x="4182162" y="5211166"/>
            <a:ext cx="2856745" cy="539140"/>
          </a:xfrm>
          <a:prstGeom prst="rect">
            <a:avLst/>
          </a:prstGeom>
        </p:spPr>
      </p:pic>
    </p:spTree>
    <p:extLst>
      <p:ext uri="{BB962C8B-B14F-4D97-AF65-F5344CB8AC3E}">
        <p14:creationId xmlns:p14="http://schemas.microsoft.com/office/powerpoint/2010/main" val="391760878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1DBAF-3296-892F-8C54-AE7F5A92511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D6E7476-AD84-0AD9-FC47-15C5AE5A429E}"/>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42096044-63CB-94F2-6CDE-E3805D09301A}"/>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003E5092-E68D-B149-7D44-2E22EBB11657}"/>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DF0C9EEE-A46E-E86B-098D-9A69B9492E50}"/>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A565379B-0492-AC3C-0FDA-D70F3ECED06A}"/>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CF2E9538-8C1A-E05F-8AAE-0FF67F2EE41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75A10BA9-C291-165E-A740-FC8FF224814F}"/>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1F1D9FC3-810A-C166-1985-B02C67C18C8D}"/>
              </a:ext>
            </a:extLst>
          </p:cNvPr>
          <p:cNvSpPr txBox="1"/>
          <p:nvPr/>
        </p:nvSpPr>
        <p:spPr>
          <a:xfrm>
            <a:off x="1110847" y="1820295"/>
            <a:ext cx="9825203" cy="3754169"/>
          </a:xfrm>
          <a:prstGeom prst="rect">
            <a:avLst/>
          </a:prstGeom>
          <a:noFill/>
        </p:spPr>
        <p:txBody>
          <a:bodyPr wrap="square">
            <a:spAutoFit/>
          </a:bodyPr>
          <a:lstStyle/>
          <a:p>
            <a:pPr marL="1200150" lvl="2" indent="-285750">
              <a:lnSpc>
                <a:spcPct val="120000"/>
              </a:lnSpc>
              <a:buSzPct val="80000"/>
              <a:buFont typeface="Wingdings" panose="05000000000000000000" charset="0"/>
              <a:buChar char=""/>
            </a:pPr>
            <a:r>
              <a:rPr lang="en-US" altLang="zh-CN"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P2</a:t>
            </a: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启发式算法将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Gj</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中的任务映射到每个小芯片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Rj</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内的特定内核；</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 (vi,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Gj</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为小芯片内与小芯片间通信量的比率</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对于</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chiplet</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内部， 也是通信降序排序，先将最高</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degree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core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分配给最高通信的</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task v</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，对于排在最后的</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，它映射到最接近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Rj</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中的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接口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uk</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的内核</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14" name="文本框 13">
            <a:extLst>
              <a:ext uri="{FF2B5EF4-FFF2-40B4-BE49-F238E27FC236}">
                <a16:creationId xmlns:a16="http://schemas.microsoft.com/office/drawing/2014/main" id="{D183AF25-4766-41C4-A0B4-E3C44DA73C3F}"/>
              </a:ext>
            </a:extLst>
          </p:cNvPr>
          <p:cNvSpPr txBox="1"/>
          <p:nvPr/>
        </p:nvSpPr>
        <p:spPr>
          <a:xfrm>
            <a:off x="2016630" y="933095"/>
            <a:ext cx="8919420" cy="707886"/>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3.2 Task-to-Core Mapping</a:t>
            </a:r>
          </a:p>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3.2.2 Intra-</a:t>
            </a: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chiplet</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 task mapping</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8" name="图片 7">
            <a:extLst>
              <a:ext uri="{FF2B5EF4-FFF2-40B4-BE49-F238E27FC236}">
                <a16:creationId xmlns:a16="http://schemas.microsoft.com/office/drawing/2014/main" id="{2022C7A5-1686-407D-AEB2-576362B73815}"/>
              </a:ext>
            </a:extLst>
          </p:cNvPr>
          <p:cNvPicPr>
            <a:picLocks noChangeAspect="1"/>
          </p:cNvPicPr>
          <p:nvPr/>
        </p:nvPicPr>
        <p:blipFill>
          <a:blip r:embed="rId4"/>
          <a:stretch>
            <a:fillRect/>
          </a:stretch>
        </p:blipFill>
        <p:spPr>
          <a:xfrm>
            <a:off x="3948959" y="2988372"/>
            <a:ext cx="4807197" cy="1378021"/>
          </a:xfrm>
          <a:prstGeom prst="rect">
            <a:avLst/>
          </a:prstGeom>
        </p:spPr>
      </p:pic>
    </p:spTree>
    <p:extLst>
      <p:ext uri="{BB962C8B-B14F-4D97-AF65-F5344CB8AC3E}">
        <p14:creationId xmlns:p14="http://schemas.microsoft.com/office/powerpoint/2010/main" val="295092667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1DBAF-3296-892F-8C54-AE7F5A92511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D6E7476-AD84-0AD9-FC47-15C5AE5A429E}"/>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42096044-63CB-94F2-6CDE-E3805D09301A}"/>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003E5092-E68D-B149-7D44-2E22EBB11657}"/>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DF0C9EEE-A46E-E86B-098D-9A69B9492E50}"/>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A565379B-0492-AC3C-0FDA-D70F3ECED06A}"/>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CF2E9538-8C1A-E05F-8AAE-0FF67F2EE41A}"/>
              </a:ext>
            </a:extLst>
          </p:cNvPr>
          <p:cNvSpPr txBox="1"/>
          <p:nvPr/>
        </p:nvSpPr>
        <p:spPr>
          <a:xfrm>
            <a:off x="1663046" y="86709"/>
            <a:ext cx="10722807" cy="1569660"/>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paper</a:t>
            </a: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75A10BA9-C291-165E-A740-FC8FF224814F}"/>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1F1D9FC3-810A-C166-1985-B02C67C18C8D}"/>
              </a:ext>
            </a:extLst>
          </p:cNvPr>
          <p:cNvSpPr txBox="1"/>
          <p:nvPr/>
        </p:nvSpPr>
        <p:spPr>
          <a:xfrm>
            <a:off x="1110847" y="1820295"/>
            <a:ext cx="9825203" cy="4862165"/>
          </a:xfrm>
          <a:prstGeom prst="rect">
            <a:avLst/>
          </a:prstGeom>
          <a:noFill/>
        </p:spPr>
        <p:txBody>
          <a:bodyPr wrap="square">
            <a:spAutoFit/>
          </a:bodyPr>
          <a:lstStyle/>
          <a:p>
            <a:pPr marL="1200150" lvl="2" indent="-285750">
              <a:lnSpc>
                <a:spcPct val="120000"/>
              </a:lnSpc>
              <a:buSzPct val="80000"/>
              <a:buFont typeface="Wingdings" panose="05000000000000000000" charset="0"/>
              <a:buChar char=""/>
            </a:pPr>
            <a:r>
              <a:rPr lang="en-US" altLang="zh-CN"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P3</a:t>
            </a: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在任务到核心映射后，每对核心</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之间的通信量即为已知；</a:t>
            </a:r>
            <a:r>
              <a:rPr lang="zh-CN" altLang="en-US" sz="2000" spc="120" dirty="0">
                <a:solidFill>
                  <a:srgbClr val="FF0000"/>
                </a:solidFill>
                <a:latin typeface="Times New Roman Regular" panose="02020803070505020304" charset="0"/>
                <a:ea typeface="微软雅黑" panose="020B0503020204020204" pitchFamily="34" charset="-122"/>
                <a:cs typeface="Times New Roman Regular" panose="02020803070505020304" charset="0"/>
                <a:sym typeface="+mn-ea"/>
              </a:rPr>
              <a:t>基于</a:t>
            </a:r>
            <a:r>
              <a:rPr lang="en-US" altLang="zh-CN" sz="2000" spc="120" dirty="0">
                <a:solidFill>
                  <a:srgbClr val="FF0000"/>
                </a:solidFill>
                <a:latin typeface="Times New Roman Regular" panose="02020803070505020304" charset="0"/>
                <a:ea typeface="微软雅黑" panose="020B0503020204020204" pitchFamily="34" charset="-122"/>
                <a:cs typeface="Times New Roman Regular" panose="02020803070505020304" charset="0"/>
                <a:sym typeface="+mn-ea"/>
              </a:rPr>
              <a:t>RL</a:t>
            </a:r>
            <a:r>
              <a:rPr lang="zh-CN" altLang="en-US" sz="2000" spc="120" dirty="0">
                <a:solidFill>
                  <a:srgbClr val="FF0000"/>
                </a:solidFill>
                <a:latin typeface="Times New Roman Regular" panose="02020803070505020304" charset="0"/>
                <a:ea typeface="微软雅黑" panose="020B0503020204020204" pitchFamily="34" charset="-122"/>
                <a:cs typeface="Times New Roman Regular" panose="02020803070505020304" charset="0"/>
                <a:sym typeface="+mn-ea"/>
              </a:rPr>
              <a:t>的拓扑生成算法迭代优化网络结构</a:t>
            </a:r>
            <a:endParaRPr lang="en-US" altLang="zh-CN" sz="2000" spc="120" dirty="0">
              <a:solidFill>
                <a:srgbClr val="FF0000"/>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如果</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Rj1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Rj2</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单元之间不存在直接连接，则在它们之间添加串行长链路</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对于已经连接的小芯片对，如果满足功耗和成本限制，</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D2D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通信带宽将增加一倍。</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14" name="文本框 13">
            <a:extLst>
              <a:ext uri="{FF2B5EF4-FFF2-40B4-BE49-F238E27FC236}">
                <a16:creationId xmlns:a16="http://schemas.microsoft.com/office/drawing/2014/main" id="{D183AF25-4766-41C4-A0B4-E3C44DA73C3F}"/>
              </a:ext>
            </a:extLst>
          </p:cNvPr>
          <p:cNvSpPr txBox="1"/>
          <p:nvPr/>
        </p:nvSpPr>
        <p:spPr>
          <a:xfrm>
            <a:off x="2016630" y="933095"/>
            <a:ext cx="9969246"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3.2 Intra-/Inter-</a:t>
            </a:r>
            <a:r>
              <a:rPr kumimoji="1" lang="en-US" altLang="zh-CN" sz="2000" b="1" spc="120" dirty="0" err="1">
                <a:solidFill>
                  <a:srgbClr val="141E8C"/>
                </a:solidFill>
                <a:latin typeface="Arial" panose="020B0704020202020204" pitchFamily="34" charset="0"/>
                <a:ea typeface="微软雅黑" panose="020B0503020204020204" pitchFamily="34" charset="-122"/>
                <a:cs typeface="Arial" panose="020B0704020202020204" pitchFamily="34" charset="0"/>
              </a:rPr>
              <a:t>Chiplet</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 Interconnection Network Topology Generation</a:t>
            </a:r>
          </a:p>
        </p:txBody>
      </p:sp>
      <p:pic>
        <p:nvPicPr>
          <p:cNvPr id="5" name="图片 4">
            <a:extLst>
              <a:ext uri="{FF2B5EF4-FFF2-40B4-BE49-F238E27FC236}">
                <a16:creationId xmlns:a16="http://schemas.microsoft.com/office/drawing/2014/main" id="{8BBCE1E2-7DA1-4590-B863-3FDFFAE99E55}"/>
              </a:ext>
            </a:extLst>
          </p:cNvPr>
          <p:cNvPicPr>
            <a:picLocks noChangeAspect="1"/>
          </p:cNvPicPr>
          <p:nvPr/>
        </p:nvPicPr>
        <p:blipFill>
          <a:blip r:embed="rId4"/>
          <a:stretch>
            <a:fillRect/>
          </a:stretch>
        </p:blipFill>
        <p:spPr>
          <a:xfrm>
            <a:off x="1448460" y="3109807"/>
            <a:ext cx="4700120" cy="1789443"/>
          </a:xfrm>
          <a:prstGeom prst="rect">
            <a:avLst/>
          </a:prstGeom>
        </p:spPr>
      </p:pic>
      <p:pic>
        <p:nvPicPr>
          <p:cNvPr id="11" name="图片 10">
            <a:extLst>
              <a:ext uri="{FF2B5EF4-FFF2-40B4-BE49-F238E27FC236}">
                <a16:creationId xmlns:a16="http://schemas.microsoft.com/office/drawing/2014/main" id="{8521B5D5-93A4-4F78-B87E-B4FCAD869150}"/>
              </a:ext>
            </a:extLst>
          </p:cNvPr>
          <p:cNvPicPr>
            <a:picLocks noChangeAspect="1"/>
          </p:cNvPicPr>
          <p:nvPr/>
        </p:nvPicPr>
        <p:blipFill>
          <a:blip r:embed="rId5"/>
          <a:stretch>
            <a:fillRect/>
          </a:stretch>
        </p:blipFill>
        <p:spPr>
          <a:xfrm>
            <a:off x="6518168" y="2809001"/>
            <a:ext cx="5528730" cy="1999122"/>
          </a:xfrm>
          <a:prstGeom prst="rect">
            <a:avLst/>
          </a:prstGeom>
        </p:spPr>
      </p:pic>
    </p:spTree>
    <p:extLst>
      <p:ext uri="{BB962C8B-B14F-4D97-AF65-F5344CB8AC3E}">
        <p14:creationId xmlns:p14="http://schemas.microsoft.com/office/powerpoint/2010/main" val="109299277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0963B-2353-FA90-5B2C-BD860E92957D}"/>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3A525901-2C19-64B6-0115-C29C7B064F88}"/>
              </a:ext>
            </a:extLst>
          </p:cNvPr>
          <p:cNvGrpSpPr/>
          <p:nvPr/>
        </p:nvGrpSpPr>
        <p:grpSpPr>
          <a:xfrm>
            <a:off x="0" y="2386342"/>
            <a:ext cx="12192000" cy="1846351"/>
            <a:chOff x="0" y="2993"/>
            <a:chExt cx="19200" cy="2908"/>
          </a:xfrm>
        </p:grpSpPr>
        <p:sp>
          <p:nvSpPr>
            <p:cNvPr id="4" name="矩形 3">
              <a:extLst>
                <a:ext uri="{FF2B5EF4-FFF2-40B4-BE49-F238E27FC236}">
                  <a16:creationId xmlns:a16="http://schemas.microsoft.com/office/drawing/2014/main" id="{5949082B-14B6-7CDC-E12A-73C38F068BFD}"/>
                </a:ext>
              </a:extLst>
            </p:cNvPr>
            <p:cNvSpPr/>
            <p:nvPr>
              <p:custDataLst>
                <p:tags r:id="rId1"/>
              </p:custDataLst>
            </p:nvPr>
          </p:nvSpPr>
          <p:spPr>
            <a:xfrm>
              <a:off x="0" y="3114"/>
              <a:ext cx="19200" cy="2268"/>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cxnSp>
          <p:nvCxnSpPr>
            <p:cNvPr id="24" name="直线连接符 23">
              <a:extLst>
                <a:ext uri="{FF2B5EF4-FFF2-40B4-BE49-F238E27FC236}">
                  <a16:creationId xmlns:a16="http://schemas.microsoft.com/office/drawing/2014/main" id="{A62AF432-531B-E32A-736F-BCB27B03E2C1}"/>
                </a:ext>
              </a:extLst>
            </p:cNvPr>
            <p:cNvCxnSpPr/>
            <p:nvPr>
              <p:custDataLst>
                <p:tags r:id="rId2"/>
              </p:custDataLst>
            </p:nvPr>
          </p:nvCxnSpPr>
          <p:spPr>
            <a:xfrm>
              <a:off x="8646" y="3398"/>
              <a:ext cx="0" cy="1701"/>
            </a:xfrm>
            <a:prstGeom prst="line">
              <a:avLst/>
            </a:prstGeom>
            <a:ln>
              <a:solidFill>
                <a:schemeClr val="bg1">
                  <a:lumMod val="95000"/>
                </a:schemeClr>
              </a:solidFill>
              <a:headEnd type="none" w="med" len="med"/>
              <a:tailEnd type="none" w="med" len="med"/>
            </a:ln>
          </p:spPr>
          <p:style>
            <a:lnRef idx="3">
              <a:schemeClr val="accent1"/>
            </a:lnRef>
            <a:fillRef idx="0">
              <a:srgbClr val="FFFFFF"/>
            </a:fillRef>
            <a:effectRef idx="0">
              <a:srgbClr val="FFFFFF"/>
            </a:effectRef>
            <a:fontRef idx="minor">
              <a:schemeClr val="tx1"/>
            </a:fontRef>
          </p:style>
        </p:cxnSp>
        <p:sp>
          <p:nvSpPr>
            <p:cNvPr id="10" name="文本框 9">
              <a:extLst>
                <a:ext uri="{FF2B5EF4-FFF2-40B4-BE49-F238E27FC236}">
                  <a16:creationId xmlns:a16="http://schemas.microsoft.com/office/drawing/2014/main" id="{A60B6048-639C-010F-B7C6-1867337A5C44}"/>
                </a:ext>
              </a:extLst>
            </p:cNvPr>
            <p:cNvSpPr txBox="1"/>
            <p:nvPr>
              <p:custDataLst>
                <p:tags r:id="rId3"/>
              </p:custDataLst>
            </p:nvPr>
          </p:nvSpPr>
          <p:spPr>
            <a:xfrm>
              <a:off x="8848" y="2993"/>
              <a:ext cx="9961" cy="2908"/>
            </a:xfrm>
            <a:prstGeom prst="rect">
              <a:avLst/>
            </a:prstGeom>
            <a:noFill/>
          </p:spPr>
          <p:txBody>
            <a:bodyPr wrap="square" rtlCol="0" anchor="t" anchorCtr="0">
              <a:spAutoFit/>
            </a:bodyPr>
            <a:lstStyle/>
            <a:p>
              <a:pPr lvl="0" algn="l">
                <a:buClrTx/>
                <a:buSzTx/>
                <a:buFontTx/>
              </a:pP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On Improving the Performance of Intra- and Inter-</a:t>
              </a:r>
              <a:r>
                <a:rPr kumimoji="1" lang="en-US" altLang="zh-CN" sz="2400" b="1" i="1" dirty="0" err="1">
                  <a:solidFill>
                    <a:schemeClr val="bg1"/>
                  </a:solidFill>
                  <a:uFillTx/>
                  <a:latin typeface="Times New Roman Bold Italic" panose="02020803070505020304" charset="0"/>
                  <a:cs typeface="Times New Roman Bold Italic" panose="02020803070505020304" charset="0"/>
                  <a:sym typeface="+mn-ea"/>
                </a:rPr>
                <a:t>chiplet</a:t>
              </a: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 Interconnection Networks in Multi-</a:t>
              </a:r>
              <a:r>
                <a:rPr kumimoji="1" lang="en-US" altLang="zh-CN" sz="2400" b="1" i="1" dirty="0" err="1">
                  <a:solidFill>
                    <a:schemeClr val="bg1"/>
                  </a:solidFill>
                  <a:uFillTx/>
                  <a:latin typeface="Times New Roman Bold Italic" panose="02020803070505020304" charset="0"/>
                  <a:cs typeface="Times New Roman Bold Italic" panose="02020803070505020304" charset="0"/>
                  <a:sym typeface="+mn-ea"/>
                </a:rPr>
                <a:t>chiplet</a:t>
              </a: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 Systems for Accelerating FHE Encrypted Neural Network Applications</a:t>
              </a:r>
            </a:p>
            <a:p>
              <a:pPr lvl="0" algn="l">
                <a:buClrTx/>
                <a:buSzTx/>
                <a:buFontTx/>
              </a:pP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nvGrpSpPr>
            <p:cNvPr id="11" name="组合 10">
              <a:extLst>
                <a:ext uri="{FF2B5EF4-FFF2-40B4-BE49-F238E27FC236}">
                  <a16:creationId xmlns:a16="http://schemas.microsoft.com/office/drawing/2014/main" id="{3F4736AB-06FB-5B61-5C4D-22E415653AF6}"/>
                </a:ext>
              </a:extLst>
            </p:cNvPr>
            <p:cNvGrpSpPr/>
            <p:nvPr/>
          </p:nvGrpSpPr>
          <p:grpSpPr>
            <a:xfrm>
              <a:off x="5428" y="3544"/>
              <a:ext cx="2973" cy="1483"/>
              <a:chOff x="5428" y="3544"/>
              <a:chExt cx="2973" cy="1483"/>
            </a:xfrm>
          </p:grpSpPr>
          <p:sp>
            <p:nvSpPr>
              <p:cNvPr id="2" name="文本框 1">
                <a:extLst>
                  <a:ext uri="{FF2B5EF4-FFF2-40B4-BE49-F238E27FC236}">
                    <a16:creationId xmlns:a16="http://schemas.microsoft.com/office/drawing/2014/main" id="{4293E849-5609-7D84-1D4C-E7AFE76DBEFA}"/>
                  </a:ext>
                </a:extLst>
              </p:cNvPr>
              <p:cNvSpPr txBox="1"/>
              <p:nvPr>
                <p:custDataLst>
                  <p:tags r:id="rId4"/>
                </p:custDataLst>
              </p:nvPr>
            </p:nvSpPr>
            <p:spPr>
              <a:xfrm>
                <a:off x="6351" y="3544"/>
                <a:ext cx="1139" cy="1018"/>
              </a:xfrm>
              <a:prstGeom prst="rect">
                <a:avLst/>
              </a:prstGeom>
              <a:noFill/>
            </p:spPr>
            <p:txBody>
              <a:bodyPr wrap="none" rtlCol="0" anchor="ctr" anchorCtr="0">
                <a:spAutoFit/>
              </a:bodyPr>
              <a:lstStyle/>
              <a:p>
                <a:r>
                  <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1</a:t>
                </a:r>
                <a:endPar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endParaRPr>
              </a:p>
            </p:txBody>
          </p:sp>
          <p:sp>
            <p:nvSpPr>
              <p:cNvPr id="5" name="文本框 4">
                <a:extLst>
                  <a:ext uri="{FF2B5EF4-FFF2-40B4-BE49-F238E27FC236}">
                    <a16:creationId xmlns:a16="http://schemas.microsoft.com/office/drawing/2014/main" id="{85DD8D6C-C2FD-204B-A89E-D09E09E157B9}"/>
                  </a:ext>
                </a:extLst>
              </p:cNvPr>
              <p:cNvSpPr txBox="1"/>
              <p:nvPr>
                <p:custDataLst>
                  <p:tags r:id="rId5"/>
                </p:custDataLst>
              </p:nvPr>
            </p:nvSpPr>
            <p:spPr>
              <a:xfrm>
                <a:off x="5428" y="4447"/>
                <a:ext cx="2973" cy="580"/>
              </a:xfrm>
              <a:prstGeom prst="rect">
                <a:avLst/>
              </a:prstGeom>
              <a:noFill/>
            </p:spPr>
            <p:txBody>
              <a:bodyPr wrap="square" rtlCol="0" anchor="t" anchorCtr="0">
                <a:spAutoFit/>
              </a:bodyPr>
              <a:lstStyle/>
              <a:p>
                <a:pPr lvl="0" algn="ctr">
                  <a:buClrTx/>
                  <a:buSzTx/>
                  <a:buFontTx/>
                </a:pPr>
                <a:r>
                  <a:rPr kumimoji="1" lang="en-US" altLang="zh-CN" b="1" i="1" dirty="0">
                    <a:solidFill>
                      <a:schemeClr val="bg1"/>
                    </a:solidFill>
                    <a:uFillTx/>
                    <a:latin typeface="Times New Roman Bold Italic" panose="02020803070505020304" charset="0"/>
                    <a:cs typeface="Times New Roman Bold Italic" panose="02020803070505020304" charset="0"/>
                    <a:sym typeface="+mn-ea"/>
                  </a:rPr>
                  <a:t>Part </a:t>
                </a:r>
                <a:r>
                  <a:rPr kumimoji="1" lang="en-US" altLang="zh-CN" b="1" i="1" dirty="0">
                    <a:solidFill>
                      <a:schemeClr val="bg1"/>
                    </a:solidFill>
                    <a:latin typeface="Times New Roman Bold Italic" panose="02020803070505020304" charset="0"/>
                    <a:cs typeface="Times New Roman Bold Italic" panose="02020803070505020304" charset="0"/>
                    <a:sym typeface="+mn-ea"/>
                  </a:rPr>
                  <a:t>one</a:t>
                </a: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grpSp>
      <p:pic>
        <p:nvPicPr>
          <p:cNvPr id="13" name="图片 12">
            <a:extLst>
              <a:ext uri="{FF2B5EF4-FFF2-40B4-BE49-F238E27FC236}">
                <a16:creationId xmlns:a16="http://schemas.microsoft.com/office/drawing/2014/main" id="{8D4285A3-B04F-B20A-A2F4-8FDB6AF7C5BB}"/>
              </a:ext>
            </a:extLst>
          </p:cNvPr>
          <p:cNvPicPr>
            <a:picLocks noChangeAspect="1"/>
          </p:cNvPicPr>
          <p:nvPr/>
        </p:nvPicPr>
        <p:blipFill>
          <a:blip r:embed="rId8"/>
          <a:stretch>
            <a:fillRect/>
          </a:stretch>
        </p:blipFill>
        <p:spPr>
          <a:xfrm>
            <a:off x="4921278" y="133350"/>
            <a:ext cx="2349443" cy="1844147"/>
          </a:xfrm>
          <a:prstGeom prst="rect">
            <a:avLst/>
          </a:prstGeom>
        </p:spPr>
      </p:pic>
      <p:sp>
        <p:nvSpPr>
          <p:cNvPr id="6" name="文本框 5">
            <a:extLst>
              <a:ext uri="{FF2B5EF4-FFF2-40B4-BE49-F238E27FC236}">
                <a16:creationId xmlns:a16="http://schemas.microsoft.com/office/drawing/2014/main" id="{B14EE4E1-D5B5-A3D2-BE03-12C581BE1142}"/>
              </a:ext>
            </a:extLst>
          </p:cNvPr>
          <p:cNvSpPr txBox="1"/>
          <p:nvPr/>
        </p:nvSpPr>
        <p:spPr>
          <a:xfrm>
            <a:off x="563879" y="5932169"/>
            <a:ext cx="11064240" cy="642676"/>
          </a:xfrm>
          <a:prstGeom prst="rect">
            <a:avLst/>
          </a:prstGeom>
          <a:noFill/>
        </p:spPr>
        <p:txBody>
          <a:bodyPr wrap="square">
            <a:spAutoFit/>
          </a:bodyPr>
          <a:lstStyle/>
          <a:p>
            <a:pPr>
              <a:lnSpc>
                <a:spcPct val="115000"/>
              </a:lnSpc>
              <a:spcAft>
                <a:spcPts val="800"/>
              </a:spcAft>
            </a:pPr>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[1]</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On Improving the Performance of Intra- and Inter-</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chiplet</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Interconnection Networks in Multi-</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chiplet</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Systems for Accelerating FHE Encrypted Neural Network Applications</a:t>
            </a:r>
          </a:p>
        </p:txBody>
      </p:sp>
    </p:spTree>
    <p:extLst>
      <p:ext uri="{BB962C8B-B14F-4D97-AF65-F5344CB8AC3E}">
        <p14:creationId xmlns:p14="http://schemas.microsoft.com/office/powerpoint/2010/main" val="1682685868"/>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59855-1323-FED9-7309-D798FFD04F6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FE967EB-437C-0B9E-CDA7-565DE630695E}"/>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50F71AC5-4CED-9CAA-E01F-B51ACC104652}"/>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22A0690C-6CDC-CF43-23DE-70699ECCA503}"/>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CFA5A687-2FA4-C026-D6D7-72025D1707EC}"/>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CAC0EAC8-9F7A-37BA-A301-61511474CF13}"/>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CBC2084A-EB7B-6FA1-A0C2-47E7A69EB27F}"/>
              </a:ext>
            </a:extLst>
          </p:cNvPr>
          <p:cNvSpPr txBox="1"/>
          <p:nvPr/>
        </p:nvSpPr>
        <p:spPr>
          <a:xfrm>
            <a:off x="1964003" y="1143054"/>
            <a:ext cx="1839901"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intro</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E628E914-BB06-4E7F-875A-AE1D3C2C4E38}"/>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90FF120B-D8A2-5584-FB4B-EB9161EB1446}"/>
              </a:ext>
            </a:extLst>
          </p:cNvPr>
          <p:cNvSpPr txBox="1"/>
          <p:nvPr/>
        </p:nvSpPr>
        <p:spPr>
          <a:xfrm>
            <a:off x="1964003" y="1543164"/>
            <a:ext cx="9825203" cy="1537409"/>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Intro</a:t>
            </a:r>
          </a:p>
          <a:p>
            <a:pPr marL="1200150" lvl="2"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Trade off</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考虑在</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NoI</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中使用更长链路，</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kite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拓扑结构比之前得出的结论更有效地使用更长的链路并维持更高的吞吐量</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创建混合</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NoC</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NoI</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2" name="文本框 1">
            <a:extLst>
              <a:ext uri="{FF2B5EF4-FFF2-40B4-BE49-F238E27FC236}">
                <a16:creationId xmlns:a16="http://schemas.microsoft.com/office/drawing/2014/main" id="{E793BD56-0072-45F3-FBA9-EC5F9D9FC7C4}"/>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Kite: A Family of Heterogeneous Interposer Topologies  Enabled via Accurate Interconnect Modeling</a:t>
            </a:r>
          </a:p>
        </p:txBody>
      </p:sp>
      <p:pic>
        <p:nvPicPr>
          <p:cNvPr id="10" name="图片 9">
            <a:extLst>
              <a:ext uri="{FF2B5EF4-FFF2-40B4-BE49-F238E27FC236}">
                <a16:creationId xmlns:a16="http://schemas.microsoft.com/office/drawing/2014/main" id="{24568897-6279-D8D1-3D3E-D98A736CA264}"/>
              </a:ext>
            </a:extLst>
          </p:cNvPr>
          <p:cNvPicPr>
            <a:picLocks noChangeAspect="1"/>
          </p:cNvPicPr>
          <p:nvPr/>
        </p:nvPicPr>
        <p:blipFill>
          <a:blip r:embed="rId4"/>
          <a:stretch>
            <a:fillRect/>
          </a:stretch>
        </p:blipFill>
        <p:spPr>
          <a:xfrm>
            <a:off x="2409360" y="3033086"/>
            <a:ext cx="8650535" cy="3738205"/>
          </a:xfrm>
          <a:prstGeom prst="rect">
            <a:avLst/>
          </a:prstGeom>
        </p:spPr>
      </p:pic>
    </p:spTree>
    <p:extLst>
      <p:ext uri="{BB962C8B-B14F-4D97-AF65-F5344CB8AC3E}">
        <p14:creationId xmlns:p14="http://schemas.microsoft.com/office/powerpoint/2010/main" val="230263980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E7430-83D1-6763-F84C-9DBBF9C6765F}"/>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F32108D-2185-B3E9-C50C-1E1835804F63}"/>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22AFAC80-1577-8DBB-8292-EB4E5695698A}"/>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EFF37A70-ADBF-EADC-5C63-484D44DD6F15}"/>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551C140-3A20-B910-4F50-1836E9743B09}"/>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3D9CDECD-DAC7-A774-A150-0D90EF34C3DC}"/>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01F445FE-6A0F-1C93-879F-482742F156FB}"/>
              </a:ext>
            </a:extLst>
          </p:cNvPr>
          <p:cNvSpPr txBox="1"/>
          <p:nvPr/>
        </p:nvSpPr>
        <p:spPr>
          <a:xfrm>
            <a:off x="1964003" y="1143054"/>
            <a:ext cx="1839901"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intro</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48370619-1301-0F14-2FD0-AD471EDDEB52}"/>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D930B0B7-6E8C-2F31-A816-FE5F334C3797}"/>
              </a:ext>
            </a:extLst>
          </p:cNvPr>
          <p:cNvSpPr txBox="1"/>
          <p:nvPr/>
        </p:nvSpPr>
        <p:spPr>
          <a:xfrm>
            <a:off x="1964003" y="1543164"/>
            <a:ext cx="9825203" cy="1907510"/>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设计指标：</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Effective Hops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有效跳数</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H</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是源到目标的跳数，有效跃点</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tw</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为</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tw</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为每跳线延迟，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tr</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为路由器延迟，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Tc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Ts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分别是争用和序列化延迟</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2" name="文本框 1">
            <a:extLst>
              <a:ext uri="{FF2B5EF4-FFF2-40B4-BE49-F238E27FC236}">
                <a16:creationId xmlns:a16="http://schemas.microsoft.com/office/drawing/2014/main" id="{FEFFF9D3-195C-22DF-5CF7-8693939BDC58}"/>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Kite: A Family of Heterogeneous Interposer Topologies  Enabled via Accurate Interconnect Modeling</a:t>
            </a:r>
          </a:p>
        </p:txBody>
      </p:sp>
      <p:pic>
        <p:nvPicPr>
          <p:cNvPr id="8" name="图片 7">
            <a:extLst>
              <a:ext uri="{FF2B5EF4-FFF2-40B4-BE49-F238E27FC236}">
                <a16:creationId xmlns:a16="http://schemas.microsoft.com/office/drawing/2014/main" id="{C475EC54-2AF6-0037-17FF-BFBED7C8BFFD}"/>
              </a:ext>
            </a:extLst>
          </p:cNvPr>
          <p:cNvPicPr>
            <a:picLocks noChangeAspect="1"/>
          </p:cNvPicPr>
          <p:nvPr/>
        </p:nvPicPr>
        <p:blipFill>
          <a:blip r:embed="rId4"/>
          <a:stretch>
            <a:fillRect/>
          </a:stretch>
        </p:blipFill>
        <p:spPr>
          <a:xfrm>
            <a:off x="4121354" y="2083270"/>
            <a:ext cx="4818599" cy="457966"/>
          </a:xfrm>
          <a:prstGeom prst="rect">
            <a:avLst/>
          </a:prstGeom>
        </p:spPr>
      </p:pic>
      <p:pic>
        <p:nvPicPr>
          <p:cNvPr id="12" name="图片 11">
            <a:extLst>
              <a:ext uri="{FF2B5EF4-FFF2-40B4-BE49-F238E27FC236}">
                <a16:creationId xmlns:a16="http://schemas.microsoft.com/office/drawing/2014/main" id="{40824AFC-6840-8C93-82AE-344A71051529}"/>
              </a:ext>
            </a:extLst>
          </p:cNvPr>
          <p:cNvPicPr>
            <a:picLocks noChangeAspect="1"/>
          </p:cNvPicPr>
          <p:nvPr/>
        </p:nvPicPr>
        <p:blipFill>
          <a:blip r:embed="rId5"/>
          <a:stretch>
            <a:fillRect/>
          </a:stretch>
        </p:blipFill>
        <p:spPr>
          <a:xfrm>
            <a:off x="3395283" y="3850784"/>
            <a:ext cx="6678690" cy="2622857"/>
          </a:xfrm>
          <a:prstGeom prst="rect">
            <a:avLst/>
          </a:prstGeom>
        </p:spPr>
      </p:pic>
    </p:spTree>
    <p:extLst>
      <p:ext uri="{BB962C8B-B14F-4D97-AF65-F5344CB8AC3E}">
        <p14:creationId xmlns:p14="http://schemas.microsoft.com/office/powerpoint/2010/main" val="51106600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258*36"/>
  <p:tag name="TABLE_ENDDRAG_RECT" val="573*376*258*36"/>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4793</TotalTime>
  <Words>3078</Words>
  <Application>Microsoft Office PowerPoint</Application>
  <PresentationFormat>宽屏</PresentationFormat>
  <Paragraphs>265</Paragraphs>
  <Slides>21</Slides>
  <Notes>21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vt:i4>
      </vt:variant>
    </vt:vector>
  </HeadingPairs>
  <TitlesOfParts>
    <vt:vector size="34" baseType="lpstr">
      <vt:lpstr>-apple-system</vt:lpstr>
      <vt:lpstr>Inter</vt:lpstr>
      <vt:lpstr>KaTeX_Main</vt:lpstr>
      <vt:lpstr>KaTeX_Math</vt:lpstr>
      <vt:lpstr>Times New Roman Regular</vt:lpstr>
      <vt:lpstr>等线</vt:lpstr>
      <vt:lpstr>等线 Light</vt:lpstr>
      <vt:lpstr>微软雅黑</vt:lpstr>
      <vt:lpstr>Arial</vt:lpstr>
      <vt:lpstr>Times New Roman Bold</vt:lpstr>
      <vt:lpstr>Times New Roman Bold Italic</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liao huang</dc:creator>
  <cp:lastModifiedBy>liao huang</cp:lastModifiedBy>
  <cp:revision>10</cp:revision>
  <dcterms:created xsi:type="dcterms:W3CDTF">2025-08-20T06:57:41Z</dcterms:created>
  <dcterms:modified xsi:type="dcterms:W3CDTF">2025-11-19T10:48:37Z</dcterms:modified>
</cp:coreProperties>
</file>