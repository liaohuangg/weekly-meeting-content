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72" r:id="rId3"/>
    <p:sldId id="313" r:id="rId4"/>
    <p:sldId id="33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0DD1131-E15C-442C-ADEB-F5A77FD726CB}">
          <p14:sldIdLst>
            <p14:sldId id="257"/>
            <p14:sldId id="272"/>
          </p14:sldIdLst>
        </p14:section>
        <p14:section name="1" id="{3CE12ECF-0D44-4DDB-A890-C7DBAE28C2AA}">
          <p14:sldIdLst>
            <p14:sldId id="313"/>
            <p14:sldId id="3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DC39F1-6E61-4B04-BA5E-FD9AD573E169}" v="33" dt="2025-10-09T05:44:56.573"/>
    <p1510:client id="{AC12F19B-E514-4570-8AFA-B0EFD247729C}" v="2" dt="2025-10-09T05:37:19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01" autoAdjust="0"/>
    <p:restoredTop sz="80133" autoAdjust="0"/>
  </p:normalViewPr>
  <p:slideViewPr>
    <p:cSldViewPr snapToGrid="0">
      <p:cViewPr varScale="1">
        <p:scale>
          <a:sx n="129" d="100"/>
          <a:sy n="129" d="100"/>
        </p:scale>
        <p:origin x="19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o huang" userId="ec82cc6f13daab8b" providerId="LiveId" clId="{AA54D501-5D86-4123-B440-108FCE7D8FB7}"/>
    <pc:docChg chg="undo custSel addSld delSld modSld delSection modSection">
      <pc:chgData name="liao huang" userId="ec82cc6f13daab8b" providerId="LiveId" clId="{AA54D501-5D86-4123-B440-108FCE7D8FB7}" dt="2025-10-09T05:44:56.572" v="244"/>
      <pc:docMkLst>
        <pc:docMk/>
      </pc:docMkLst>
      <pc:sldChg chg="modSp mod">
        <pc:chgData name="liao huang" userId="ec82cc6f13daab8b" providerId="LiveId" clId="{AA54D501-5D86-4123-B440-108FCE7D8FB7}" dt="2025-10-09T05:43:24.277" v="148" actId="20577"/>
        <pc:sldMkLst>
          <pc:docMk/>
          <pc:sldMk cId="0" sldId="257"/>
        </pc:sldMkLst>
        <pc:spChg chg="mod">
          <ac:chgData name="liao huang" userId="ec82cc6f13daab8b" providerId="LiveId" clId="{AA54D501-5D86-4123-B440-108FCE7D8FB7}" dt="2025-10-09T05:43:18.566" v="142"/>
          <ac:spMkLst>
            <pc:docMk/>
            <pc:sldMk cId="0" sldId="257"/>
            <ac:spMk id="8" creationId="{00000000-0000-0000-0000-000000000000}"/>
          </ac:spMkLst>
        </pc:spChg>
        <pc:graphicFrameChg chg="modGraphic">
          <ac:chgData name="liao huang" userId="ec82cc6f13daab8b" providerId="LiveId" clId="{AA54D501-5D86-4123-B440-108FCE7D8FB7}" dt="2025-10-09T05:43:24.277" v="148" actId="20577"/>
          <ac:graphicFrameMkLst>
            <pc:docMk/>
            <pc:sldMk cId="0" sldId="257"/>
            <ac:graphicFrameMk id="23" creationId="{00000000-0000-0000-0000-000000000000}"/>
          </ac:graphicFrameMkLst>
        </pc:graphicFrameChg>
        <pc:graphicFrameChg chg="modGraphic">
          <ac:chgData name="liao huang" userId="ec82cc6f13daab8b" providerId="LiveId" clId="{AA54D501-5D86-4123-B440-108FCE7D8FB7}" dt="2025-10-09T05:37:24.215" v="126" actId="20577"/>
          <ac:graphicFrameMkLst>
            <pc:docMk/>
            <pc:sldMk cId="0" sldId="257"/>
            <ac:graphicFrameMk id="33" creationId="{00000000-0000-0000-0000-000000000000}"/>
          </ac:graphicFrameMkLst>
        </pc:graphicFrameChg>
      </pc:sldChg>
      <pc:sldChg chg="modSp mod">
        <pc:chgData name="liao huang" userId="ec82cc6f13daab8b" providerId="LiveId" clId="{AA54D501-5D86-4123-B440-108FCE7D8FB7}" dt="2025-10-09T05:44:03.816" v="190" actId="255"/>
        <pc:sldMkLst>
          <pc:docMk/>
          <pc:sldMk cId="0" sldId="272"/>
        </pc:sldMkLst>
        <pc:spChg chg="mod">
          <ac:chgData name="liao huang" userId="ec82cc6f13daab8b" providerId="LiveId" clId="{AA54D501-5D86-4123-B440-108FCE7D8FB7}" dt="2025-10-09T05:44:03.816" v="190" actId="255"/>
          <ac:spMkLst>
            <pc:docMk/>
            <pc:sldMk cId="0" sldId="272"/>
            <ac:spMk id="2" creationId="{64998951-640F-6C08-A8BC-65E1246B73D6}"/>
          </ac:spMkLst>
        </pc:spChg>
      </pc:sldChg>
      <pc:sldChg chg="modSp add del mod">
        <pc:chgData name="liao huang" userId="ec82cc6f13daab8b" providerId="LiveId" clId="{AA54D501-5D86-4123-B440-108FCE7D8FB7}" dt="2025-10-09T05:44:14.996" v="196"/>
        <pc:sldMkLst>
          <pc:docMk/>
          <pc:sldMk cId="1682685868" sldId="313"/>
        </pc:sldMkLst>
        <pc:spChg chg="mod">
          <ac:chgData name="liao huang" userId="ec82cc6f13daab8b" providerId="LiveId" clId="{AA54D501-5D86-4123-B440-108FCE7D8FB7}" dt="2025-10-09T05:44:14.996" v="196"/>
          <ac:spMkLst>
            <pc:docMk/>
            <pc:sldMk cId="1682685868" sldId="313"/>
            <ac:spMk id="6" creationId="{B14EE4E1-D5B5-A3D2-BE03-12C581BE1142}"/>
          </ac:spMkLst>
        </pc:spChg>
      </pc:sldChg>
      <pc:sldChg chg="modSp mod modNotesTx">
        <pc:chgData name="liao huang" userId="ec82cc6f13daab8b" providerId="LiveId" clId="{AA54D501-5D86-4123-B440-108FCE7D8FB7}" dt="2025-10-09T05:44:56.572" v="244"/>
        <pc:sldMkLst>
          <pc:docMk/>
          <pc:sldMk cId="3027936104" sldId="333"/>
        </pc:sldMkLst>
        <pc:spChg chg="mod">
          <ac:chgData name="liao huang" userId="ec82cc6f13daab8b" providerId="LiveId" clId="{AA54D501-5D86-4123-B440-108FCE7D8FB7}" dt="2025-10-09T05:44:56.572" v="244"/>
          <ac:spMkLst>
            <pc:docMk/>
            <pc:sldMk cId="3027936104" sldId="333"/>
            <ac:spMk id="7" creationId="{AB1A0C70-2EC6-48A1-9DE6-1865D03C0A3F}"/>
          </ac:spMkLst>
        </pc:spChg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621122138" sldId="334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2504641328" sldId="335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1848639983" sldId="336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969987762" sldId="337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896632247" sldId="338"/>
        </pc:sldMkLst>
      </pc:sldChg>
      <pc:sldChg chg="del">
        <pc:chgData name="liao huang" userId="ec82cc6f13daab8b" providerId="LiveId" clId="{AA54D501-5D86-4123-B440-108FCE7D8FB7}" dt="2025-10-09T05:37:54.127" v="132" actId="47"/>
        <pc:sldMkLst>
          <pc:docMk/>
          <pc:sldMk cId="2177563654" sldId="339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400952436" sldId="340"/>
        </pc:sldMkLst>
      </pc:sldChg>
      <pc:sldChg chg="del">
        <pc:chgData name="liao huang" userId="ec82cc6f13daab8b" providerId="LiveId" clId="{AA54D501-5D86-4123-B440-108FCE7D8FB7}" dt="2025-10-09T05:37:55.318" v="133" actId="47"/>
        <pc:sldMkLst>
          <pc:docMk/>
          <pc:sldMk cId="428877371" sldId="341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1389603188" sldId="342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082033537" sldId="343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878932586" sldId="344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379408487" sldId="345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386988284" sldId="346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160905716" sldId="347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574788686" sldId="348"/>
        </pc:sldMkLst>
      </pc:sldChg>
      <pc:sldChg chg="addSp delSp modSp del mod">
        <pc:chgData name="liao huang" userId="ec82cc6f13daab8b" providerId="LiveId" clId="{AA54D501-5D86-4123-B440-108FCE7D8FB7}" dt="2025-10-09T05:37:46.387" v="129" actId="2696"/>
        <pc:sldMkLst>
          <pc:docMk/>
          <pc:sldMk cId="2799807660" sldId="349"/>
        </pc:sldMkLst>
      </pc:sldChg>
      <pc:sldChg chg="delSp add del mod">
        <pc:chgData name="liao huang" userId="ec82cc6f13daab8b" providerId="LiveId" clId="{AA54D501-5D86-4123-B440-108FCE7D8FB7}" dt="2025-10-09T05:37:46.387" v="129" actId="2696"/>
        <pc:sldMkLst>
          <pc:docMk/>
          <pc:sldMk cId="1506959899" sldId="350"/>
        </pc:sldMkLst>
      </pc:sldChg>
    </pc:docChg>
  </pc:docChgLst>
  <pc:docChgLst>
    <pc:chgData name="liao huang" userId="ec82cc6f13daab8b" providerId="LiveId" clId="{E24E8AD7-CEE0-4A90-923C-3E20E97F8D52}"/>
    <pc:docChg chg="undo custSel addSld delSld modSld sldOrd addSection modSection">
      <pc:chgData name="liao huang" userId="ec82cc6f13daab8b" providerId="LiveId" clId="{E24E8AD7-CEE0-4A90-923C-3E20E97F8D52}" dt="2025-09-03T09:19:37.138" v="2832" actId="20577"/>
      <pc:docMkLst>
        <pc:docMk/>
      </pc:docMkLst>
      <pc:sldChg chg="modSp add mod">
        <pc:chgData name="liao huang" userId="ec82cc6f13daab8b" providerId="LiveId" clId="{E24E8AD7-CEE0-4A90-923C-3E20E97F8D52}" dt="2025-08-20T06:58:31.479" v="50" actId="20577"/>
        <pc:sldMkLst>
          <pc:docMk/>
          <pc:sldMk cId="0" sldId="257"/>
        </pc:sldMkLst>
      </pc:sldChg>
      <pc:sldChg chg="modSp add mod">
        <pc:chgData name="liao huang" userId="ec82cc6f13daab8b" providerId="LiveId" clId="{E24E8AD7-CEE0-4A90-923C-3E20E97F8D52}" dt="2025-08-21T05:10:23.264" v="1882"/>
        <pc:sldMkLst>
          <pc:docMk/>
          <pc:sldMk cId="0" sldId="272"/>
        </pc:sldMkLst>
      </pc:sldChg>
      <pc:sldChg chg="delSp modSp add mod">
        <pc:chgData name="liao huang" userId="ec82cc6f13daab8b" providerId="LiveId" clId="{E24E8AD7-CEE0-4A90-923C-3E20E97F8D52}" dt="2025-08-20T07:09:07.756" v="95" actId="114"/>
        <pc:sldMkLst>
          <pc:docMk/>
          <pc:sldMk cId="1682685868" sldId="313"/>
        </pc:sldMkLst>
      </pc:sldChg>
      <pc:sldChg chg="modSp add mod modNotesTx">
        <pc:chgData name="liao huang" userId="ec82cc6f13daab8b" providerId="LiveId" clId="{E24E8AD7-CEE0-4A90-923C-3E20E97F8D52}" dt="2025-08-20T09:55:14.973" v="347"/>
        <pc:sldMkLst>
          <pc:docMk/>
          <pc:sldMk cId="3027936104" sldId="333"/>
        </pc:sldMkLst>
      </pc:sldChg>
      <pc:sldChg chg="addSp delSp modSp add mod modNotesTx">
        <pc:chgData name="liao huang" userId="ec82cc6f13daab8b" providerId="LiveId" clId="{E24E8AD7-CEE0-4A90-923C-3E20E97F8D52}" dt="2025-08-20T10:00:23.973" v="348" actId="20577"/>
        <pc:sldMkLst>
          <pc:docMk/>
          <pc:sldMk cId="621122138" sldId="334"/>
        </pc:sldMkLst>
      </pc:sldChg>
      <pc:sldChg chg="addSp modSp add mod modNotesTx">
        <pc:chgData name="liao huang" userId="ec82cc6f13daab8b" providerId="LiveId" clId="{E24E8AD7-CEE0-4A90-923C-3E20E97F8D52}" dt="2025-08-20T10:05:37.132" v="373" actId="1076"/>
        <pc:sldMkLst>
          <pc:docMk/>
          <pc:sldMk cId="2504641328" sldId="335"/>
        </pc:sldMkLst>
      </pc:sldChg>
      <pc:sldChg chg="addSp delSp modSp add mod modNotesTx">
        <pc:chgData name="liao huang" userId="ec82cc6f13daab8b" providerId="LiveId" clId="{E24E8AD7-CEE0-4A90-923C-3E20E97F8D52}" dt="2025-08-20T10:45:57.248" v="1027" actId="22"/>
        <pc:sldMkLst>
          <pc:docMk/>
          <pc:sldMk cId="1848639983" sldId="336"/>
        </pc:sldMkLst>
      </pc:sldChg>
      <pc:sldChg chg="addSp delSp modSp add mod modNotesTx">
        <pc:chgData name="liao huang" userId="ec82cc6f13daab8b" providerId="LiveId" clId="{E24E8AD7-CEE0-4A90-923C-3E20E97F8D52}" dt="2025-08-21T03:44:50.700" v="1305" actId="22"/>
        <pc:sldMkLst>
          <pc:docMk/>
          <pc:sldMk cId="969987762" sldId="337"/>
        </pc:sldMkLst>
      </pc:sldChg>
      <pc:sldChg chg="addSp delSp modSp add mod modNotesTx">
        <pc:chgData name="liao huang" userId="ec82cc6f13daab8b" providerId="LiveId" clId="{E24E8AD7-CEE0-4A90-923C-3E20E97F8D52}" dt="2025-08-21T04:01:48.662" v="1868" actId="20577"/>
        <pc:sldMkLst>
          <pc:docMk/>
          <pc:sldMk cId="896632247" sldId="338"/>
        </pc:sldMkLst>
      </pc:sldChg>
      <pc:sldChg chg="modSp add mod">
        <pc:chgData name="liao huang" userId="ec82cc6f13daab8b" providerId="LiveId" clId="{E24E8AD7-CEE0-4A90-923C-3E20E97F8D52}" dt="2025-08-21T05:13:17.780" v="1886"/>
        <pc:sldMkLst>
          <pc:docMk/>
          <pc:sldMk cId="2177563654" sldId="339"/>
        </pc:sldMkLst>
      </pc:sldChg>
      <pc:sldChg chg="addSp delSp modSp add mod ord modNotesTx">
        <pc:chgData name="liao huang" userId="ec82cc6f13daab8b" providerId="LiveId" clId="{E24E8AD7-CEE0-4A90-923C-3E20E97F8D52}" dt="2025-08-21T07:11:07.551" v="1956" actId="22"/>
        <pc:sldMkLst>
          <pc:docMk/>
          <pc:sldMk cId="3400952436" sldId="340"/>
        </pc:sldMkLst>
      </pc:sldChg>
      <pc:sldChg chg="add modNotesTx">
        <pc:chgData name="liao huang" userId="ec82cc6f13daab8b" providerId="LiveId" clId="{E24E8AD7-CEE0-4A90-923C-3E20E97F8D52}" dt="2025-08-21T05:15:56.498" v="1917"/>
        <pc:sldMkLst>
          <pc:docMk/>
          <pc:sldMk cId="428877371" sldId="341"/>
        </pc:sldMkLst>
      </pc:sldChg>
      <pc:sldChg chg="addSp delSp modSp add mod modNotesTx">
        <pc:chgData name="liao huang" userId="ec82cc6f13daab8b" providerId="LiveId" clId="{E24E8AD7-CEE0-4A90-923C-3E20E97F8D52}" dt="2025-08-21T07:41:19.475" v="1973" actId="20577"/>
        <pc:sldMkLst>
          <pc:docMk/>
          <pc:sldMk cId="1389603188" sldId="342"/>
        </pc:sldMkLst>
      </pc:sldChg>
      <pc:sldChg chg="addSp delSp modSp add mod">
        <pc:chgData name="liao huang" userId="ec82cc6f13daab8b" providerId="LiveId" clId="{E24E8AD7-CEE0-4A90-923C-3E20E97F8D52}" dt="2025-08-27T08:45:14.998" v="1980" actId="1076"/>
        <pc:sldMkLst>
          <pc:docMk/>
          <pc:sldMk cId="3082033537" sldId="343"/>
        </pc:sldMkLst>
      </pc:sldChg>
      <pc:sldChg chg="new del">
        <pc:chgData name="liao huang" userId="ec82cc6f13daab8b" providerId="LiveId" clId="{E24E8AD7-CEE0-4A90-923C-3E20E97F8D52}" dt="2025-08-27T10:08:55.259" v="1983" actId="680"/>
        <pc:sldMkLst>
          <pc:docMk/>
          <pc:sldMk cId="284051779" sldId="344"/>
        </pc:sldMkLst>
      </pc:sldChg>
      <pc:sldChg chg="modSp add mod">
        <pc:chgData name="liao huang" userId="ec82cc6f13daab8b" providerId="LiveId" clId="{E24E8AD7-CEE0-4A90-923C-3E20E97F8D52}" dt="2025-09-01T05:40:00.929" v="2024" actId="20577"/>
        <pc:sldMkLst>
          <pc:docMk/>
          <pc:sldMk cId="3878932586" sldId="344"/>
        </pc:sldMkLst>
      </pc:sldChg>
      <pc:sldChg chg="modSp add mod">
        <pc:chgData name="liao huang" userId="ec82cc6f13daab8b" providerId="LiveId" clId="{E24E8AD7-CEE0-4A90-923C-3E20E97F8D52}" dt="2025-08-27T10:21:05.877" v="2015" actId="20577"/>
        <pc:sldMkLst>
          <pc:docMk/>
          <pc:sldMk cId="2379408487" sldId="345"/>
        </pc:sldMkLst>
      </pc:sldChg>
      <pc:sldChg chg="addSp delSp modSp add mod">
        <pc:chgData name="liao huang" userId="ec82cc6f13daab8b" providerId="LiveId" clId="{E24E8AD7-CEE0-4A90-923C-3E20E97F8D52}" dt="2025-09-03T08:11:40.628" v="2038" actId="478"/>
        <pc:sldMkLst>
          <pc:docMk/>
          <pc:sldMk cId="2386988284" sldId="346"/>
        </pc:sldMkLst>
      </pc:sldChg>
      <pc:sldChg chg="new del">
        <pc:chgData name="liao huang" userId="ec82cc6f13daab8b" providerId="LiveId" clId="{E24E8AD7-CEE0-4A90-923C-3E20E97F8D52}" dt="2025-09-03T08:10:59.792" v="2026" actId="680"/>
        <pc:sldMkLst>
          <pc:docMk/>
          <pc:sldMk cId="4173274157" sldId="346"/>
        </pc:sldMkLst>
      </pc:sldChg>
      <pc:sldChg chg="addSp delSp modSp add mod">
        <pc:chgData name="liao huang" userId="ec82cc6f13daab8b" providerId="LiveId" clId="{E24E8AD7-CEE0-4A90-923C-3E20E97F8D52}" dt="2025-09-03T08:58:20.426" v="2579" actId="1076"/>
        <pc:sldMkLst>
          <pc:docMk/>
          <pc:sldMk cId="2160905716" sldId="347"/>
        </pc:sldMkLst>
      </pc:sldChg>
      <pc:sldChg chg="addSp delSp modSp add mod">
        <pc:chgData name="liao huang" userId="ec82cc6f13daab8b" providerId="LiveId" clId="{E24E8AD7-CEE0-4A90-923C-3E20E97F8D52}" dt="2025-09-03T09:16:33.196" v="2741" actId="21"/>
        <pc:sldMkLst>
          <pc:docMk/>
          <pc:sldMk cId="3574788686" sldId="348"/>
        </pc:sldMkLst>
      </pc:sldChg>
      <pc:sldChg chg="modSp add mod">
        <pc:chgData name="liao huang" userId="ec82cc6f13daab8b" providerId="LiveId" clId="{E24E8AD7-CEE0-4A90-923C-3E20E97F8D52}" dt="2025-09-03T09:19:37.138" v="2832" actId="20577"/>
        <pc:sldMkLst>
          <pc:docMk/>
          <pc:sldMk cId="2799807660" sldId="3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E31D2-F85F-48D9-85E1-643E8A75D6DA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6FDFC-FEF2-4F9D-A0AF-43D16A2C7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36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64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888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68A4-6C70-36EE-8BE2-F36C0C8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0BCC5-AE06-1DF5-5F41-59AB9C5B0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FB7706-69C0-60C4-935D-2556FFE78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E8CBD5-2A1D-D959-EE75-D56F1A4F1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299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92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D02B8-8476-189C-1438-6FC513E50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3F6F6D-F8DD-AE7E-6C55-3E53AEDBE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B16232-DD58-DB9D-18BB-2439B1B1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A89B93-F3C9-2EE8-96E7-67D317FE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D8DB78-BB4A-AA85-E4A0-EC342A51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4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48D38-E5ED-980C-C7BF-9910626F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D7898-17C3-8665-06E2-7F513653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7B3437-3E06-C63C-DE90-E0818545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F62AFD-BB3E-DE3D-3004-12E315A9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5C4AB0-602A-3D15-9E95-081DAA65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34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17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5D877A0-4804-4917-810F-DD3372FB1F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979950"/>
            <a:ext cx="12192000" cy="2205024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0" y="1975169"/>
            <a:ext cx="12192000" cy="2219218"/>
          </a:xfrm>
          <a:prstGeom prst="rect">
            <a:avLst/>
          </a:prstGeom>
          <a:solidFill>
            <a:srgbClr val="141E8C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23545" y="2481687"/>
            <a:ext cx="10040472" cy="830997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</a:t>
            </a:r>
            <a:endParaRPr kumimoji="1" lang="en-US" altLang="zh-CN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2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考生姓名</a:t>
                      </a:r>
                    </a:p>
                  </a:txBody>
                  <a:tcPr anchor="ctr">
                    <a:solidFill>
                      <a:srgbClr val="9A0E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3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汇报人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349975457"/>
              </p:ext>
            </p:extLst>
          </p:nvPr>
        </p:nvGraphicFramePr>
        <p:xfrm>
          <a:off x="5488305" y="4700905"/>
          <a:ext cx="327787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XX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5"/>
            </p:custDataLst>
          </p:nvPr>
        </p:nvGraphicFramePr>
        <p:xfrm>
          <a:off x="3507740" y="5422582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汇报时间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200839421"/>
              </p:ext>
            </p:extLst>
          </p:nvPr>
        </p:nvGraphicFramePr>
        <p:xfrm>
          <a:off x="5488305" y="5439092"/>
          <a:ext cx="328422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2025.10.10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1236066" y="3335912"/>
            <a:ext cx="2834140" cy="46037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141E8C"/>
                </a:solidFill>
                <a:latin typeface="Times New Roman Bold" panose="02020803070505020304" charset="0"/>
                <a:cs typeface="Times New Roman Bold" panose="02020803070505020304" charset="0"/>
              </a:rPr>
              <a:t>CONTENS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822499" y="2613895"/>
            <a:ext cx="1662545" cy="70675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kumimoji="1" lang="en-US" altLang="zh-CN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cxnSp>
        <p:nvCxnSpPr>
          <p:cNvPr id="24" name="直线连接符 23"/>
          <p:cNvCxnSpPr/>
          <p:nvPr/>
        </p:nvCxnSpPr>
        <p:spPr>
          <a:xfrm>
            <a:off x="4462500" y="1297515"/>
            <a:ext cx="0" cy="419589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F7C0971-7369-E9FF-7DCF-2CA105016570}"/>
              </a:ext>
            </a:extLst>
          </p:cNvPr>
          <p:cNvGrpSpPr/>
          <p:nvPr/>
        </p:nvGrpSpPr>
        <p:grpSpPr>
          <a:xfrm>
            <a:off x="5222774" y="1535473"/>
            <a:ext cx="5733160" cy="1384995"/>
            <a:chOff x="5439957" y="3724593"/>
            <a:chExt cx="5733160" cy="1384995"/>
          </a:xfrm>
        </p:grpSpPr>
        <p:sp>
          <p:nvSpPr>
            <p:cNvPr id="8" name="文本框 7"/>
            <p:cNvSpPr txBox="1"/>
            <p:nvPr/>
          </p:nvSpPr>
          <p:spPr>
            <a:xfrm>
              <a:off x="6200063" y="3724593"/>
              <a:ext cx="4973054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Hierarchical Power Co-Optimization and Management for LLM </a:t>
              </a:r>
              <a:r>
                <a:rPr kumimoji="1" lang="en-US" altLang="zh-CN" sz="14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Chiplet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Designs</a:t>
              </a:r>
            </a:p>
            <a:p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2024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ICCAD, </a:t>
              </a:r>
            </a:p>
            <a:p>
              <a:r>
                <a:rPr kumimoji="1" lang="en-US" altLang="zh-CN" sz="14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Tianyu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Jia, </a:t>
              </a:r>
            </a:p>
            <a:p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Peking University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439957" y="3724593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1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4F142AE-D5C7-E772-E6A0-876037A4F2A7}"/>
              </a:ext>
            </a:extLst>
          </p:cNvPr>
          <p:cNvGrpSpPr/>
          <p:nvPr/>
        </p:nvGrpSpPr>
        <p:grpSpPr>
          <a:xfrm>
            <a:off x="5222774" y="3403845"/>
            <a:ext cx="6969226" cy="523220"/>
            <a:chOff x="5222774" y="3596205"/>
            <a:chExt cx="6969226" cy="52322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4998951-640F-6C08-A8BC-65E1246B73D6}"/>
                </a:ext>
              </a:extLst>
            </p:cNvPr>
            <p:cNvSpPr txBox="1"/>
            <p:nvPr/>
          </p:nvSpPr>
          <p:spPr>
            <a:xfrm>
              <a:off x="6017644" y="3596205"/>
              <a:ext cx="6174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如果汇报论文需要在标题标注的内容如上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DC1BF68-F3AE-9F3D-07F9-8F2D2732544A}"/>
                </a:ext>
              </a:extLst>
            </p:cNvPr>
            <p:cNvSpPr txBox="1"/>
            <p:nvPr/>
          </p:nvSpPr>
          <p:spPr>
            <a:xfrm>
              <a:off x="5222774" y="3596205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2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963B-2353-FA90-5B2C-BD860E92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525901-2C19-64B6-0115-C29C7B064F88}"/>
              </a:ext>
            </a:extLst>
          </p:cNvPr>
          <p:cNvGrpSpPr/>
          <p:nvPr/>
        </p:nvGrpSpPr>
        <p:grpSpPr>
          <a:xfrm>
            <a:off x="0" y="2463167"/>
            <a:ext cx="12192000" cy="1440001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49082B-14B6-7CDC-E12A-73C38F068BF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A62AF432-531B-E32A-736F-BCB27B03E2C1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60B6048-639C-010F-B7C6-1867337A5C4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8891" y="3544"/>
              <a:ext cx="9612" cy="1745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Hierarchical Power Co-Optimization and Management for LLM </a:t>
              </a:r>
              <a:r>
                <a:rPr kumimoji="1" lang="en-US" altLang="zh-CN" sz="2400" b="1" i="1" dirty="0" err="1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Chiplet</a:t>
              </a: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 Designs</a:t>
              </a:r>
            </a:p>
            <a:p>
              <a:pPr lvl="0" algn="l">
                <a:buClrTx/>
                <a:buSzTx/>
                <a:buFontTx/>
              </a:pPr>
              <a:endParaRPr kumimoji="1" lang="en-US" altLang="zh-CN" b="1" i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F4736AB-06FB-5B61-5C4D-22E415653AF6}"/>
                </a:ext>
              </a:extLst>
            </p:cNvPr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293E849-5609-7D84-1D4C-E7AFE76DBEFA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1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5DD8D6C-C2FD-204B-A89E-D09E09E157B9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8D4285A3-B04F-B20A-A2F4-8FDB6AF7C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14EE4E1-D5B5-A3D2-BE03-12C581BE1142}"/>
              </a:ext>
            </a:extLst>
          </p:cNvPr>
          <p:cNvSpPr txBox="1"/>
          <p:nvPr/>
        </p:nvSpPr>
        <p:spPr>
          <a:xfrm>
            <a:off x="563879" y="5932169"/>
            <a:ext cx="11064240" cy="64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[1] </a:t>
            </a:r>
            <a:r>
              <a:rPr lang="en-US" altLang="zh-CN" sz="1600" i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Dong Y, Liu X, Hao X, et al. Hierarchical Power Co-Optimization and Management for LLM </a:t>
            </a:r>
            <a:r>
              <a:rPr lang="en-US" altLang="zh-CN" sz="1600" i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Chiplet</a:t>
            </a:r>
            <a:r>
              <a:rPr lang="en-US" altLang="zh-CN" sz="1600" i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Designs[C]//Proceedings of the 43rd IEEE/ACM International Conference on Computer-Aided Design. 2024: 1-9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（引用文献）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68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Hierarchical Power Co-Optimization and Management for LLM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Designs</a:t>
            </a: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CDB903-D684-55E2-6677-63B387756AFA}"/>
              </a:ext>
            </a:extLst>
          </p:cNvPr>
          <p:cNvSpPr txBox="1"/>
          <p:nvPr/>
        </p:nvSpPr>
        <p:spPr>
          <a:xfrm>
            <a:off x="1964003" y="1143054"/>
            <a:ext cx="1839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1.1 intro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1A0C70-2EC6-48A1-9DE6-1865D03C0A3F}"/>
              </a:ext>
            </a:extLst>
          </p:cNvPr>
          <p:cNvSpPr txBox="1"/>
          <p:nvPr/>
        </p:nvSpPr>
        <p:spPr>
          <a:xfrm>
            <a:off x="2069420" y="1713695"/>
            <a:ext cx="9825203" cy="430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汇报内容，希望图文并茂，有些导读的内容也可以附上链接</a:t>
            </a:r>
            <a:endParaRPr lang="en-US" altLang="zh-CN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793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58*36"/>
  <p:tag name="TABLE_ENDDRAG_RECT" val="573*376*258*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3379</TotalTime>
  <Words>136</Words>
  <Application>Microsoft Office PowerPoint</Application>
  <PresentationFormat>宽屏</PresentationFormat>
  <Paragraphs>27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-apple-system</vt:lpstr>
      <vt:lpstr>Times New Roman Regular</vt:lpstr>
      <vt:lpstr>等线</vt:lpstr>
      <vt:lpstr>微软雅黑</vt:lpstr>
      <vt:lpstr>Arial</vt:lpstr>
      <vt:lpstr>Times New Roman Bold</vt:lpstr>
      <vt:lpstr>Times New Roman Bold Italic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liao huang</dc:creator>
  <cp:lastModifiedBy>liao huang</cp:lastModifiedBy>
  <cp:revision>4</cp:revision>
  <dcterms:created xsi:type="dcterms:W3CDTF">2025-08-20T06:57:41Z</dcterms:created>
  <dcterms:modified xsi:type="dcterms:W3CDTF">2025-10-09T05:44:56Z</dcterms:modified>
</cp:coreProperties>
</file>